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352" r:id="rId3"/>
    <p:sldId id="353" r:id="rId4"/>
    <p:sldId id="355" r:id="rId5"/>
    <p:sldId id="356" r:id="rId6"/>
    <p:sldId id="354" r:id="rId7"/>
    <p:sldId id="375" r:id="rId8"/>
    <p:sldId id="358" r:id="rId9"/>
    <p:sldId id="357" r:id="rId10"/>
    <p:sldId id="360" r:id="rId11"/>
    <p:sldId id="359" r:id="rId12"/>
    <p:sldId id="361" r:id="rId13"/>
    <p:sldId id="362" r:id="rId14"/>
    <p:sldId id="363" r:id="rId15"/>
    <p:sldId id="364" r:id="rId16"/>
    <p:sldId id="366" r:id="rId17"/>
    <p:sldId id="377" r:id="rId18"/>
    <p:sldId id="373" r:id="rId19"/>
    <p:sldId id="367" r:id="rId20"/>
    <p:sldId id="370" r:id="rId21"/>
    <p:sldId id="369" r:id="rId22"/>
    <p:sldId id="372" r:id="rId23"/>
    <p:sldId id="371" r:id="rId24"/>
    <p:sldId id="365" r:id="rId25"/>
    <p:sldId id="374" r:id="rId26"/>
    <p:sldId id="376" r:id="rId27"/>
  </p:sldIdLst>
  <p:sldSz cx="9144000" cy="6858000" type="screen4x3"/>
  <p:notesSz cx="6797675" cy="9926638"/>
  <p:defaultTextStyle>
    <a:defPPr>
      <a:defRPr lang="nl-NL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Stijl, gemiddeld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8" autoAdjust="0"/>
    <p:restoredTop sz="94624" autoAdjust="0"/>
  </p:normalViewPr>
  <p:slideViewPr>
    <p:cSldViewPr>
      <p:cViewPr varScale="1">
        <p:scale>
          <a:sx n="55" d="100"/>
          <a:sy n="55" d="100"/>
        </p:scale>
        <p:origin x="946" y="34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171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dirty="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D734AC2F-4B90-4849-919B-CAA07234DCFB}" type="datetimeFigureOut">
              <a:rPr lang="nl-NL"/>
              <a:pPr>
                <a:defRPr/>
              </a:pPr>
              <a:t>17-12-2015</a:t>
            </a:fld>
            <a:endParaRPr lang="nl-NL" dirty="0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nl-NL" noProof="0" dirty="0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noProof="0" smtClean="0"/>
              <a:t>Klik om de modelstijlen te bewerken</a:t>
            </a:r>
          </a:p>
          <a:p>
            <a:pPr lvl="1"/>
            <a:r>
              <a:rPr lang="nl-NL" noProof="0" smtClean="0"/>
              <a:t>Tweede niveau</a:t>
            </a:r>
          </a:p>
          <a:p>
            <a:pPr lvl="2"/>
            <a:r>
              <a:rPr lang="nl-NL" noProof="0" smtClean="0"/>
              <a:t>Derde niveau</a:t>
            </a:r>
          </a:p>
          <a:p>
            <a:pPr lvl="3"/>
            <a:r>
              <a:rPr lang="nl-NL" noProof="0" smtClean="0"/>
              <a:t>Vierde niveau</a:t>
            </a:r>
          </a:p>
          <a:p>
            <a:pPr lvl="4"/>
            <a:r>
              <a:rPr lang="nl-NL" noProof="0" smtClean="0"/>
              <a:t>Vijfde niveau</a:t>
            </a:r>
            <a:endParaRPr lang="nl-NL" noProof="0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dirty="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CF663DDD-2709-40D9-B1E2-A812D4C093AC}" type="slidenum">
              <a:rPr lang="nl-NL"/>
              <a:pPr>
                <a:defRPr/>
              </a:pPr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76444587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3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nl-NL" smtClean="0"/>
          </a:p>
        </p:txBody>
      </p:sp>
      <p:sp>
        <p:nvSpPr>
          <p:cNvPr id="35844" name="Tijdelijke aanduiding voor dianumm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C687A73-CFDC-46AB-85DF-FFBCE5089A3B}" type="slidenum">
              <a:rPr lang="nl-NL"/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948608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3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nl-NL" smtClean="0"/>
          </a:p>
        </p:txBody>
      </p:sp>
      <p:sp>
        <p:nvSpPr>
          <p:cNvPr id="35844" name="Tijdelijke aanduiding voor dianumm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C687A73-CFDC-46AB-85DF-FFBCE5089A3B}" type="slidenum">
              <a:rPr lang="nl-NL"/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653438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3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nl-NL" smtClean="0"/>
          </a:p>
        </p:txBody>
      </p:sp>
      <p:sp>
        <p:nvSpPr>
          <p:cNvPr id="35844" name="Tijdelijke aanduiding voor dianumm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C687A73-CFDC-46AB-85DF-FFBCE5089A3B}" type="slidenum">
              <a:rPr lang="nl-NL"/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048081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3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nl-NL" smtClean="0"/>
          </a:p>
        </p:txBody>
      </p:sp>
      <p:sp>
        <p:nvSpPr>
          <p:cNvPr id="35844" name="Tijdelijke aanduiding voor dianumm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C687A73-CFDC-46AB-85DF-FFBCE5089A3B}" type="slidenum">
              <a:rPr lang="nl-NL"/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126244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3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nl-NL" smtClean="0"/>
          </a:p>
        </p:txBody>
      </p:sp>
      <p:sp>
        <p:nvSpPr>
          <p:cNvPr id="35844" name="Tijdelijke aanduiding voor dianumm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C687A73-CFDC-46AB-85DF-FFBCE5089A3B}" type="slidenum">
              <a:rPr lang="nl-NL"/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864190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3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nl-NL" smtClean="0"/>
          </a:p>
        </p:txBody>
      </p:sp>
      <p:sp>
        <p:nvSpPr>
          <p:cNvPr id="35844" name="Tijdelijke aanduiding voor dianumm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C687A73-CFDC-46AB-85DF-FFBCE5089A3B}" type="slidenum">
              <a:rPr lang="nl-NL"/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856495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3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nl-NL" smtClean="0"/>
          </a:p>
        </p:txBody>
      </p:sp>
      <p:sp>
        <p:nvSpPr>
          <p:cNvPr id="35844" name="Tijdelijke aanduiding voor dianumm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C687A73-CFDC-46AB-85DF-FFBCE5089A3B}" type="slidenum">
              <a:rPr lang="nl-NL"/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752880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3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nl-NL" smtClean="0"/>
          </a:p>
        </p:txBody>
      </p:sp>
      <p:sp>
        <p:nvSpPr>
          <p:cNvPr id="35844" name="Tijdelijke aanduiding voor dianumm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C687A73-CFDC-46AB-85DF-FFBCE5089A3B}" type="slidenum">
              <a:rPr lang="nl-NL"/>
              <a:pPr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521976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3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nl-NL" smtClean="0"/>
          </a:p>
        </p:txBody>
      </p:sp>
      <p:sp>
        <p:nvSpPr>
          <p:cNvPr id="35844" name="Tijdelijke aanduiding voor dianumm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C687A73-CFDC-46AB-85DF-FFBCE5089A3B}" type="slidenum">
              <a:rPr lang="nl-NL"/>
              <a:pPr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854116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3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nl-NL" smtClean="0"/>
          </a:p>
        </p:txBody>
      </p:sp>
      <p:sp>
        <p:nvSpPr>
          <p:cNvPr id="35844" name="Tijdelijke aanduiding voor dianumm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C687A73-CFDC-46AB-85DF-FFBCE5089A3B}" type="slidenum">
              <a:rPr lang="nl-NL"/>
              <a:pPr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000911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3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nl-NL" smtClean="0"/>
          </a:p>
        </p:txBody>
      </p:sp>
      <p:sp>
        <p:nvSpPr>
          <p:cNvPr id="35844" name="Tijdelijke aanduiding voor dianumm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C687A73-CFDC-46AB-85DF-FFBCE5089A3B}" type="slidenum">
              <a:rPr lang="nl-NL"/>
              <a:pPr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221743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3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nl-NL" smtClean="0"/>
          </a:p>
        </p:txBody>
      </p:sp>
      <p:sp>
        <p:nvSpPr>
          <p:cNvPr id="35844" name="Tijdelijke aanduiding voor dianumm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C687A73-CFDC-46AB-85DF-FFBCE5089A3B}" type="slidenum">
              <a:rPr lang="nl-NL"/>
              <a:pPr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621970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3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nl-NL" smtClean="0"/>
          </a:p>
        </p:txBody>
      </p:sp>
      <p:sp>
        <p:nvSpPr>
          <p:cNvPr id="35844" name="Tijdelijke aanduiding voor dianumm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C687A73-CFDC-46AB-85DF-FFBCE5089A3B}" type="slidenum">
              <a:rPr lang="nl-NL"/>
              <a:pPr fontAlgn="base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335970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3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nl-NL" smtClean="0"/>
          </a:p>
        </p:txBody>
      </p:sp>
      <p:sp>
        <p:nvSpPr>
          <p:cNvPr id="35844" name="Tijdelijke aanduiding voor dianumm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C687A73-CFDC-46AB-85DF-FFBCE5089A3B}" type="slidenum">
              <a:rPr lang="nl-NL"/>
              <a:pPr fontAlgn="base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863697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3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nl-NL" smtClean="0"/>
          </a:p>
        </p:txBody>
      </p:sp>
      <p:sp>
        <p:nvSpPr>
          <p:cNvPr id="35844" name="Tijdelijke aanduiding voor dianumm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C687A73-CFDC-46AB-85DF-FFBCE5089A3B}" type="slidenum">
              <a:rPr lang="nl-NL"/>
              <a:pPr fontAlgn="base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226539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3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nl-NL" smtClean="0"/>
          </a:p>
        </p:txBody>
      </p:sp>
      <p:sp>
        <p:nvSpPr>
          <p:cNvPr id="35844" name="Tijdelijke aanduiding voor dianumm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C687A73-CFDC-46AB-85DF-FFBCE5089A3B}" type="slidenum">
              <a:rPr lang="nl-NL"/>
              <a:pPr fontAlgn="base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400371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3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nl-NL" smtClean="0"/>
          </a:p>
        </p:txBody>
      </p:sp>
      <p:sp>
        <p:nvSpPr>
          <p:cNvPr id="35844" name="Tijdelijke aanduiding voor dianumm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C687A73-CFDC-46AB-85DF-FFBCE5089A3B}" type="slidenum">
              <a:rPr lang="nl-NL"/>
              <a:pPr fontAlgn="base">
                <a:spcBef>
                  <a:spcPct val="0"/>
                </a:spcBef>
                <a:spcAft>
                  <a:spcPct val="0"/>
                </a:spcAft>
              </a:pPr>
              <a:t>18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825120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3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nl-NL" smtClean="0"/>
          </a:p>
        </p:txBody>
      </p:sp>
      <p:sp>
        <p:nvSpPr>
          <p:cNvPr id="35844" name="Tijdelijke aanduiding voor dianumm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C687A73-CFDC-46AB-85DF-FFBCE5089A3B}" type="slidenum">
              <a:rPr lang="nl-NL"/>
              <a:pPr fontAlgn="base">
                <a:spcBef>
                  <a:spcPct val="0"/>
                </a:spcBef>
                <a:spcAft>
                  <a:spcPct val="0"/>
                </a:spcAft>
              </a:pPr>
              <a:t>19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0563983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3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nl-NL" smtClean="0"/>
          </a:p>
        </p:txBody>
      </p:sp>
      <p:sp>
        <p:nvSpPr>
          <p:cNvPr id="35844" name="Tijdelijke aanduiding voor dianumm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C687A73-CFDC-46AB-85DF-FFBCE5089A3B}" type="slidenum">
              <a:rPr lang="nl-NL"/>
              <a:pPr fontAlgn="base">
                <a:spcBef>
                  <a:spcPct val="0"/>
                </a:spcBef>
                <a:spcAft>
                  <a:spcPct val="0"/>
                </a:spcAft>
              </a:pPr>
              <a:t>20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5057480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3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nl-NL" smtClean="0"/>
          </a:p>
        </p:txBody>
      </p:sp>
      <p:sp>
        <p:nvSpPr>
          <p:cNvPr id="35844" name="Tijdelijke aanduiding voor dianumm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C687A73-CFDC-46AB-85DF-FFBCE5089A3B}" type="slidenum">
              <a:rPr lang="nl-NL"/>
              <a:pPr fontAlgn="base">
                <a:spcBef>
                  <a:spcPct val="0"/>
                </a:spcBef>
                <a:spcAft>
                  <a:spcPct val="0"/>
                </a:spcAft>
              </a:pPr>
              <a:t>21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8847805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3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nl-NL" smtClean="0"/>
          </a:p>
        </p:txBody>
      </p:sp>
      <p:sp>
        <p:nvSpPr>
          <p:cNvPr id="35844" name="Tijdelijke aanduiding voor dianumm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C687A73-CFDC-46AB-85DF-FFBCE5089A3B}" type="slidenum">
              <a:rPr lang="nl-NL"/>
              <a:pPr fontAlgn="base">
                <a:spcBef>
                  <a:spcPct val="0"/>
                </a:spcBef>
                <a:spcAft>
                  <a:spcPct val="0"/>
                </a:spcAft>
              </a:pPr>
              <a:t>22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3769133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3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nl-NL" smtClean="0"/>
          </a:p>
        </p:txBody>
      </p:sp>
      <p:sp>
        <p:nvSpPr>
          <p:cNvPr id="35844" name="Tijdelijke aanduiding voor dianumm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C687A73-CFDC-46AB-85DF-FFBCE5089A3B}" type="slidenum">
              <a:rPr lang="nl-NL"/>
              <a:pPr fontAlgn="base">
                <a:spcBef>
                  <a:spcPct val="0"/>
                </a:spcBef>
                <a:spcAft>
                  <a:spcPct val="0"/>
                </a:spcAft>
              </a:pPr>
              <a:t>23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1043006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3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nl-NL" smtClean="0"/>
          </a:p>
        </p:txBody>
      </p:sp>
      <p:sp>
        <p:nvSpPr>
          <p:cNvPr id="35844" name="Tijdelijke aanduiding voor dianumm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C687A73-CFDC-46AB-85DF-FFBCE5089A3B}" type="slidenum">
              <a:rPr lang="nl-NL"/>
              <a:pPr fontAlgn="base">
                <a:spcBef>
                  <a:spcPct val="0"/>
                </a:spcBef>
                <a:spcAft>
                  <a:spcPct val="0"/>
                </a:spcAft>
              </a:pPr>
              <a:t>24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9374890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3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nl-NL" smtClean="0"/>
          </a:p>
        </p:txBody>
      </p:sp>
      <p:sp>
        <p:nvSpPr>
          <p:cNvPr id="35844" name="Tijdelijke aanduiding voor dianumm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C687A73-CFDC-46AB-85DF-FFBCE5089A3B}" type="slidenum">
              <a:rPr lang="nl-NL"/>
              <a:pPr fontAlgn="base">
                <a:spcBef>
                  <a:spcPct val="0"/>
                </a:spcBef>
                <a:spcAft>
                  <a:spcPct val="0"/>
                </a:spcAft>
              </a:pPr>
              <a:t>25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9574954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3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nl-NL" smtClean="0"/>
          </a:p>
        </p:txBody>
      </p:sp>
      <p:sp>
        <p:nvSpPr>
          <p:cNvPr id="35844" name="Tijdelijke aanduiding voor dianumm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C687A73-CFDC-46AB-85DF-FFBCE5089A3B}" type="slidenum">
              <a:rPr lang="nl-NL"/>
              <a:pPr fontAlgn="base">
                <a:spcBef>
                  <a:spcPct val="0"/>
                </a:spcBef>
                <a:spcAft>
                  <a:spcPct val="0"/>
                </a:spcAft>
              </a:pPr>
              <a:t>26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268737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77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 smtClean="0"/>
              <a:t>Klik om het opmaakprofiel van de modelondertitel te bewerken</a:t>
            </a:r>
            <a:endParaRPr lang="nl-NL"/>
          </a:p>
        </p:txBody>
      </p:sp>
      <p:sp>
        <p:nvSpPr>
          <p:cNvPr id="5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59755E-514A-4973-A3A3-7A1934056CB6}" type="datetimeFigureOut">
              <a:rPr lang="nl-NL"/>
              <a:pPr>
                <a:defRPr/>
              </a:pPr>
              <a:t>17-12-2015</a:t>
            </a:fld>
            <a:endParaRPr lang="nl-NL" dirty="0"/>
          </a:p>
        </p:txBody>
      </p:sp>
      <p:sp>
        <p:nvSpPr>
          <p:cNvPr id="6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7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B772B7-124B-4D67-AFDC-C47F8B0AB003}" type="slidenum">
              <a:rPr lang="nl-NL"/>
              <a:pPr>
                <a:defRPr/>
              </a:pPr>
              <a:t>‹nr.›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77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/>
          </a:p>
        </p:txBody>
      </p:sp>
      <p:sp>
        <p:nvSpPr>
          <p:cNvPr id="5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9F3603-6DBB-4E29-9813-F1BD7EBFC020}" type="datetimeFigureOut">
              <a:rPr lang="nl-NL"/>
              <a:pPr>
                <a:defRPr/>
              </a:pPr>
              <a:t>17-12-2015</a:t>
            </a:fld>
            <a:endParaRPr lang="nl-NL" dirty="0"/>
          </a:p>
        </p:txBody>
      </p:sp>
      <p:sp>
        <p:nvSpPr>
          <p:cNvPr id="6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7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A4848A-12CA-4D8D-AFE3-D457E6099B71}" type="slidenum">
              <a:rPr lang="nl-NL"/>
              <a:pPr>
                <a:defRPr/>
              </a:pPr>
              <a:t>‹nr.›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smtClean="0"/>
              <a:t>Klik om de modelstijlen te bewerken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7621A6-F3E1-43D5-B920-9FD35F52BC8E}" type="datetimeFigureOut">
              <a:rPr lang="nl-NL"/>
              <a:pPr>
                <a:defRPr/>
              </a:pPr>
              <a:t>17-12-2015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6A70F0-8FF2-4B03-9A9C-7FC2BBF9B660}" type="slidenum">
              <a:rPr lang="nl-NL"/>
              <a:pPr>
                <a:defRPr/>
              </a:pPr>
              <a:t>‹nr.›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/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/>
          </a:p>
        </p:txBody>
      </p:sp>
      <p:sp>
        <p:nvSpPr>
          <p:cNvPr id="5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C744E0-D7B9-4C09-992E-FF4B2F2BA397}" type="datetimeFigureOut">
              <a:rPr lang="nl-NL"/>
              <a:pPr>
                <a:defRPr/>
              </a:pPr>
              <a:t>17-12-2015</a:t>
            </a:fld>
            <a:endParaRPr lang="nl-NL" dirty="0"/>
          </a:p>
        </p:txBody>
      </p:sp>
      <p:sp>
        <p:nvSpPr>
          <p:cNvPr id="6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7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F5B773-D4E5-4A6A-8CD7-6A2C647CE1D9}" type="slidenum">
              <a:rPr lang="nl-NL"/>
              <a:pPr>
                <a:defRPr/>
              </a:pPr>
              <a:t>‹nr.›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 smtClean="0"/>
              <a:t>Klik om de modelstijlen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 smtClean="0"/>
              <a:t>Klik om de modelstijlen te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/>
          </a:p>
        </p:txBody>
      </p:sp>
      <p:sp>
        <p:nvSpPr>
          <p:cNvPr id="7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458F4A-3924-4FC1-B9EA-4246010366AD}" type="datetimeFigureOut">
              <a:rPr lang="nl-NL"/>
              <a:pPr>
                <a:defRPr/>
              </a:pPr>
              <a:t>17-12-2015</a:t>
            </a:fld>
            <a:endParaRPr lang="nl-NL" dirty="0"/>
          </a:p>
        </p:txBody>
      </p:sp>
      <p:sp>
        <p:nvSpPr>
          <p:cNvPr id="8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9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08B7D5-1F07-4AC1-9C19-7E7EBD64170F}" type="slidenum">
              <a:rPr lang="nl-NL"/>
              <a:pPr>
                <a:defRPr/>
              </a:pPr>
              <a:t>‹nr.›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E80E52-5B24-44AC-8844-F41F0702A84E}" type="datetimeFigureOut">
              <a:rPr lang="nl-NL"/>
              <a:pPr>
                <a:defRPr/>
              </a:pPr>
              <a:t>17-12-2015</a:t>
            </a:fld>
            <a:endParaRPr lang="nl-NL" dirty="0"/>
          </a:p>
        </p:txBody>
      </p:sp>
      <p:sp>
        <p:nvSpPr>
          <p:cNvPr id="4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5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D38CE4-1F62-47B1-BEEF-0CEA970DA728}" type="slidenum">
              <a:rPr lang="nl-NL"/>
              <a:pPr>
                <a:defRPr/>
              </a:pPr>
              <a:t>‹nr.›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328244-234A-4E2E-91CD-0CA8862DAD4C}" type="datetimeFigureOut">
              <a:rPr lang="nl-NL"/>
              <a:pPr>
                <a:defRPr/>
              </a:pPr>
              <a:t>17-12-2015</a:t>
            </a:fld>
            <a:endParaRPr lang="nl-NL" dirty="0"/>
          </a:p>
        </p:txBody>
      </p:sp>
      <p:sp>
        <p:nvSpPr>
          <p:cNvPr id="3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4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99BE9B-9538-4811-B497-8745C578BA81}" type="slidenum">
              <a:rPr lang="nl-NL"/>
              <a:pPr>
                <a:defRPr/>
              </a:pPr>
              <a:t>‹nr.›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 smtClean="0"/>
              <a:t>Klik om de modelstijlen te bewerken</a:t>
            </a:r>
          </a:p>
        </p:txBody>
      </p:sp>
      <p:sp>
        <p:nvSpPr>
          <p:cNvPr id="5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580CD7-BB31-4071-83E6-F3D15F6E7921}" type="datetimeFigureOut">
              <a:rPr lang="nl-NL"/>
              <a:pPr>
                <a:defRPr/>
              </a:pPr>
              <a:t>17-12-2015</a:t>
            </a:fld>
            <a:endParaRPr lang="nl-NL" dirty="0"/>
          </a:p>
        </p:txBody>
      </p:sp>
      <p:sp>
        <p:nvSpPr>
          <p:cNvPr id="6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7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323C1C-4223-44FB-8AE3-ABAC11AE31CA}" type="slidenum">
              <a:rPr lang="nl-NL"/>
              <a:pPr>
                <a:defRPr/>
              </a:pPr>
              <a:t>‹nr.›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nl-NL" noProof="0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 smtClean="0"/>
              <a:t>Klik om de modelstijlen te bewerken</a:t>
            </a:r>
          </a:p>
        </p:txBody>
      </p:sp>
      <p:sp>
        <p:nvSpPr>
          <p:cNvPr id="5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8C76CA-79EF-4EF6-93D5-DF7E4F1411BB}" type="datetimeFigureOut">
              <a:rPr lang="nl-NL"/>
              <a:pPr>
                <a:defRPr/>
              </a:pPr>
              <a:t>17-12-2015</a:t>
            </a:fld>
            <a:endParaRPr lang="nl-NL" dirty="0"/>
          </a:p>
        </p:txBody>
      </p:sp>
      <p:sp>
        <p:nvSpPr>
          <p:cNvPr id="6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7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9D09EE-A32D-4C2A-9350-E65AE698E9D1}" type="slidenum">
              <a:rPr lang="nl-NL"/>
              <a:pPr>
                <a:defRPr/>
              </a:pPr>
              <a:t>‹nr.›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C1AFE0-9D58-4EF3-92C9-0FB4D4A0C75A}" type="datetimeFigureOut">
              <a:rPr lang="nl-NL"/>
              <a:pPr>
                <a:defRPr/>
              </a:pPr>
              <a:t>17-12-2015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1356E5-CCB1-477A-B41F-7814FB929F0D}" type="slidenum">
              <a:rPr lang="nl-NL"/>
              <a:pPr>
                <a:defRPr/>
              </a:pPr>
              <a:t>‹nr.›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FBB76C-1E77-4B01-AD39-7EF124122E1C}" type="datetimeFigureOut">
              <a:rPr lang="nl-NL"/>
              <a:pPr>
                <a:defRPr/>
              </a:pPr>
              <a:t>17-12-2015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387CFD-D469-4DD3-81CC-C445E899A986}" type="slidenum">
              <a:rPr lang="nl-NL"/>
              <a:pPr>
                <a:defRPr/>
              </a:pPr>
              <a:t>‹nr.›</a:t>
            </a:fld>
            <a:endParaRPr lang="nl-NL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jdelijke aanduiding voor titel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nl-NL" smtClean="0"/>
              <a:t>Klik om de stijl te bewerken</a:t>
            </a:r>
          </a:p>
        </p:txBody>
      </p:sp>
      <p:sp>
        <p:nvSpPr>
          <p:cNvPr id="1027" name="Tijdelijke aanduiding voor tekst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08BE8CE-1701-414D-9EAD-5FC3D1647441}" type="datetimeFigureOut">
              <a:rPr lang="nl-NL"/>
              <a:pPr>
                <a:defRPr/>
              </a:pPr>
              <a:t>17-12-2015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dirty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A416482-EF00-470D-B768-2ECB83ABE757}" type="slidenum">
              <a:rPr lang="nl-NL"/>
              <a:pPr>
                <a:defRPr/>
              </a:pPr>
              <a:t>‹nr.›</a:t>
            </a:fld>
            <a:endParaRPr lang="nl-N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gi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2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68344" y="5733256"/>
            <a:ext cx="805161" cy="4152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26" name="Picture 4" descr="https://encrypted-tbn1.gstatic.com/images?q=tbn:ANd9GcQ1pxK7EZWRl9jwh3jNkR73OTsnRFIaLAuVxnKwBmrKQobdJpbnEVAMRu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8313" y="5515285"/>
            <a:ext cx="1511399" cy="4616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27" name="Tekstvak 35"/>
          <p:cNvSpPr txBox="1">
            <a:spLocks noChangeArrowheads="1"/>
          </p:cNvSpPr>
          <p:nvPr/>
        </p:nvSpPr>
        <p:spPr bwMode="auto">
          <a:xfrm>
            <a:off x="395288" y="5949950"/>
            <a:ext cx="3455987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 b="1" i="1" dirty="0" smtClean="0">
                <a:solidFill>
                  <a:srgbClr val="67C8E9"/>
                </a:solidFill>
                <a:latin typeface="Calibri" pitchFamily="34" charset="0"/>
              </a:rPr>
              <a:t>#</a:t>
            </a:r>
            <a:r>
              <a:rPr lang="en-US" sz="1600" b="1" i="1" dirty="0" err="1" smtClean="0">
                <a:solidFill>
                  <a:srgbClr val="67C8E9"/>
                </a:solidFill>
                <a:latin typeface="Calibri" pitchFamily="34" charset="0"/>
              </a:rPr>
              <a:t>AppeltjeEitjeDoeIkEven</a:t>
            </a:r>
            <a:r>
              <a:rPr lang="en-US" sz="1600" b="1" i="1" dirty="0" smtClean="0">
                <a:solidFill>
                  <a:srgbClr val="67C8E9"/>
                </a:solidFill>
                <a:latin typeface="Calibri" pitchFamily="34" charset="0"/>
              </a:rPr>
              <a:t>!</a:t>
            </a:r>
            <a:endParaRPr lang="nl-NL" sz="1600" b="1" i="1" dirty="0">
              <a:solidFill>
                <a:srgbClr val="67C8E9"/>
              </a:solidFill>
              <a:latin typeface="Calibri" pitchFamily="34" charset="0"/>
            </a:endParaRPr>
          </a:p>
        </p:txBody>
      </p:sp>
      <p:sp>
        <p:nvSpPr>
          <p:cNvPr id="4131" name="Tekstvak 34"/>
          <p:cNvSpPr txBox="1">
            <a:spLocks noChangeArrowheads="1"/>
          </p:cNvSpPr>
          <p:nvPr/>
        </p:nvSpPr>
        <p:spPr bwMode="auto">
          <a:xfrm>
            <a:off x="395288" y="6611938"/>
            <a:ext cx="3313112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000" i="1">
                <a:latin typeface="Calibri" pitchFamily="34" charset="0"/>
              </a:rPr>
              <a:t>Opleiding ICT OA/MD Zoetermeer 2013-2014 v 1.0</a:t>
            </a:r>
            <a:endParaRPr lang="nl-NL" sz="1000" i="1">
              <a:latin typeface="Calibri" pitchFamily="34" charset="0"/>
            </a:endParaRPr>
          </a:p>
        </p:txBody>
      </p:sp>
      <p:sp>
        <p:nvSpPr>
          <p:cNvPr id="4132" name="Tekstvak 36"/>
          <p:cNvSpPr txBox="1">
            <a:spLocks noChangeArrowheads="1"/>
          </p:cNvSpPr>
          <p:nvPr/>
        </p:nvSpPr>
        <p:spPr bwMode="auto">
          <a:xfrm>
            <a:off x="-107950" y="6237288"/>
            <a:ext cx="4318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7200">
                <a:latin typeface="Calibri" pitchFamily="34" charset="0"/>
              </a:rPr>
              <a:t>®</a:t>
            </a:r>
            <a:endParaRPr lang="nl-NL" sz="7200">
              <a:latin typeface="Calibri" pitchFamily="34" charset="0"/>
            </a:endParaRPr>
          </a:p>
        </p:txBody>
      </p:sp>
      <p:sp>
        <p:nvSpPr>
          <p:cNvPr id="39" name="Rechthoek 38"/>
          <p:cNvSpPr/>
          <p:nvPr/>
        </p:nvSpPr>
        <p:spPr>
          <a:xfrm>
            <a:off x="468313" y="999889"/>
            <a:ext cx="666400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 err="1" smtClean="0">
                <a:ln w="31550" cmpd="sng">
                  <a:gradFill>
                    <a:gsLst>
                      <a:gs pos="70000">
                        <a:schemeClr val="accent6">
                          <a:shade val="50000"/>
                          <a:satMod val="190000"/>
                        </a:schemeClr>
                      </a:gs>
                      <a:gs pos="0">
                        <a:schemeClr val="accent6">
                          <a:tint val="77000"/>
                          <a:satMod val="18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chemeClr val="accent6">
                    <a:tint val="15000"/>
                    <a:satMod val="200000"/>
                  </a:schemeClr>
                </a:solidFill>
                <a:effectLst>
                  <a:outerShdw blurRad="50800" dist="40000" dir="5400000" algn="tl" rotWithShape="0">
                    <a:srgbClr val="000000">
                      <a:shade val="5000"/>
                      <a:satMod val="120000"/>
                      <a:alpha val="33000"/>
                    </a:srgbClr>
                  </a:outerShdw>
                </a:effectLst>
                <a:latin typeface="Aharoni" pitchFamily="2" charset="-79"/>
                <a:cs typeface="Aharoni" pitchFamily="2" charset="-79"/>
              </a:rPr>
              <a:t>Examentraining</a:t>
            </a:r>
            <a:r>
              <a:rPr lang="en-US" sz="5400" b="1" dirty="0" smtClean="0">
                <a:ln w="31550" cmpd="sng">
                  <a:gradFill>
                    <a:gsLst>
                      <a:gs pos="70000">
                        <a:schemeClr val="accent6">
                          <a:shade val="50000"/>
                          <a:satMod val="190000"/>
                        </a:schemeClr>
                      </a:gs>
                      <a:gs pos="0">
                        <a:schemeClr val="accent6">
                          <a:tint val="77000"/>
                          <a:satMod val="18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chemeClr val="accent6">
                    <a:tint val="15000"/>
                    <a:satMod val="200000"/>
                  </a:schemeClr>
                </a:solidFill>
                <a:effectLst>
                  <a:outerShdw blurRad="50800" dist="40000" dir="5400000" algn="tl" rotWithShape="0">
                    <a:srgbClr val="000000">
                      <a:shade val="5000"/>
                      <a:satMod val="120000"/>
                      <a:alpha val="33000"/>
                    </a:srgbClr>
                  </a:outerShdw>
                </a:effectLst>
                <a:latin typeface="Aharoni" pitchFamily="2" charset="-79"/>
                <a:cs typeface="Aharoni" pitchFamily="2" charset="-79"/>
              </a:rPr>
              <a:t> KT1</a:t>
            </a:r>
            <a:endParaRPr lang="nl-NL" sz="8000" b="1" cap="none" spc="0" dirty="0">
              <a:ln w="31550" cmpd="sng">
                <a:gradFill>
                  <a:gsLst>
                    <a:gs pos="70000">
                      <a:schemeClr val="accent6">
                        <a:shade val="50000"/>
                        <a:satMod val="190000"/>
                      </a:schemeClr>
                    </a:gs>
                    <a:gs pos="0">
                      <a:schemeClr val="accent6">
                        <a:tint val="77000"/>
                        <a:satMod val="180000"/>
                      </a:schemeClr>
                    </a:gs>
                  </a:gsLst>
                  <a:lin ang="5400000"/>
                </a:gradFill>
                <a:prstDash val="solid"/>
              </a:ln>
              <a:solidFill>
                <a:schemeClr val="accent6">
                  <a:tint val="15000"/>
                  <a:satMod val="200000"/>
                </a:schemeClr>
              </a:solidFill>
              <a:effectLst>
                <a:outerShdw blurRad="50800" dist="40000" dir="5400000" algn="tl" rotWithShape="0">
                  <a:srgbClr val="000000">
                    <a:shade val="5000"/>
                    <a:satMod val="120000"/>
                    <a:alpha val="33000"/>
                  </a:srgbClr>
                </a:outerShdw>
              </a:effectLst>
              <a:latin typeface="Aharoni" pitchFamily="2" charset="-79"/>
              <a:cs typeface="Aharoni" pitchFamily="2" charset="-79"/>
            </a:endParaRPr>
          </a:p>
        </p:txBody>
      </p:sp>
      <p:pic>
        <p:nvPicPr>
          <p:cNvPr id="1026" name="Picture 2" descr="http://www.eijkhagen.nl/sites/eijkhagen.nl/files/content-images/examens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1923219"/>
            <a:ext cx="5334000" cy="3514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AutoShape 2" descr="data:image/jpeg;base64,/9j/4AAQSkZJRgABAQAAAQABAAD/2wCEAAkGBxQSEhUUEhMUFRUXFxQXGBgXFRgcGRcZFxUcGhwdFRcYHCohGBolHBcXJTEiJSkrLi4uFx8zODMsNygtLisBCgoKDg0OGhAQGywmHiQuLCwsLCwsLSwsLCwwLCwsLCwsLCwsLCwsLCwsLDQsLCwsLCwsLDQsLCwsLCwsLSwsLP/AABEIAKMBNgMBIgACEQEDEQH/xAAcAAEAAwEAAwEAAAAAAAAAAAAABQYHBAIDCAH/xABPEAABAwIBBgkGCwUFCAMAAAABAAIDBBEFBgcSITFBEyIyUWFxgZGhUmJyk7HRFBVCVIKSorLB0uMWIzNDwghTVWODFyQ0RKPT4vBzw+H/xAAZAQADAQEBAAAAAAAAAAAAAAAAAgMEAQX/xAAnEQACAgEEAgICAgMAAAAAAAAAAQIRAwQSITFBURMUInEysUJhkf/aAAwDAQACEQMRAD8A3FERABERABERABERABFyTYhG3fc8w1+Oxcr8TceS0Dr1rtMCVXrkna3a4Dt/BV+uxZjP40zW9BcAfqjWe5QVVlnTt5AfJ1N0R3usfBUjilLpCuSRdJMSYNlz1D3rllxg7md5We1OW8h5ETG+kS72WUXUZS1L/wCZo9DWtHja/irR0svIryI0uXF5d2iOoe9R1Ti8u+W31Qs2lrZHcqR7utxP4rnVVpV7F3l9qMa56n/q/wD6o6bFmnbMT9IlVNE6wI5vZPy17D8u/euV9UzyvAqKRP8AEjm47nVPM4jqJXicQlHJmlHVI4ewrjRHxoLOwY/Vt5NTP6xx9pXsZl1Xs/5gkczmRnx0b+Kj0R8UfQbmT1NnTrG8tkDx6LmnvDreCl6TO83+dSuHTHIHeDg32qjuhadrR3L0voGHcR1H3qctPB+DqmzXKDOZh8ltKR8R5pI3Dvc27fFWXD8VgnF4JopR5j2u77HUvnWXCfJd3j3LjkwyRp0m7RsLTYjq2FRlpfQyyH1Ei+ccPy4xGlIAqJHAfJmGmD2v41uohXHBs9GwVdNbz4XX/wCm/YPpHqUJYZIdSRrqKCwDK+jrdVPUMc7yHXbJ9R9nHrAsp1SaoYIiIAIiIAIiIAIiIAIiIAIiIALxkkDRdxAA2kmwUJi2UscV2x2kf0Hit6zvPQPBVHE8aLuNM/qb+Vo9qpHG5CuSRcKvKFo1RjSPOdQ958FC4hjNheaUNHNe3c0az4qlVmULzqjGgOfa73BQ73lxu4kk7STc961Q03sRzLdV5YNbqhjLvOfqH1RrPgoOtygqJdshaOZnFHhrPaVFotMcUY9IRybCIicUIiIAIiIA9tNA6R7WMF3OIa0c5JsFYzkLU73QD/V/8V6cgYA6tjJ2RtfIeoNI9rgsKxmu4eommItwssklvTeXfisufPKEqRSEU1yb1+wtT5UHrf8AxXBjOTc9MwPk0CwnR0mO0gDa9jq6CsIW5YfBwGB0EWx0rpah3SCTo3+i9vckxaicppHZQSRGIiLaSCIiACIiACIiAPxzQdRFx0rhqMIidu0T5vu2LvRcaT7OlZq8BeNbCH21jc4d/vUvgOcbEKEhhkMzB/LqLuIHmyHjt6Lkgcy7166inbILPaHDp/A7lGeBPoZTo0vJXOtRVZDJCaaU2GjKRoOPmS8k9TtEnmV9XyviOTW0xG/mu/B3v711ZLZf12FuEdzJCNsEpNgP8p22PotdvQsWTC4lVKz6eRVfIzLukxJv7l+hKBd0L7CQW2kC9nt84c4vY6laFEYIiIAIiIAIi9NXUtiY58jg1rRck7kAeVRO1jS97g1oFyTsCoWPZVumuyK7I952OeOnyW9HfzKHykykdVP3thaeK3+p/O72d5NcqKku1DUPb1rZiweWTlM7qnFLao+/3BRb3km5JJ5yvFFsjFR6JN2ERS+AYbFKJ5ah7o4aeIySFgu6wudVwdwdu3LspKKtglZEIu34/wAB+d1nqv00+P8AAfndZ6r9NQ+zjG2M4kXb8f4D87rPVfpp8f4D87rPVfpo+zjDYziRd7cbwI/87Ut9KFx+7Gu6jwmkqrChxKnlcdkb7xvPU08Y/VTLU435DYyCRd2KYTNTO0Zoyy+w7Wu9Fw1FcKsmnyhScwqfgKDEqm9iynMbD50twPtaHesEW05azcBgFt9VVNH0Yxf70X2liy8vO7yMvDo/WNJIA1k6gvoHLaIRPp6ZvJp6aGMdYFvYGrEcmJ4o6ynfOdGJk0T3kAniseHEWGs3tbtWyYvlhglRM+Z9VVBz7XDYtQs0AWuw7gjBOMJXIJptcEMi7fj/AAH53Weq/TXm3FsDdqGITsPnwPI7dGNbfs4yWxkeisNPk5HUAmhraaqIF9AODX29G58bKFrKN8LyyVjmOG0OHiOcdIVIZIy/ixWmuz0IvZBEXua0bXODR1uNh7VL41Pg9HM+nqKqq4WPRD9GMFty0O1WYdxG9cnljDs6ot9EIi7fj/AfndZ6r9NPj/AfndZ6r9NT+zjO7GcSLt+P8B+d1nqv01+jHsB+d1Y/0v00fZxhsZwopWnmwic2hxQMP+fG5g+s4NC6MRyVniZwjQ2aK1xJC7SFue223SLjpTxzwl0zji0QS562iZK3RkaCN3OOo7l0IqtX2cKViWETUrhLC91mnSa9hIfGRvJGzrHgtYza53xMW02IlrJDYMn1Bkh5pRsY7zth6N9cVUyjyb1GSBvS6Mb+lg/DuWLNp/MSkZ+z6vRYHmgzomJzKKufeI2bDM464zsDJCdsfM48nYdXJ3xYioREQAWT5cZS/CZeCjP7mM7tj3Da7qGwdp3i1szjY58GptBhtJNdg5w23HcOwgdbhzLJIti1afFf5MnOXg9z33XgiL0EqJBERBwKQxubgMBrHg2dPLFCDzgEOI7W8IFHrxzuT8FhmG0/946Wod/T4SnuWbVOoUUx9mRIitua3J2OvxGOGYExaMj5ACQdFrDbWNY4xavOLFSRbccAwH5rVn/VP/cXi/JzAXavg9YzpEgPteVX4MnoXcjE0WuVuaukqQfiyscZQCRBUgAv32ZIABsvuPSRtWUVVO6N7o5Glr2Oc1zTta5psQekEFTcWnTGTsv2Q+cyWC1PX3qqN1mkP4z4h5UbjrNvJvu1W33LKLCRA5ron8JBK3hIZBrDmkA7ecXHYQegYUtqzTTmvw2aidrfTSxSRE7mSuIc0dAs8/THMrYMuyX+hJxtEXntn4OHDaW9iyB0z29MpAHi2RZSr9nwr+FxaZo5MLIoh2MDj9p7lQVFu3Y6CLSM22RtHU0dRV1xm0I5I4mCIgG5ALto18tnNaxVg/ZLAuav+sxNHHKStI42kYui2Z2RmBO1B9fH512G3ZolUfOFkX8XOidHMJ6edrnRSaOieKRdrhzjSbr38w2LkoSj2gTT6KnFIWkOaS1wIIINiCNYII2FbPm7yqdi0bsPrXaVQ1jn007uU4tGtjztcba77wDfWATiytOa6YsxaiLdvDNb2Ou0+BK5GTi7R1qzUcjqQvroWkcl5cejgwXa+1oCxzK7EPhFbUzA3Ek0rmnzS86NujRst4jkFPPitSP5EVS5vpucS23a0hfOCvqZbpL9CQVIIi3N2ROEUsVOyrp53zup4pJCyU203N421wtxg7VbZZRjFydIZujDEW3fEGA/Nav1v6i5p8hcFn1RVFVSvOwyBr2A+cAL2+kE7w5F4ObkY0pvJfKyqw+TTpZnM1guYdcb+h7DqOoWvtG4hdGW+R02GStZKWvZIC6KVnIkbzjmIuLjpG0EFVxSGN8hqoMWpXVtKwRzxW+FQDdf5bOg2Jvvsd4N4JVLNJjppMTg1/u5nCCQbi2Q6Iv1O0T2FX7KGh4CpliGxrzo+ieM37JC36XI5La/BHJGuSOREWsmVDK/AhYzxDpkaPvD8e/nWq5i8vjUs+A1L7zRtvC47ZI2jW0ne5vi30STWSFQK9kmH1jJYCWlrhJEeax5J5xuI3g9KwanFX5ItCXg+w0UXkvjbK2lhqY+TKwOtfku2OaekOBHYvxZChlGcfE+Gr3tB4sQbE3rGt3bpEj6IUM0WXLPPwtRI/y5ZH97i5da9bHGo0Z27YREVBQiIgD9awkgDaTYdZURn5qR8YRwNPFp6eGO3MTd33XM7lbMlKbhKyBv+Y1x6mcc/dWW5xcQ+EYnWSbjPI0dLYzoNP1WhYdY+UiuMri1TMdDoNxGq3xUwjaemUkjxjb3rK1s+QcHA4A9x21VVYejGB/VG7vWbGrkkUk6RzhEReuZj30MxZIx7dTmva4dYIVVz307WYxUaOrSETj1mJt++1+1XXJykM1VCwb5Gk+i06TvAFZvnRxIVGK1cg2CUxjqiAjuOg6F+1YdY+UWxlWWvf2bXH4ZU83we56xI23tKyFaxmevT0GLVuzQg4OM+foPNu8xd6xlDOcpa/4RV1E17iSaV46nPJHgQo1EQBt+Bw8BgNGy1nVEss5HOAS0Hu4MqPViyug4BtHS/N6WJp9Iix7eID2qur1NOqxohN8henPJJoUOFQ7yyeU84Diwt79I9y6I4y4ho2kgDrJsFDZ+asHEWwtPFp6eGK3MSC/2Pb3KWrfCQ2MzdXnMrQmXF6fmj4SR3QGxm32i1UZanmNh0BiNVvipuDafOlJI8Yh3rClboqWDLSu0cHrpb2NXVtY3XYkB/C91g8d6wxazndm4LDsNpx8sS1Du22h4Pd3LJk+V3NnI9Elk1QfCKunhtcSTRMPU54B7LErbMuqnTrZbbG6LB9Fov9rSWf5j6DhcWhceTC2WV3UGFo+09qs9bUcJI+Ty3vf9ZxP4q+kX5NiZHwelERbyJ784TeEwCFztsVZosO/Rcx5IHRr+yFjK17O1NwOFYfTHlSvkqT0AAht+sS/ZKyFeTldzdezTHo6sLcRNEW7RIwjrDhZb1nEH+/SejH9wLGsgaA1GI0kYF7zxE+ixwe77LStayzqeErZ3DYH6P1Ghp8WlW0i/N/oTJ0QqIi9AiFBZZUXCU5cBxozpDqOp34HsU6vVVxacb2nY5rh3iyWcd0WjqdMsH9m7Gi6KppHHkObMzXufxXgcwBaw9byizHNrlB8Bqny3tpQuZ3vY7+lfq8c0k/A3Rl0TtDnNPWLhSa8cr6Q0+IVDdwlLx6MnHFux1uxeS9fG7RmYRETnAiIgCx5EyiJ9RUu5NPTTSnrA9wcvn+R5cSSbkkknnJW410/AYHiEu+UxU7em5Gl9l7u5YYvM1LvIy8Ogt4rIPg+GYZTjV+4Mzh50xD/a56whtri+zfb8FtmJZ0sJnc10lHVktY1jbOaAGtvYWEnSUuGajO2dkrVHCv0Ly/2hYMNlDVnrk90i46nPAyIH4Bh0ELt0krjI8dWoWPaQtb1cfCZP42WerrRg1HJVTWbVzNdHSxHlC+2RzdwGo9w2uWBucSbnWSu7G8ZnrJTNUyulkOrSduA3NA1NGs6gANa4FinNzlbKpUqC2/KjDDheTDKd40ZqmSMyDYQ9x4Ug9LWRNafRUBmqyPaAMTrhaniN4WHbPKOTYHa0EdpHMCpTP3iz3wYfG88Z7ZKh7ebT0dADoALx2JdrqwsxtTeROH/CMQpIrXDp4tIeaHgu+yCoRaJmIow/FBI7ZBDNMe4R/wD2Lh0uuWdTwlbOdwfofUAafEFQq85pS9znna4lx63G59q8F7MVSSMzJfJGl4Ssgb54cfocf+lZTnAxD4RiVXLe4M8gafNY7Qb9loWxZFyiE1NU7ZT000naBceDXL5+c4k3OsnasGrdzorjXB+LaM31KYsCeRyqurDG9LWWt9pj+9Yuvo7JzDtCDBaUD5Pwl46XfvtfaXhRxfzT9c/8Gl0Ztn2qgcSELTxaeCGEDcNRf7HjuWdKey7xD4RiNXLe4dPKGnzWuLW/ZaFAqYxq2ZKHg4cSqrWLIGwsd0yk3setrO8LpUVm/wAuaGioZKWqgqJDLLwjjGWgWAZoi+mDqLL9qmP9oOC/Mqz1g/7q1YM0cadk5xbZ4KZydwThyZJTwdNHd0srjZoa3WQHHfYdm3mvBzZ0cOj/AOHwsvPPPLcD6PGuqflfnBrMRHByubHALWhiGjHq2aWsl27abC2oBPPV8VFHFj9nhnJyoGI1z5mC0TQIoRa1o2E2Nt1yXOtu0rblVkU5kfkvPiVQ2CAdL3kcWNl9bnfgN51LEVL1mPwsRGoxOVvEp2GOK/ypnix0TzhpDf8AV611veXElxuSSSeck3KnMenhhiioKT/h6cWLtV5ZPlOJG3WT0XJ3AKBXpabHtjb7ZCbthERaBAvx5sCeYH2L9UdlDU8HTyu3lpaOt2r8fBck6TZ1FCwTC31EhYwEkNLtXMCB+IX4tM/s74KJqmpmeLsZE2PXs0pHh3gIj3ovGNJdM8+Cn91VtGr+FJ0ayWE9pcL9LVRMPm0m23jV2bl9CYph7KiF8MguyRpaefXvHMQbEHnC+eMWw6ShqXwybWnUdz2HY4dBHcQRuW7TZOKZKa8nai8Y3hwBGwryWwkEROpADOpNwWD0EGx000s56QwEC/ZK3uWQLTs/U9qumpgeLT0sbepzib/ZDFmK8eb3SbNKVIItGzOYHTzurJ6qFs0VPBfQdsL3G7dY2G0bh9JW/hML/wAHh9c78iaGKc+YoHJLswpFuvCYX/g8PrXfkXtZiNCz+HhFGDuL2tf7WJ/rZPX9C74mJ4VhE9S/Qp4ZJXatTGF1r+VYcUdJ1LT8nc2MVHoz4w9t+UykjcHOf/8AK4G1r7gbbLu3KyVGWVSW6EZjgZ5MLA3xNyOyyr8khcS5xLidpJJJ6ydqrDSP/JivJ6JXFsVkrZWNsGMu2OKNvJjBIaABz7NfsGpUvPrWh+KvjHJgihhH1eE1est2KyUNSYpGSAAlj2vAOwlrgdfcpevxHD55HSzYVE+R5u5xmdcnp4ifPilKlBcI5CSXZgS1rM3BwdDidSd7I6dp6X30vvsU3wmF/wCDw+td+ReysxeH4MaalpGU0bpOEeGvLtJwAG9otsb3BRhp57la4Hc1RCoiL0SBJYnPwGBV0mx0z4oG9IuC630XP7lhy3mkxiH4MKaqpGVMbZDI0OeW2cQRcgNNzYu19K9fCYX/AIPD6135Fgy4ckptpFoySRieHUhmljibypHsYOt7g0e1fTWIVYhrKuYDiUNE7R6xHpADsLgqvSVuHRPZJHhMLXsc17XCU3a5puCOJtBAXrynxNwwjEal1g+qmjhHVpBzgPoOcOxJ8cscW5fo7uTaowkm+sr8RdmDUPD1EMI/myxx/XeG/is45xovoXHqLCqad8IwqF+hojS4RwuS0HZonZe23co/hML/AMHh9a78istPkatIXejCl5RsLiA0Ek6gALknoAW7MqsNbycHpvpP0vAsXVDlYYRakpaSmH+XEAfCw7wmWmyejm9Gd5LZqqyp/eVI+B041uknGi63mRmx7XaI16iVf311PR05o8NaWxn+LM7+JMbWNzYEDu5gANsbiOKTVBvNI5/MCdQ6mjUOwLjWnFplHmXLElO+giItJMIiIAKlZc4jpObC06m8Z3pEah2A+KsePYs2nj0tRebhjec856AvRmdyOdiNZw8wJp4XB8hI1SSbWs6dfGd0avlBZNVlpbEUxx8mzZnsmzQ4bGHi0s376QHaC8DRaQdhDA2457oruiwFgqxl3km2vh4tmzsuY3nYedj/ADT4HXzg2dF1Np2gas+ZmufTyOjlaWuabPYdrSP/AHqIUox4IuNYWtZcZFR17dJto6hos2S2pw8mS21vTtHeDilXTzUcropmFjhtadhHO07COkL0cWZSRCUaJJSWTdNwtVAznkYT1NOkfAFRFPUNeNR7N4VrzfstUulIJ4GGWSwFyTYNsANps4quSVQbOJcmR50a/h8VrHjZwpj9UBH/AEKrKaqMn657nPdSVRc4lxPASayTcnk85Xr/AGZrfmdV6iT8q8g0GnZuIeBwOpkIsaipbG087Y2tPt4Qdi9SmpqQ02E4bTOBa4sfM9pFiHPOkA4HYRwjh2KFXpaZVjITfIREWgQIiIAIiIAIiIAIiIAIiIAL1515uCwrD4N8sk1Qfo8Vt+tsvgV7Lcy9OezC6mSrhihp55I6emijuyJ7m6WsmxAts0e5ZNW/xSKY+zJleMy+H8Ni9NquI9OU9Ggw6J+uWKu/szW/M6r1En5VpOZfBpqU19VNDLEY6YsZwkbm6RedLi6Q1kGMDV5XSsKVuix2YvU8LPLJ5Uj3DqLjbwsuNAi9lKuDMEREHAiIgAiIgAuLFsUZTs0nnX8lo2uPR0dK4scyijgu1tnyeTfU30j+G3qUXkjkhWY1OSDoxggSTOHEYNui0fKdY6mjn1kXus+bUKHC7KRhfZ6MnMBqcarNBmoai95B0IY7+J22btJ7SPqfJzA4aGnjp4G2YwW17XHe5x3uJ1n3L0ZKZNQYdA2CmbZo1ucdb5Hb3PO8+A2CwUyvObbdssERFwAiIgAorKHJ6Ctj4Odl7clw1PYedjt3VsO8FSqLqddAYHlVkPU0BL23lhGsSsGto/zG7W9esdWxR+C5RyQP02PLHWtpNtrB3OadRGody+jCqPlPm0pqm74f93lOvij924+dHuPS23TdaYajxIm4einsy0rCLipJHox/lXl+2Nb84d9SP8qreOZL1lASZYzoD+bHxoz1m3F+kAuKDFPKHaPctUfjfhCOydxHEZZ36czy91gLm2oDcANQ2lcq9cNQ13JIPRv7l7FZV4FCIiDgREQAREQAREQAREQAREQAU5HlfWgACodYatbWE9pLbntUGi44p9o7ZPftjW/OHfUj/KuevykqpmGOWZzmG1xZovbn0QLqJRcWOK8ILYRETHAiIgAija/HoIr3fpO8lms9u4dpVaxDKyV/FibwYOoHlPPVuHYFKeaEe2MotltxDEY4BeR4bzDa49QGsqn4plRLMeDgDmBxsLa5HE6gBbZfmGvpVhyWzS4hXOEk4NNEdZfNcyOHmx8onZytEWOolblkbm9osNAMMenLvmks6TX5OqzB0NA6brHk1MpcLhFVBIyjIDMtLMWzYjpRR6iIQbSv3/vD/LB5uVt5O1bzh9DHBG2KFjY42izWtFgB1D2rpRZhwiIgAiIgAiIgAiIgAiIgD8IVRx7N1RVN3BhgeflRWaD1s5J7gelW9F1Sa6BqzD8azW1kNzCWVDfNOg/6jjbucepVOd89O7QlbJGfJlYQezSFyOpfTi9NVSskaWyMa9p2te0OB6wdSvHUSXYjgj5uixbym93uK6o6+M/Kt16lrmKZs6Ca5bG6Fx3xOIH1Ddo7lU8RzOyC5p6pruZsrC09r2k3+qFeOpQjgyrtcDsIPUv1ftdm8xGE6oNMeVE9p7gSHeChaqGqg/ixzx2/vI3gd7hZWWaLF2smUUAzGX87T2e5e1uNnewdhITfIjlE0iiRjg3sPePcvIY4zyX+HvXd8QpkoijfjuPmf3D3r8+PIvP7h70b4+wpkmiizj0XM/uHvXrdlDH5D/D3o+SPsKZMIoF+Ug3Rntdb8F6JMpX7mNHWSfcleWHs7tZZUVNlyimJsHNB5mtF/G66abCsRqf4cFW8HeI3tZ9YgN8Uj1EUd2Mss1Qxmt72t63Ae1RtTlFAzY4vPmj8TYLpw7NDic2t8cUA55ZQT12i0vGytuFZiWDXVVj3bOLDGGfbeXX7goy1T8DLGZlV5Wu/lsa3pcbnuFgPFemhw7EMRNoYp5gbi7W6MQ6C7UwdpX0Vg2bbDaaxZSse4W4015Dcbxp3DT1AK2NaALAWA3BZ55pS7Y6ikYNk7mJmfZ1bO2Jv93Dx39Re7itPUHLVsmMhKGgsaeBun/ev48nY53J6m2HQrIikMEREAEREAEREAEREAEREAEREAEREAEREAEREAEREAEREAcFZglNN/Fp4JPTiY72hQ9TkBhz9tJGPQ0mfcIX6i6pNBRS8fyIooidCEj/VlPtesxxqmbG8hgsOsn2oivjbfYjRGFeJRFUU8SrDkzhUUxtI3S+k4fdIREkujqNPyezd4dILvpy49M01u7hLK1U2QGGs2UNOfTYH/fuiLO2xybpMOhiFooo4x5jGt+6F1IiU6EREAEREAEREAEREAEREAEREAEREAf/Z"/>
          <p:cNvSpPr>
            <a:spLocks noChangeAspect="1" noChangeArrowheads="1"/>
          </p:cNvSpPr>
          <p:nvPr/>
        </p:nvSpPr>
        <p:spPr bwMode="auto">
          <a:xfrm>
            <a:off x="63500" y="-144463"/>
            <a:ext cx="1800225" cy="18002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nl-NL">
              <a:latin typeface="Calibri" pitchFamily="34" charset="0"/>
            </a:endParaRPr>
          </a:p>
        </p:txBody>
      </p:sp>
      <p:sp>
        <p:nvSpPr>
          <p:cNvPr id="9220" name="AutoShape 5" descr="data:image/jpeg;base64,/9j/4AAQSkZJRgABAQAAAQABAAD/2wCEAAkGBhASERMQEBQSEhASGBQUEBcTFRAXEhkXFhQXFxUUFRUXHCceFxojGRYWHy8gIygpLDAsFR8yNTAqNSYrLCkBCQoKDgwOGg8PGikkHyIzKzUsKiw1LykuKSwtLCwtLSwpLCwsLCwsLCwsLCwsLCksNCwsLCwpLCwsLCwsLSwpLP/AABEIAHMBtQMBIgACEQEDEQH/xAAbAAEAAgMBAQAAAAAAAAAAAAAABQYDBAcCAf/EAEgQAAEDAQQECAcPAwUBAQAAAAEAAgMRBAUSIQYxQVETImFxgZGSsQcyU3Kh0dIUFRYXMzRCUnOCk7LBwvAjJINDYqKz4VRj/8QAGgEBAAMBAQEAAAAAAAAAAAAAAAIDBAEFBv/EADcRAAIBAgMFBQcDAwUAAAAAAAABAgMRBBIxEyFBUWEFFBWh0SIyUnGBkbFCwfCC4fEjJDM0Y//aAAwDAQACEQMRAD8A7iiIgCIiAIiIAiIgCIiAIiIAiIgCIiAIiIAiIgCIiAIiIAiIgCIiAIiIAiIgCIiAIiIAiIgCIiAIiIAiIgCIiAIiIAiIgCIiAIiIAiIgCIiAIiIAi5kdM7b5QdiL2U+Gdt8oOxF7K8bxmhyl5epn7xHqdNRcy+Gdt8oOxF7KfDO2+UHYi9lPGaHKXl6jvEep01FzL4Z23yg7EXsp8M7b5QdiL2U8ZocpeXqO8R6nTUXNYdLbe9wY19XOIDQGRVJOoeKr7DKYYQ60yAlorI8gAV3AAdA2la8NjoYi7imktW7W/JOFVT0N1FS7f4QsyII6j60hOf3R61pfGBafqw9mT21VLtXDRdr3+Rx14I6Ci578YFq+rD2X+2nxgWr6sPZf7aj4th+v2ObeB0JFz34wLV9WHsv9tPjAtX1Yey/208Ww/X7DbwOhIue/GBavqw9l/trdubTK0zTxxFsVHmjqNfWgBJpxtwUodqUJyUVe76HVXi3YuqIoi+7XbGOb7libI0g48Ww1FPpDlW+pNU45mm/lvLW7K5Loqt76Xt/80f8AP8iyaMaRz2mR7JGsDWNqSwO8bEABXERqxdSzRxsHNQtJN6XTRBVFe28sqKnx6TW6SSVkEUTxG4g6waYiBWrxuWf30vb/AOaP+f5FxY6D0jJ/JM5tVyZaUUBft+TWezRS4WcK4tbI11S0EsJcBR28bys2jN+m0xuLwGysNHgVpn4pocxtHO0q1Ymm6my42uSzq+UmUUJpJfclnMOAMPCOwuxB2rLVQjevulN9Ps0TZIw0kvwnEHEUwuOwjcuzxMIZ7/ptf6hzSv0JpFVRfF6UDvc0ZaRXLXTmEhPoW1c+lzZX8DMwwzagHVoTuzAIPIVXHGU21F3V9Lpq5xVFoWBERbCwIiIAiIgCIiAIiIAiIgCIiAIiIAiIgCIiAIiIAiIgCIiAIURAcYITCuzovnvBP/Ty/uZO7dTjGFKLs6pem+kGuyxH7Yj0M/U9W9ZsT2ZHD03OVTy1f3IToqCu2UtEVg0R0f4eThHj+jGc9znaw3m2noG1eXRoyrTUI6spjFydkTmhOj+BvumQcdw/pg/Rafpc57udRend7F83AA8SKhdyvIr6AQOkroCp14aCSSyyS8K0Y3OdTC7IE1A17l9LisLOGGVGgr8zZODUMsSkIrf8XUnlmdh3rT4u3+WZ2HeteJ4bifg/HqZtjPkVBFb/AIu3+WZ2HetPi7f5ZnYd608NxPwea9RsZ8ioIrf8XUnlmdh3rT4un+WZ2HetPDcT8H49RsZ8ioK46BXOcRtLxRoBbFXaT4zhybOk7lvXfoDCwh0rnS02Uws6RUk9as7GAAAAADIAZAAagAvUwHZk4TVSrw0RdSotO8j0iLRvm9W2eJ0rszqYPrOOofzYCvenNQi5S0RqbsrsiNLb3cMNkgzmmyNNYadnIT6BU7lK3HdDbNEI25nW873HWebYOQKJ0TulxLrZPnNNm2uxp28lRq3Cm9WZY8NB1JOvPV6LkvV8SuCu8zKBcd+xWae1GXFx3kNwiup7694U58PbJ/8Ap2P/AFaGiMDXWi2YmtdR+WIA/wCpJvVq974vJx9hvqWXBxrukskkld6q/F9SFNSy7mV7wgmtmjO+Qf8AW9a9u/s7ay0DKC0Cku4E0xHro7tLY8IXzZn2g/63qWvq6xaLO6P6VAYzucBl16uYlKtJzrVHH3o5Wvmr/nQSjeTtruIbTrXZftD+1evCH83Z9p+x6gLXeZlhsrH/ACkMhY8HXQYcJPQKc7Sp/wAIfzdn2n7HrPOqqtOvNcVH8EHLMpP5FksfybPNb3BVzTu7wYmzjKSNzRiGvCTTXyOoR0qx2P5Nnmt7gq/p5bWtgEWt8jm0G2jTUnrAHSvSxmXu0s3Lz4eZdUtkdybum1mWCKQ63saTz0z9NVtrTueymKCKM62saHc9M/TVbi1U75Fm1sixabwiIrDoREQBERAEREAREQBERAEREAREQBERAEREAREQBERAEREARFr3hbmQxulkNGtHSdwHKTkuSkoq70GhG6UX8LNFxfln1EY3b3nkHfRcye8kkkkk5knWSdZK2r0vJ88rpX6zqGxoGpo5vWtVjCSAASSQABrJOoBfGY7FvE1N2i0/nU86rUzs27pux9olbEzbm47GtGtx/mshdVsNiZDG2KMUa0UG/lJ5Sc1G6MXCLNFnThX0Mh7mjkHfVTK+g7Owfd4Zpe8/Lp6mqjTyq71C0L4viOzR8I/PYxo1uO4etb65ppneBktLm14sXEbz63Hry+6Fdj8V3elmWr3IlVnkjcW/TO1SE4XcE3YGAelxzPoWj7/Wry83bf61oIvkZ4mrN3lJ/cwOcnxN/wB/rV5ebtv9ae/1q8vN23+taCzWSyPleI42lz3agO87hyqKq1W7KT8xeRdNBLVPIZXyyPe0YWtxOcRU1JpXkp1q3KPuK6RZ4WxDN2t53uOs82ocwCkF9phKcqVGMZ68T0aaaikwiItRMKraV3HaZ5Y3RBro2NFA8imLESat21Ab1K0rVvC9IoAHTOwBxoMnHOldgKz4mlCpTcajsvsQmk1ZlewXxvh/4epb9zC8OE/ujHweE+LhriqKahuqsnwvsXlR2ZPZWWyaSWWV4jjkDnurhGF41AnaNwKy01RUlas30zJ3IJRv73mV6C5bxhlmfBwYEriTUtOWJxbrGXjLZw3xvh/4epS9p0mskb3MfIA5po4YZMj0BYxpdYvLDsyeyq1Sw8PZVZrpmRzLFbs3maukV02i0WWJgwmYFrpMwBXg3B1OkqwsGQCx2a1Mkbjjc17TtaQR6FlXoU6UYyc073t5Fqir3KdfmiMr7SJoQ3A4tc8E0o4HjU59fPVSml10S2iFrIgC4PxGpplhcP1C2J9KLIxzmOlAc0kOGF5oRrGQUlDM17WvaatcA5p3gioKyxw+HltIwfva2a3ehBQg7pcSrsgvegaHQtAAAPF2dBWe6tFHCX3RapOGmGbdeEEajU66bMgApi8L3hgw8M/Birhyca0pXUDvCXffEE+LgXh+GmLJwpWtNYG4pGhQVRRlNya0Td/IKEb2bubiLHaLQ1jXPecLWglxOwBR1n0nsj3NYyUFziA0YZMyecLZKrCDSlJJsscktSVRad4XvDBh4Z+DFXDk41pSuoHeFp/C+xeVHZk9lRlXpQdpSSfzRxyitWTCKNsekVmleI45A55rQYXjUKnWNy8RaUWRzgxsoLnENAwyDMmgGY3p3ilrmX3QzR5kqixWm0sjY6R5wsaKuOeQ6Fp2LSCzTP4OKQOfQmlHjIa9YU5VIRkotq74HbpbiRRa1vvKKFofK7A0nCDQnOhNMhyFebvvWGcEwuxhtA7Jw184CbSGbJdX5cRdXsbaLRvC+oIPlXhpOoZl3PhFStGLTOxuNOELfOY8Drpkq5YilB5ZSSfzOOcVubJxF5jka4BzSHNOYIIIPKCFoW7SCzQvwSyBrqA0o85HVqCslUjBZpNJHW0tSRRQ/wALrF5UdmT2VIWO8IpRiie14GvCa05xrCjCtTm7Rkn8mcUk9GbCLVvC9IoAHTOwBxoMnHOldgKXfecU7S6J2NoNCaOGdAaZgbwpbSGbJdX5cTt1extIo+3X9Z4XYJZA11K0o4mnQDRbFht8czccRxMqQDRw1a6VAquKrByypq/LiMyvY2ERFYdCIiAIiIAiIgBK5tpbpB7okwMP9GM8X/cdRf8AoOTnU1ptpDhBs0Z4zh/VI2NP0Oc7eTnVGXzfauNu9hD6+hjr1P0oK66EaParVIPsQfS/9B17lTI3AEEgOAIJBrQ8hpnRWVun9oAoI4QBkAA+n5l5+BnQp1M9Xhoiqk4p3kdBRc/+MG0fUh6pPaT4wbR9SHqk9pe/4thub+xq28DoCgrRoXZXvc9wfieS53HOsmpWXRe+X2mJ0kgaCHlow1pQNadpO9Y9KNIhZmANoZn1wA6gNrj+g29C0VZ0KlHa1FePUnJxccz0MD9CLEBU4wN5fQLX+C92+UH4zVSbZbpJXYpXOe7/AHHuGodCwUXz88dQv7NFW6/4MjqR4ROiWfQ2wuzbV4GRpISOarVNWG7IYRSJjWA66DM85OZ6VF6E2Mx2VpORkLpOg0DfQ0HpU8vocLSp5I1FBJtGuEVZOwREWwsCIiAKp+EP5GLzz+Qq2Kp+EP5GLzz+QrD2h/1p/wA4lVX3GRGi+i8Vpjc97ntLXYRhw08UHaDvVjuzQyGCVszXyFzK0DsFM2kZ0byqnXPo5PaGOfEWBrThOJzga0B2A7wrLozozaLPNwkpYW4XN4rnE1JFMiBuXk4GKeS9H+r9yimtPZ+pVdJfnc/nnuCsV7aDRMhfJG+TExpfR+Ag4RUjICmpV3SX53P557gs1635bXAxTuc0GhLSwMJGyuQJCxKdGMqu1i3v3dNSu8U5XRtaC2pzbSGA8WRrsQ2cUVB58qdKv14WsRRPlOpjS7noMh0nLpVc0HuVjWe6cQe94oKamiuYNfpVGf8ACvWn9vwwtiGuV2fmsoT/AMsK9fCuWGwTnLq19dPM0QvCndlEcHvxSGpoavPK46zzldB0Ft+OzYD40RLfunjN7yPuquXK6zCx2hkkjWyy+KDWvEFWbPrVX3QW34LTwZ8WVpb95vGb6MQ6V5uBlsK1OV/fW/pv/wAFNJ5ZLqSXhG/0P8n7FA6LXnwFoY45MfxH7qOOR6HUPWp7wjf6H+T9ihLXdtbDBaAPFdIx/MZHFp66j7wUsWprGTnDWNn5IVL7RtcCw6f3nhY2ztOb+M/zQch0u/Kqpo986g+0b3rfuCJ9rtbHSnEGBrnnkjADR0mlecrSuH53D9o3vVVapKvWjWejdl8lb1OSeaSkWLwi6oP8n7Fp6OaLQ2iHhHve12JzaNLKUFN45VueEXVB/k/YoW6NE5bTHwrHRgVLeNirlTc071fiFfHS9jPuW7TgiU/+V7rluunRGGCVsrJHuc2tASymYI2DlVLv6EwWuSmWF/CN6aPHfToVs0X0Wls0rpHujILC0YcVa4mnaBuUX4QrJSWOX67S087DXud6Fdi6P+0U1DI0728vQlUj/p3tYltNrePcjQ0/LFtPN8f9B1qnaO2rg7VC7ZiDTzP4p71lvm9OEisrNfBx0dz4i3P7rAeletI7q9zuhoKF0TCfPaKO9ND0rHiq0qtXbx0jl9fyVzk5SzLhYm/CJas4YvOefQ1v7ls3DL7lu509OM7E8A7SSGMB5Mh1qtaSXh7onDm58SJraby0OI7TiOhWvSuy8Hd4jbqj4Jp5gQO+i1wqOdatiI/pW7+fQsTvKUlwKldF3PtloIc451fK45mmWrlqQB/4rBfOgsbYnPgc/GwF1HEEOAzIFAKGiweDtw4SYbcLacwca94V3lIDSTqANeaiswODpVsPnmrt338jtKnGULsoWg18OZLwBNY5K4RucBWo5wD00WHTv539xn7lHaOAm1QU+u3q2+iqkNO/nf3GfuXn7SUsC0+Et32Kr3pfUk7DoPDLZ45A+Rsj2Nd9AtqRXVStOlV/Rq0vjtUWE+M5rHbi1xoQd+/oWSS/bayFkZc5kRaBHxA2rQAOK6lTlTMHapbQW5WPd7pc4ExkhrBrBp4zujV/4pxUK1anGhHK1rw5HVaUkoo3vCH8jF55/IVp6LXqyz2OaV2f9SjBtc4sbQfzYCtzwh/IxeefyFUkRSGMuo4xNdmfohzh3kNHo3q3GVpUcZKcVvt+2p2pJxqNok7qu6W3Wgl5NCcUztw3DcTSgHJyLpcEDWNDGANa0ANA1ABVbQG8IzG6CgbICXH/AHg7ecZDmpyq2r0uzKUI0tondy1f7F1GKUb8wiIvVLwiIgCIiAKK0jvwWaLFkZHVEY5d55B6htUqte03dDIayRxvIyBc1rjTdmFVVU5Qag7PmRle245DLI5zi5xJc4kuJ1knWSvK617x2XyEP4cfqT3jsvkIfw4/UvnvBaj/AFoy93fM5Ki617x2XyEP4cfqT3jsvkIfw4/UngtT4kO7PmclRda947L5CH8OP1J7x2XyEP4cfqTwWp8SHdnzIXwffN3/AGh/IxVXSq2GS1Sk6mng28zMu+p6V02zWSOMYY2NYCakNaGiu+g5gsbrthJJMcZJzJLGVJO05L0KuAnUw8KKlp5lsqTcVG5yBWDR/RKWZwfK0shGZrUOdyNGunL1LoMVhiaatYxp5GtB9AWdUUOxoxlmqSv0IRw6T3s+MYAAAKAZADVQbF9RF7pqCIiAIiIAqn4RPkYvPP5CrYsc1nY/J7WuA1YgD3rPiaW2pSpp2uQnHNGxWfB58hJ9p+xqtSxwwMYKMa1oOZwgAehZF3D0tjSjTbvY7COWNjlOkp/u5/PPcFe9J7gFpiq0DhmZxnfvYeQ9/SpR9giJJMbCTrJa0nros6x0ez1HaKbup+WvqVxpWvficy0av51llLX14JxpIDraRlipvGojdzBfdMLxE1pIYQ5rAGMpmDtJHSadC6I+wREkmOMk6yWtJ66ILuhGYjjBGriM9Szvs2rstjn9m99PIhsZZctytReD2LCMUkmKgxUwUrTOmWqqq142Y2S1FrTUxOa5hOsjJwr3Lqywy2ONxq5jHHeWtJ6yFbX7Lpyitl7LXElKgmvZ3FN0+tDXssz2+K8Pc3mIjIUporZGS2ARvFWOMgPbOo76qefY4yACxhDfFBa0gcwpkvcUTWijQGjcAAOoK6GDaxEq0mnmVrfb0JKn7bkzSuq4obPi4IEY6Yqkk5VoM+crnNwn+7h+0b3rqywMsEQNRGwEZghra9dFHEYFVHDJZKL0+xydK9rcCpeEbVB/k/Yom5NLnWaLgmxtcKl1S4g505ORdFmszH0xta6mrEAac1Vj97YfJx9hnqVdXA1XXdanOzfTojkqUs2ZMrtxaZvtE7YTG1odizDiTk0nVTkWzp1ZMdlx7Y3Nd0Hin8wPQpuOxRNNWsY07w1oPWAsr2BwIcAQdYIBHUtCw9SVGVOrK7fElkbi1JnJrksnC2iKPWHPFeYcZ3oBVx8INkxQsl2xuoeZ4p3hqscdhiaatYxpGohrQesBZZImuGFwDgdYIBHUVmo9m7OhOk3dy4/gjGjaLjzOW6L2XhLVE3YHYzzMGLvAHSul3jYWzRPidqeCK7jsPQaHoXuKxxtNWsY06qta0HrAWZX4PBLD03CTvfUlTp5FZnLI3WiwWipFHiozrge066HaDlzEKSvfTh8sRjYzg8Qo84sRodYGQpXVVX2ezMeML2te3c4AjqK1orlszTibDEDsIYyvRksq7OrU04Uqlovh/P7Feykt0XuKtoPcDw/3TIC0AERA5EkihdTdSoG+qjtOz/d/cZ+5dHWGWxxuNXMY47y1pPWQrZ9nLu6oQfG9+ZJ0fYyohoroZabBDG7I8Gwsd9V2EUPNsPIVS7ut8titBxChacMrN4/mYP6FdSYwAAAAAZADIDmCxS2KNxq5jHHeWtJ6yFKvgM+ScJWlG2/mdlSvZrVFT05tbJLNBIwgsc+oP3D6eRetCLKyWyzRvFWOeQew3Vy7VaTYYqYcDMINQMLaV30ovcMDGCjGtaDmcIAHoUlg28RtpNaWa+lhs/bzM5baoJbFaaA0fGasOxzTqPMRUEc4XSrpvNloibKzUdY2tcNbT/NyzzWSN+b2NcRqxNae9fYbOxmTGtaDrwgDuTCYOWGnLLL2Xw5CFNwb37jIiIvRLgiIgCIiAIiIAiIgCIiAIiIAiIgCIiAIiIAiIgCIiAIiIAiIgCIiAIiIAiIgCIiAIiIAiIgCIiAIiIAiIgCIiAIiIAiIgCIiAIiIAiIgCIiAIiIAiIgCIiAIiIAiIgCIiAIiIAiIgCIiAIiIAiIgCIiAIiIAiIgCIiAIiIAiIgCIiAIiIAiIgCIiAIiIAiIgCIiAIiIAiIgCIiAIiID/2Q=="/>
          <p:cNvSpPr>
            <a:spLocks noChangeAspect="1" noChangeArrowheads="1"/>
          </p:cNvSpPr>
          <p:nvPr/>
        </p:nvSpPr>
        <p:spPr bwMode="auto">
          <a:xfrm>
            <a:off x="63500" y="-144463"/>
            <a:ext cx="304800" cy="304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nl-NL">
              <a:latin typeface="Calibri" pitchFamily="34" charset="0"/>
            </a:endParaRPr>
          </a:p>
        </p:txBody>
      </p:sp>
      <p:sp>
        <p:nvSpPr>
          <p:cNvPr id="9223" name="Tekstvak 6"/>
          <p:cNvSpPr txBox="1">
            <a:spLocks noChangeArrowheads="1"/>
          </p:cNvSpPr>
          <p:nvPr/>
        </p:nvSpPr>
        <p:spPr bwMode="auto">
          <a:xfrm>
            <a:off x="468313" y="980728"/>
            <a:ext cx="8280151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4400" dirty="0" err="1" smtClean="0">
                <a:solidFill>
                  <a:srgbClr val="FF0000"/>
                </a:solidFill>
                <a:latin typeface="Aharoni" pitchFamily="2" charset="-79"/>
                <a:ea typeface="+mj-ea"/>
                <a:cs typeface="Aharoni" pitchFamily="2" charset="-79"/>
              </a:rPr>
              <a:t>Onderdelen</a:t>
            </a:r>
            <a:endParaRPr lang="en-US" sz="4400" dirty="0" smtClean="0">
              <a:solidFill>
                <a:srgbClr val="FF0000"/>
              </a:solidFill>
              <a:latin typeface="Aharoni" pitchFamily="2" charset="-79"/>
              <a:ea typeface="+mj-ea"/>
              <a:cs typeface="Aharoni" pitchFamily="2" charset="-79"/>
            </a:endParaRPr>
          </a:p>
        </p:txBody>
      </p:sp>
      <p:sp>
        <p:nvSpPr>
          <p:cNvPr id="8" name="Tekstvak 6"/>
          <p:cNvSpPr txBox="1">
            <a:spLocks noChangeArrowheads="1"/>
          </p:cNvSpPr>
          <p:nvPr/>
        </p:nvSpPr>
        <p:spPr bwMode="auto">
          <a:xfrm>
            <a:off x="468313" y="1700808"/>
            <a:ext cx="8280151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600" dirty="0" err="1" smtClean="0">
                <a:latin typeface="Aharoni" pitchFamily="2" charset="-79"/>
                <a:cs typeface="Aharoni" pitchFamily="2" charset="-79"/>
              </a:rPr>
              <a:t>Kerntaak</a:t>
            </a:r>
            <a:r>
              <a:rPr lang="en-US" sz="1600" dirty="0" smtClean="0">
                <a:latin typeface="Aharoni" pitchFamily="2" charset="-79"/>
                <a:cs typeface="Aharoni" pitchFamily="2" charset="-79"/>
              </a:rPr>
              <a:t> 1 </a:t>
            </a:r>
            <a:r>
              <a:rPr lang="en-US" sz="1600" dirty="0" err="1" smtClean="0">
                <a:latin typeface="Aharoni" pitchFamily="2" charset="-79"/>
                <a:cs typeface="Aharoni" pitchFamily="2" charset="-79"/>
              </a:rPr>
              <a:t>gaat</a:t>
            </a:r>
            <a:r>
              <a:rPr lang="en-US" sz="1600" dirty="0" smtClean="0">
                <a:latin typeface="Aharoni" pitchFamily="2" charset="-79"/>
                <a:cs typeface="Aharoni" pitchFamily="2" charset="-79"/>
              </a:rPr>
              <a:t> over het </a:t>
            </a:r>
            <a:r>
              <a:rPr lang="en-US" sz="1600" dirty="0" err="1" smtClean="0">
                <a:latin typeface="Aharoni" pitchFamily="2" charset="-79"/>
                <a:cs typeface="Aharoni" pitchFamily="2" charset="-79"/>
              </a:rPr>
              <a:t>Ontwerpen</a:t>
            </a:r>
            <a:r>
              <a:rPr lang="en-US" sz="1600" dirty="0" smtClean="0">
                <a:latin typeface="Aharoni" pitchFamily="2" charset="-79"/>
                <a:cs typeface="Aharoni" pitchFamily="2" charset="-79"/>
              </a:rPr>
              <a:t> van de </a:t>
            </a:r>
            <a:r>
              <a:rPr lang="en-US" sz="1600" dirty="0" err="1" smtClean="0">
                <a:latin typeface="Aharoni" pitchFamily="2" charset="-79"/>
                <a:cs typeface="Aharoni" pitchFamily="2" charset="-79"/>
              </a:rPr>
              <a:t>applicatie</a:t>
            </a:r>
            <a:r>
              <a:rPr lang="en-US" sz="1600" dirty="0" smtClean="0">
                <a:latin typeface="Aharoni" pitchFamily="2" charset="-79"/>
                <a:cs typeface="Aharoni" pitchFamily="2" charset="-79"/>
              </a:rPr>
              <a:t>. Je </a:t>
            </a:r>
            <a:r>
              <a:rPr lang="en-US" sz="1600" dirty="0" err="1" smtClean="0">
                <a:latin typeface="Aharoni" pitchFamily="2" charset="-79"/>
                <a:cs typeface="Aharoni" pitchFamily="2" charset="-79"/>
              </a:rPr>
              <a:t>gaat</a:t>
            </a:r>
            <a:r>
              <a:rPr lang="en-US" sz="1600" dirty="0" smtClean="0">
                <a:latin typeface="Aharoni" pitchFamily="2" charset="-79"/>
                <a:cs typeface="Aharoni" pitchFamily="2" charset="-79"/>
              </a:rPr>
              <a:t> </a:t>
            </a:r>
            <a:r>
              <a:rPr lang="en-US" sz="1600" dirty="0" err="1" smtClean="0">
                <a:latin typeface="Aharoni" pitchFamily="2" charset="-79"/>
                <a:cs typeface="Aharoni" pitchFamily="2" charset="-79"/>
              </a:rPr>
              <a:t>dus</a:t>
            </a:r>
            <a:r>
              <a:rPr lang="en-US" sz="1600" dirty="0" smtClean="0">
                <a:latin typeface="Aharoni" pitchFamily="2" charset="-79"/>
                <a:cs typeface="Aharoni" pitchFamily="2" charset="-79"/>
              </a:rPr>
              <a:t> </a:t>
            </a:r>
            <a:r>
              <a:rPr lang="en-US" sz="1600" dirty="0" err="1" smtClean="0">
                <a:latin typeface="Aharoni" pitchFamily="2" charset="-79"/>
                <a:cs typeface="Aharoni" pitchFamily="2" charset="-79"/>
              </a:rPr>
              <a:t>alle</a:t>
            </a:r>
            <a:r>
              <a:rPr lang="en-US" sz="1600" dirty="0" smtClean="0">
                <a:latin typeface="Aharoni" pitchFamily="2" charset="-79"/>
                <a:cs typeface="Aharoni" pitchFamily="2" charset="-79"/>
              </a:rPr>
              <a:t> </a:t>
            </a:r>
            <a:r>
              <a:rPr lang="en-US" sz="1600" dirty="0" err="1" smtClean="0">
                <a:latin typeface="Aharoni" pitchFamily="2" charset="-79"/>
                <a:cs typeface="Aharoni" pitchFamily="2" charset="-79"/>
              </a:rPr>
              <a:t>documentatie</a:t>
            </a:r>
            <a:r>
              <a:rPr lang="en-US" sz="1600" dirty="0" smtClean="0">
                <a:latin typeface="Aharoni" pitchFamily="2" charset="-79"/>
                <a:cs typeface="Aharoni" pitchFamily="2" charset="-79"/>
              </a:rPr>
              <a:t> </a:t>
            </a:r>
            <a:r>
              <a:rPr lang="en-US" sz="1600" dirty="0" err="1" smtClean="0">
                <a:latin typeface="Aharoni" pitchFamily="2" charset="-79"/>
                <a:cs typeface="Aharoni" pitchFamily="2" charset="-79"/>
              </a:rPr>
              <a:t>opleveren</a:t>
            </a:r>
            <a:r>
              <a:rPr lang="en-US" sz="1600" dirty="0" smtClean="0">
                <a:latin typeface="Aharoni" pitchFamily="2" charset="-79"/>
                <a:cs typeface="Aharoni" pitchFamily="2" charset="-79"/>
              </a:rPr>
              <a:t> die je </a:t>
            </a:r>
            <a:r>
              <a:rPr lang="en-US" sz="1600" dirty="0" err="1" smtClean="0">
                <a:latin typeface="Aharoni" pitchFamily="2" charset="-79"/>
                <a:cs typeface="Aharoni" pitchFamily="2" charset="-79"/>
              </a:rPr>
              <a:t>nodig</a:t>
            </a:r>
            <a:r>
              <a:rPr lang="en-US" sz="1600" dirty="0" smtClean="0">
                <a:latin typeface="Aharoni" pitchFamily="2" charset="-79"/>
                <a:cs typeface="Aharoni" pitchFamily="2" charset="-79"/>
              </a:rPr>
              <a:t> </a:t>
            </a:r>
            <a:r>
              <a:rPr lang="en-US" sz="1600" dirty="0" err="1" smtClean="0">
                <a:latin typeface="Aharoni" pitchFamily="2" charset="-79"/>
                <a:cs typeface="Aharoni" pitchFamily="2" charset="-79"/>
              </a:rPr>
              <a:t>hebt</a:t>
            </a:r>
            <a:r>
              <a:rPr lang="en-US" sz="1600" dirty="0" smtClean="0">
                <a:latin typeface="Aharoni" pitchFamily="2" charset="-79"/>
                <a:cs typeface="Aharoni" pitchFamily="2" charset="-79"/>
              </a:rPr>
              <a:t> om de </a:t>
            </a:r>
            <a:r>
              <a:rPr lang="en-US" sz="1600" dirty="0" err="1" smtClean="0">
                <a:latin typeface="Aharoni" pitchFamily="2" charset="-79"/>
                <a:cs typeface="Aharoni" pitchFamily="2" charset="-79"/>
              </a:rPr>
              <a:t>applicatie</a:t>
            </a:r>
            <a:r>
              <a:rPr lang="en-US" sz="1600" dirty="0" smtClean="0">
                <a:latin typeface="Aharoni" pitchFamily="2" charset="-79"/>
                <a:cs typeface="Aharoni" pitchFamily="2" charset="-79"/>
              </a:rPr>
              <a:t> te </a:t>
            </a:r>
            <a:r>
              <a:rPr lang="en-US" sz="1600" dirty="0" err="1" smtClean="0">
                <a:latin typeface="Aharoni" pitchFamily="2" charset="-79"/>
                <a:cs typeface="Aharoni" pitchFamily="2" charset="-79"/>
              </a:rPr>
              <a:t>realiseren</a:t>
            </a:r>
            <a:r>
              <a:rPr lang="en-US" sz="1600" dirty="0" smtClean="0">
                <a:latin typeface="Aharoni" pitchFamily="2" charset="-79"/>
                <a:cs typeface="Aharoni" pitchFamily="2" charset="-79"/>
              </a:rPr>
              <a:t>.</a:t>
            </a:r>
          </a:p>
          <a:p>
            <a:endParaRPr lang="en-US" sz="1600" dirty="0">
              <a:latin typeface="Aharoni" pitchFamily="2" charset="-79"/>
              <a:cs typeface="Aharoni" pitchFamily="2" charset="-79"/>
            </a:endParaRPr>
          </a:p>
          <a:p>
            <a:r>
              <a:rPr lang="nl-NL" sz="1600" dirty="0">
                <a:latin typeface="Aharoni" pitchFamily="2" charset="-79"/>
                <a:cs typeface="Aharoni" pitchFamily="2" charset="-79"/>
              </a:rPr>
              <a:t>1.1 Stelt de vraag en/of </a:t>
            </a:r>
            <a:r>
              <a:rPr lang="nl-NL" sz="1600" dirty="0">
                <a:solidFill>
                  <a:srgbClr val="FF0000"/>
                </a:solidFill>
                <a:latin typeface="Aharoni" pitchFamily="2" charset="-79"/>
                <a:cs typeface="Aharoni" pitchFamily="2" charset="-79"/>
              </a:rPr>
              <a:t>informatiebehoefte</a:t>
            </a:r>
            <a:r>
              <a:rPr lang="nl-NL" sz="1600" dirty="0">
                <a:latin typeface="Aharoni" pitchFamily="2" charset="-79"/>
                <a:cs typeface="Aharoni" pitchFamily="2" charset="-79"/>
              </a:rPr>
              <a:t> vast</a:t>
            </a:r>
          </a:p>
          <a:p>
            <a:r>
              <a:rPr lang="nl-NL" sz="1600" dirty="0">
                <a:latin typeface="Aharoni" pitchFamily="2" charset="-79"/>
                <a:cs typeface="Aharoni" pitchFamily="2" charset="-79"/>
              </a:rPr>
              <a:t>1.2 Maakt een </a:t>
            </a:r>
            <a:r>
              <a:rPr lang="nl-NL" sz="1600" dirty="0">
                <a:solidFill>
                  <a:srgbClr val="FF0000"/>
                </a:solidFill>
                <a:latin typeface="Aharoni" pitchFamily="2" charset="-79"/>
                <a:cs typeface="Aharoni" pitchFamily="2" charset="-79"/>
              </a:rPr>
              <a:t>plan van aanpak</a:t>
            </a:r>
          </a:p>
          <a:p>
            <a:r>
              <a:rPr lang="nl-NL" sz="1600" dirty="0">
                <a:latin typeface="Aharoni" pitchFamily="2" charset="-79"/>
                <a:cs typeface="Aharoni" pitchFamily="2" charset="-79"/>
              </a:rPr>
              <a:t>1.3 Levert een bijdrage aan een </a:t>
            </a:r>
            <a:r>
              <a:rPr lang="nl-NL" sz="1600" dirty="0">
                <a:solidFill>
                  <a:srgbClr val="FF0000"/>
                </a:solidFill>
                <a:latin typeface="Aharoni" pitchFamily="2" charset="-79"/>
                <a:cs typeface="Aharoni" pitchFamily="2" charset="-79"/>
              </a:rPr>
              <a:t>functioneel ontwerp </a:t>
            </a:r>
            <a:r>
              <a:rPr lang="nl-NL" sz="1600" dirty="0">
                <a:latin typeface="Aharoni" pitchFamily="2" charset="-79"/>
                <a:cs typeface="Aharoni" pitchFamily="2" charset="-79"/>
              </a:rPr>
              <a:t>of Game Design Document</a:t>
            </a:r>
          </a:p>
          <a:p>
            <a:r>
              <a:rPr lang="nl-NL" sz="1600" dirty="0">
                <a:latin typeface="Aharoni" pitchFamily="2" charset="-79"/>
                <a:cs typeface="Aharoni" pitchFamily="2" charset="-79"/>
              </a:rPr>
              <a:t>1.4 Maakt een </a:t>
            </a:r>
            <a:r>
              <a:rPr lang="nl-NL" sz="1600" dirty="0">
                <a:solidFill>
                  <a:srgbClr val="FF0000"/>
                </a:solidFill>
                <a:latin typeface="Aharoni" pitchFamily="2" charset="-79"/>
                <a:cs typeface="Aharoni" pitchFamily="2" charset="-79"/>
              </a:rPr>
              <a:t>technisch ontwerp</a:t>
            </a:r>
          </a:p>
          <a:p>
            <a:r>
              <a:rPr lang="nl-NL" sz="1600" dirty="0">
                <a:latin typeface="Aharoni" pitchFamily="2" charset="-79"/>
                <a:cs typeface="Aharoni" pitchFamily="2" charset="-79"/>
              </a:rPr>
              <a:t>1.5 Richt een </a:t>
            </a:r>
            <a:r>
              <a:rPr lang="nl-NL" sz="1600" dirty="0">
                <a:solidFill>
                  <a:srgbClr val="FF0000"/>
                </a:solidFill>
                <a:latin typeface="Aharoni" pitchFamily="2" charset="-79"/>
                <a:cs typeface="Aharoni" pitchFamily="2" charset="-79"/>
              </a:rPr>
              <a:t>ontwikkelomgeving</a:t>
            </a:r>
            <a:r>
              <a:rPr lang="nl-NL" sz="1600" dirty="0">
                <a:latin typeface="Aharoni" pitchFamily="2" charset="-79"/>
                <a:cs typeface="Aharoni" pitchFamily="2" charset="-79"/>
              </a:rPr>
              <a:t> in</a:t>
            </a:r>
          </a:p>
          <a:p>
            <a:r>
              <a:rPr lang="nl-NL" sz="1600" dirty="0" smtClean="0">
                <a:latin typeface="Agency FB" pitchFamily="34" charset="0"/>
                <a:cs typeface="Aharoni" pitchFamily="2" charset="-79"/>
              </a:rPr>
              <a:t/>
            </a:r>
            <a:br>
              <a:rPr lang="nl-NL" sz="1600" dirty="0" smtClean="0">
                <a:latin typeface="Agency FB" pitchFamily="34" charset="0"/>
                <a:cs typeface="Aharoni" pitchFamily="2" charset="-79"/>
              </a:rPr>
            </a:br>
            <a:endParaRPr lang="nl-NL" sz="1600" dirty="0" smtClean="0">
              <a:latin typeface="Agency FB" pitchFamily="34" charset="0"/>
              <a:cs typeface="Aharoni" pitchFamily="2" charset="-79"/>
            </a:endParaRPr>
          </a:p>
        </p:txBody>
      </p:sp>
      <p:pic>
        <p:nvPicPr>
          <p:cNvPr id="2050" name="Picture 2" descr="http://www.vredesburo.nl/nieuwsbr/documentati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3429000"/>
            <a:ext cx="3162300" cy="2371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AutoShape 2" descr="data:image/jpeg;base64,/9j/4AAQSkZJRgABAQAAAQABAAD/2wCEAAkGBxQSEhUUEhMUFRUXFxQXGBgXFRgcGRcZFxUcGhwdFRcYHCohGBolHBcXJTEiJSkrLi4uFx8zODMsNygtLisBCgoKDg0OGhAQGywmHiQuLCwsLCwsLSwsLCwwLCwsLCwsLCwsLCwsLCwsLDQsLCwsLCwsLDQsLCwsLCwsLSwsLP/AABEIAKMBNgMBIgACEQEDEQH/xAAcAAEAAwEAAwEAAAAAAAAAAAAABQYHBAIDCAH/xABPEAABAwIBBgkGCwUFCAMAAAABAAIDBBEFBgcSITFBEyIyUWFxgZGhUmJyk7HRFBVCVIKSorLB0uMWIzNDwghTVWODFyQ0RKPT4vBzw+H/xAAZAQADAQEBAAAAAAAAAAAAAAAAAgMEAQX/xAAnEQACAgEEAgICAgMAAAAAAAAAAQIRAwQSITFBURMUInEysUJhkf/aAAwDAQACEQMRAD8A3FERABERABERABERABFyTYhG3fc8w1+Oxcr8TceS0Dr1rtMCVXrkna3a4Dt/BV+uxZjP40zW9BcAfqjWe5QVVlnTt5AfJ1N0R3usfBUjilLpCuSRdJMSYNlz1D3rllxg7md5We1OW8h5ETG+kS72WUXUZS1L/wCZo9DWtHja/irR0svIryI0uXF5d2iOoe9R1Ti8u+W31Qs2lrZHcqR7utxP4rnVVpV7F3l9qMa56n/q/wD6o6bFmnbMT9IlVNE6wI5vZPy17D8u/euV9UzyvAqKRP8AEjm47nVPM4jqJXicQlHJmlHVI4ewrjRHxoLOwY/Vt5NTP6xx9pXsZl1Xs/5gkczmRnx0b+Kj0R8UfQbmT1NnTrG8tkDx6LmnvDreCl6TO83+dSuHTHIHeDg32qjuhadrR3L0voGHcR1H3qctPB+DqmzXKDOZh8ltKR8R5pI3Dvc27fFWXD8VgnF4JopR5j2u77HUvnWXCfJd3j3LjkwyRp0m7RsLTYjq2FRlpfQyyH1Ei+ccPy4xGlIAqJHAfJmGmD2v41uohXHBs9GwVdNbz4XX/wCm/YPpHqUJYZIdSRrqKCwDK+jrdVPUMc7yHXbJ9R9nHrAsp1SaoYIiIAIiIAIiIAIiIAIiIAIiIALxkkDRdxAA2kmwUJi2UscV2x2kf0Hit6zvPQPBVHE8aLuNM/qb+Vo9qpHG5CuSRcKvKFo1RjSPOdQ958FC4hjNheaUNHNe3c0az4qlVmULzqjGgOfa73BQ73lxu4kk7STc961Q03sRzLdV5YNbqhjLvOfqH1RrPgoOtygqJdshaOZnFHhrPaVFotMcUY9IRybCIicUIiIAIiIA9tNA6R7WMF3OIa0c5JsFYzkLU73QD/V/8V6cgYA6tjJ2RtfIeoNI9rgsKxmu4eommItwssklvTeXfisufPKEqRSEU1yb1+wtT5UHrf8AxXBjOTc9MwPk0CwnR0mO0gDa9jq6CsIW5YfBwGB0EWx0rpah3SCTo3+i9vckxaicppHZQSRGIiLaSCIiACIiACIiAPxzQdRFx0rhqMIidu0T5vu2LvRcaT7OlZq8BeNbCH21jc4d/vUvgOcbEKEhhkMzB/LqLuIHmyHjt6Lkgcy7166inbILPaHDp/A7lGeBPoZTo0vJXOtRVZDJCaaU2GjKRoOPmS8k9TtEnmV9XyviOTW0xG/mu/B3v711ZLZf12FuEdzJCNsEpNgP8p22PotdvQsWTC4lVKz6eRVfIzLukxJv7l+hKBd0L7CQW2kC9nt84c4vY6laFEYIiIAIiIAIi9NXUtiY58jg1rRck7kAeVRO1jS97g1oFyTsCoWPZVumuyK7I952OeOnyW9HfzKHykykdVP3thaeK3+p/O72d5NcqKku1DUPb1rZiweWTlM7qnFLao+/3BRb3km5JJ5yvFFsjFR6JN2ERS+AYbFKJ5ah7o4aeIySFgu6wudVwdwdu3LspKKtglZEIu34/wAB+d1nqv00+P8AAfndZ6r9NQ+zjG2M4kXb8f4D87rPVfpp8f4D87rPVfpo+zjDYziRd7cbwI/87Ut9KFx+7Gu6jwmkqrChxKnlcdkb7xvPU08Y/VTLU435DYyCRd2KYTNTO0Zoyy+w7Wu9Fw1FcKsmnyhScwqfgKDEqm9iynMbD50twPtaHesEW05azcBgFt9VVNH0Yxf70X2liy8vO7yMvDo/WNJIA1k6gvoHLaIRPp6ZvJp6aGMdYFvYGrEcmJ4o6ynfOdGJk0T3kAniseHEWGs3tbtWyYvlhglRM+Z9VVBz7XDYtQs0AWuw7gjBOMJXIJptcEMi7fj/AAH53Weq/TXm3FsDdqGITsPnwPI7dGNbfs4yWxkeisNPk5HUAmhraaqIF9AODX29G58bKFrKN8LyyVjmOG0OHiOcdIVIZIy/ixWmuz0IvZBEXua0bXODR1uNh7VL41Pg9HM+nqKqq4WPRD9GMFty0O1WYdxG9cnljDs6ot9EIi7fj/AfndZ6r9NPj/AfndZ6r9NT+zjO7GcSLt+P8B+d1nqv01+jHsB+d1Y/0v00fZxhsZwopWnmwic2hxQMP+fG5g+s4NC6MRyVniZwjQ2aK1xJC7SFue223SLjpTxzwl0zji0QS562iZK3RkaCN3OOo7l0IqtX2cKViWETUrhLC91mnSa9hIfGRvJGzrHgtYza53xMW02IlrJDYMn1Bkh5pRsY7zth6N9cVUyjyb1GSBvS6Mb+lg/DuWLNp/MSkZ+z6vRYHmgzomJzKKufeI2bDM464zsDJCdsfM48nYdXJ3xYioREQAWT5cZS/CZeCjP7mM7tj3Da7qGwdp3i1szjY58GptBhtJNdg5w23HcOwgdbhzLJIti1afFf5MnOXg9z33XgiL0EqJBERBwKQxubgMBrHg2dPLFCDzgEOI7W8IFHrxzuT8FhmG0/946Wod/T4SnuWbVOoUUx9mRIitua3J2OvxGOGYExaMj5ACQdFrDbWNY4xavOLFSRbccAwH5rVn/VP/cXi/JzAXavg9YzpEgPteVX4MnoXcjE0WuVuaukqQfiyscZQCRBUgAv32ZIABsvuPSRtWUVVO6N7o5Glr2Oc1zTta5psQekEFTcWnTGTsv2Q+cyWC1PX3qqN1mkP4z4h5UbjrNvJvu1W33LKLCRA5ron8JBK3hIZBrDmkA7ecXHYQegYUtqzTTmvw2aidrfTSxSRE7mSuIc0dAs8/THMrYMuyX+hJxtEXntn4OHDaW9iyB0z29MpAHi2RZSr9nwr+FxaZo5MLIoh2MDj9p7lQVFu3Y6CLSM22RtHU0dRV1xm0I5I4mCIgG5ALto18tnNaxVg/ZLAuav+sxNHHKStI42kYui2Z2RmBO1B9fH512G3ZolUfOFkX8XOidHMJ6edrnRSaOieKRdrhzjSbr38w2LkoSj2gTT6KnFIWkOaS1wIIINiCNYII2FbPm7yqdi0bsPrXaVQ1jn007uU4tGtjztcba77wDfWATiytOa6YsxaiLdvDNb2Ou0+BK5GTi7R1qzUcjqQvroWkcl5cejgwXa+1oCxzK7EPhFbUzA3Ek0rmnzS86NujRst4jkFPPitSP5EVS5vpucS23a0hfOCvqZbpL9CQVIIi3N2ROEUsVOyrp53zup4pJCyU203N421wtxg7VbZZRjFydIZujDEW3fEGA/Nav1v6i5p8hcFn1RVFVSvOwyBr2A+cAL2+kE7w5F4ObkY0pvJfKyqw+TTpZnM1guYdcb+h7DqOoWvtG4hdGW+R02GStZKWvZIC6KVnIkbzjmIuLjpG0EFVxSGN8hqoMWpXVtKwRzxW+FQDdf5bOg2Jvvsd4N4JVLNJjppMTg1/u5nCCQbi2Q6Iv1O0T2FX7KGh4CpliGxrzo+ieM37JC36XI5La/BHJGuSOREWsmVDK/AhYzxDpkaPvD8e/nWq5i8vjUs+A1L7zRtvC47ZI2jW0ne5vi30STWSFQK9kmH1jJYCWlrhJEeax5J5xuI3g9KwanFX5ItCXg+w0UXkvjbK2lhqY+TKwOtfku2OaekOBHYvxZChlGcfE+Gr3tB4sQbE3rGt3bpEj6IUM0WXLPPwtRI/y5ZH97i5da9bHGo0Z27YREVBQiIgD9awkgDaTYdZURn5qR8YRwNPFp6eGO3MTd33XM7lbMlKbhKyBv+Y1x6mcc/dWW5xcQ+EYnWSbjPI0dLYzoNP1WhYdY+UiuMri1TMdDoNxGq3xUwjaemUkjxjb3rK1s+QcHA4A9x21VVYejGB/VG7vWbGrkkUk6RzhEReuZj30MxZIx7dTmva4dYIVVz307WYxUaOrSETj1mJt++1+1XXJykM1VCwb5Gk+i06TvAFZvnRxIVGK1cg2CUxjqiAjuOg6F+1YdY+UWxlWWvf2bXH4ZU83we56xI23tKyFaxmevT0GLVuzQg4OM+foPNu8xd6xlDOcpa/4RV1E17iSaV46nPJHgQo1EQBt+Bw8BgNGy1nVEss5HOAS0Hu4MqPViyug4BtHS/N6WJp9Iix7eID2qur1NOqxohN8henPJJoUOFQ7yyeU84Diwt79I9y6I4y4ho2kgDrJsFDZ+asHEWwtPFp6eGK3MSC/2Pb3KWrfCQ2MzdXnMrQmXF6fmj4SR3QGxm32i1UZanmNh0BiNVvipuDafOlJI8Yh3rClboqWDLSu0cHrpb2NXVtY3XYkB/C91g8d6wxazndm4LDsNpx8sS1Du22h4Pd3LJk+V3NnI9Elk1QfCKunhtcSTRMPU54B7LErbMuqnTrZbbG6LB9Fov9rSWf5j6DhcWhceTC2WV3UGFo+09qs9bUcJI+Ty3vf9ZxP4q+kX5NiZHwelERbyJ784TeEwCFztsVZosO/Rcx5IHRr+yFjK17O1NwOFYfTHlSvkqT0AAht+sS/ZKyFeTldzdezTHo6sLcRNEW7RIwjrDhZb1nEH+/SejH9wLGsgaA1GI0kYF7zxE+ixwe77LStayzqeErZ3DYH6P1Ghp8WlW0i/N/oTJ0QqIi9AiFBZZUXCU5cBxozpDqOp34HsU6vVVxacb2nY5rh3iyWcd0WjqdMsH9m7Gi6KppHHkObMzXufxXgcwBaw9byizHNrlB8Bqny3tpQuZ3vY7+lfq8c0k/A3Rl0TtDnNPWLhSa8cr6Q0+IVDdwlLx6MnHFux1uxeS9fG7RmYRETnAiIgCx5EyiJ9RUu5NPTTSnrA9wcvn+R5cSSbkkknnJW410/AYHiEu+UxU7em5Gl9l7u5YYvM1LvIy8Ogt4rIPg+GYZTjV+4Mzh50xD/a56whtri+zfb8FtmJZ0sJnc10lHVktY1jbOaAGtvYWEnSUuGajO2dkrVHCv0Ly/2hYMNlDVnrk90i46nPAyIH4Bh0ELt0krjI8dWoWPaQtb1cfCZP42WerrRg1HJVTWbVzNdHSxHlC+2RzdwGo9w2uWBucSbnWSu7G8ZnrJTNUyulkOrSduA3NA1NGs6gANa4FinNzlbKpUqC2/KjDDheTDKd40ZqmSMyDYQ9x4Ug9LWRNafRUBmqyPaAMTrhaniN4WHbPKOTYHa0EdpHMCpTP3iz3wYfG88Z7ZKh7ebT0dADoALx2JdrqwsxtTeROH/CMQpIrXDp4tIeaHgu+yCoRaJmIow/FBI7ZBDNMe4R/wD2Lh0uuWdTwlbOdwfofUAafEFQq85pS9znna4lx63G59q8F7MVSSMzJfJGl4Ssgb54cfocf+lZTnAxD4RiVXLe4M8gafNY7Qb9loWxZFyiE1NU7ZT000naBceDXL5+c4k3OsnasGrdzorjXB+LaM31KYsCeRyqurDG9LWWt9pj+9Yuvo7JzDtCDBaUD5Pwl46XfvtfaXhRxfzT9c/8Gl0Ztn2qgcSELTxaeCGEDcNRf7HjuWdKey7xD4RiNXLe4dPKGnzWuLW/ZaFAqYxq2ZKHg4cSqrWLIGwsd0yk3setrO8LpUVm/wAuaGioZKWqgqJDLLwjjGWgWAZoi+mDqLL9qmP9oOC/Mqz1g/7q1YM0cadk5xbZ4KZydwThyZJTwdNHd0srjZoa3WQHHfYdm3mvBzZ0cOj/AOHwsvPPPLcD6PGuqflfnBrMRHByubHALWhiGjHq2aWsl27abC2oBPPV8VFHFj9nhnJyoGI1z5mC0TQIoRa1o2E2Nt1yXOtu0rblVkU5kfkvPiVQ2CAdL3kcWNl9bnfgN51LEVL1mPwsRGoxOVvEp2GOK/ypnix0TzhpDf8AV611veXElxuSSSeck3KnMenhhiioKT/h6cWLtV5ZPlOJG3WT0XJ3AKBXpabHtjb7ZCbthERaBAvx5sCeYH2L9UdlDU8HTyu3lpaOt2r8fBck6TZ1FCwTC31EhYwEkNLtXMCB+IX4tM/s74KJqmpmeLsZE2PXs0pHh3gIj3ovGNJdM8+Cn91VtGr+FJ0ayWE9pcL9LVRMPm0m23jV2bl9CYph7KiF8MguyRpaefXvHMQbEHnC+eMWw6ShqXwybWnUdz2HY4dBHcQRuW7TZOKZKa8nai8Y3hwBGwryWwkEROpADOpNwWD0EGx000s56QwEC/ZK3uWQLTs/U9qumpgeLT0sbepzib/ZDFmK8eb3SbNKVIItGzOYHTzurJ6qFs0VPBfQdsL3G7dY2G0bh9JW/hML/wAHh9c78iaGKc+YoHJLswpFuvCYX/g8PrXfkXtZiNCz+HhFGDuL2tf7WJ/rZPX9C74mJ4VhE9S/Qp4ZJXatTGF1r+VYcUdJ1LT8nc2MVHoz4w9t+UykjcHOf/8AK4G1r7gbbLu3KyVGWVSW6EZjgZ5MLA3xNyOyyr8khcS5xLidpJJJ6ydqrDSP/JivJ6JXFsVkrZWNsGMu2OKNvJjBIaABz7NfsGpUvPrWh+KvjHJgihhH1eE1est2KyUNSYpGSAAlj2vAOwlrgdfcpevxHD55HSzYVE+R5u5xmdcnp4ifPilKlBcI5CSXZgS1rM3BwdDidSd7I6dp6X30vvsU3wmF/wCDw+td+ReysxeH4MaalpGU0bpOEeGvLtJwAG9otsb3BRhp57la4Hc1RCoiL0SBJYnPwGBV0mx0z4oG9IuC630XP7lhy3mkxiH4MKaqpGVMbZDI0OeW2cQRcgNNzYu19K9fCYX/AIPD6135Fgy4ckptpFoySRieHUhmljibypHsYOt7g0e1fTWIVYhrKuYDiUNE7R6xHpADsLgqvSVuHRPZJHhMLXsc17XCU3a5puCOJtBAXrynxNwwjEal1g+qmjhHVpBzgPoOcOxJ8cscW5fo7uTaowkm+sr8RdmDUPD1EMI/myxx/XeG/is45xovoXHqLCqad8IwqF+hojS4RwuS0HZonZe23co/hML/AMHh9a78istPkatIXejCl5RsLiA0Ek6gALknoAW7MqsNbycHpvpP0vAsXVDlYYRakpaSmH+XEAfCw7wmWmyejm9Gd5LZqqyp/eVI+B041uknGi63mRmx7XaI16iVf311PR05o8NaWxn+LM7+JMbWNzYEDu5gANsbiOKTVBvNI5/MCdQ6mjUOwLjWnFplHmXLElO+giItJMIiIAKlZc4jpObC06m8Z3pEah2A+KsePYs2nj0tRebhjec856AvRmdyOdiNZw8wJp4XB8hI1SSbWs6dfGd0avlBZNVlpbEUxx8mzZnsmzQ4bGHi0s376QHaC8DRaQdhDA2457oruiwFgqxl3km2vh4tmzsuY3nYedj/ADT4HXzg2dF1Np2gas+ZmufTyOjlaWuabPYdrSP/AHqIUox4IuNYWtZcZFR17dJto6hos2S2pw8mS21vTtHeDilXTzUcropmFjhtadhHO07COkL0cWZSRCUaJJSWTdNwtVAznkYT1NOkfAFRFPUNeNR7N4VrzfstUulIJ4GGWSwFyTYNsANps4quSVQbOJcmR50a/h8VrHjZwpj9UBH/AEKrKaqMn657nPdSVRc4lxPASayTcnk85Xr/AGZrfmdV6iT8q8g0GnZuIeBwOpkIsaipbG087Y2tPt4Qdi9SmpqQ02E4bTOBa4sfM9pFiHPOkA4HYRwjh2KFXpaZVjITfIREWgQIiIAIiIAIiIAIiIAIiIAL1515uCwrD4N8sk1Qfo8Vt+tsvgV7Lcy9OezC6mSrhihp55I6emijuyJ7m6WsmxAts0e5ZNW/xSKY+zJleMy+H8Ni9NquI9OU9Ggw6J+uWKu/szW/M6r1En5VpOZfBpqU19VNDLEY6YsZwkbm6RedLi6Q1kGMDV5XSsKVuix2YvU8LPLJ5Uj3DqLjbwsuNAi9lKuDMEREHAiIgAiIgAuLFsUZTs0nnX8lo2uPR0dK4scyijgu1tnyeTfU30j+G3qUXkjkhWY1OSDoxggSTOHEYNui0fKdY6mjn1kXus+bUKHC7KRhfZ6MnMBqcarNBmoai95B0IY7+J22btJ7SPqfJzA4aGnjp4G2YwW17XHe5x3uJ1n3L0ZKZNQYdA2CmbZo1ucdb5Hb3PO8+A2CwUyvObbdssERFwAiIgAorKHJ6Ctj4Odl7clw1PYedjt3VsO8FSqLqddAYHlVkPU0BL23lhGsSsGto/zG7W9esdWxR+C5RyQP02PLHWtpNtrB3OadRGody+jCqPlPm0pqm74f93lOvij924+dHuPS23TdaYajxIm4einsy0rCLipJHox/lXl+2Nb84d9SP8qreOZL1lASZYzoD+bHxoz1m3F+kAuKDFPKHaPctUfjfhCOydxHEZZ36czy91gLm2oDcANQ2lcq9cNQ13JIPRv7l7FZV4FCIiDgREQAREQAREQAREQAREQAU5HlfWgACodYatbWE9pLbntUGi44p9o7ZPftjW/OHfUj/KuevykqpmGOWZzmG1xZovbn0QLqJRcWOK8ILYRETHAiIgAija/HoIr3fpO8lms9u4dpVaxDKyV/FibwYOoHlPPVuHYFKeaEe2MotltxDEY4BeR4bzDa49QGsqn4plRLMeDgDmBxsLa5HE6gBbZfmGvpVhyWzS4hXOEk4NNEdZfNcyOHmx8onZytEWOolblkbm9osNAMMenLvmks6TX5OqzB0NA6brHk1MpcLhFVBIyjIDMtLMWzYjpRR6iIQbSv3/vD/LB5uVt5O1bzh9DHBG2KFjY42izWtFgB1D2rpRZhwiIgAiIgAiIgAiIgAiIgD8IVRx7N1RVN3BhgeflRWaD1s5J7gelW9F1Sa6BqzD8azW1kNzCWVDfNOg/6jjbucepVOd89O7QlbJGfJlYQezSFyOpfTi9NVSskaWyMa9p2te0OB6wdSvHUSXYjgj5uixbym93uK6o6+M/Kt16lrmKZs6Ca5bG6Fx3xOIH1Ddo7lU8RzOyC5p6pruZsrC09r2k3+qFeOpQjgyrtcDsIPUv1ftdm8xGE6oNMeVE9p7gSHeChaqGqg/ixzx2/vI3gd7hZWWaLF2smUUAzGX87T2e5e1uNnewdhITfIjlE0iiRjg3sPePcvIY4zyX+HvXd8QpkoijfjuPmf3D3r8+PIvP7h70b4+wpkmiizj0XM/uHvXrdlDH5D/D3o+SPsKZMIoF+Ug3Rntdb8F6JMpX7mNHWSfcleWHs7tZZUVNlyimJsHNB5mtF/G66abCsRqf4cFW8HeI3tZ9YgN8Uj1EUd2Mss1Qxmt72t63Ae1RtTlFAzY4vPmj8TYLpw7NDic2t8cUA55ZQT12i0vGytuFZiWDXVVj3bOLDGGfbeXX7goy1T8DLGZlV5Wu/lsa3pcbnuFgPFemhw7EMRNoYp5gbi7W6MQ6C7UwdpX0Vg2bbDaaxZSse4W4015Dcbxp3DT1AK2NaALAWA3BZ55pS7Y6ikYNk7mJmfZ1bO2Jv93Dx39Re7itPUHLVsmMhKGgsaeBun/ev48nY53J6m2HQrIikMEREAEREAEREAEREAEREAEREAEREAEREAEREAEREAEREAcFZglNN/Fp4JPTiY72hQ9TkBhz9tJGPQ0mfcIX6i6pNBRS8fyIooidCEj/VlPtesxxqmbG8hgsOsn2oivjbfYjRGFeJRFUU8SrDkzhUUxtI3S+k4fdIREkujqNPyezd4dILvpy49M01u7hLK1U2QGGs2UNOfTYH/fuiLO2xybpMOhiFooo4x5jGt+6F1IiU6EREAEREAEREAEREAEREAEREAEREAf/Z"/>
          <p:cNvSpPr>
            <a:spLocks noChangeAspect="1" noChangeArrowheads="1"/>
          </p:cNvSpPr>
          <p:nvPr/>
        </p:nvSpPr>
        <p:spPr bwMode="auto">
          <a:xfrm>
            <a:off x="63500" y="-144463"/>
            <a:ext cx="1800225" cy="18002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nl-NL">
              <a:latin typeface="Calibri" pitchFamily="34" charset="0"/>
            </a:endParaRPr>
          </a:p>
        </p:txBody>
      </p:sp>
      <p:sp>
        <p:nvSpPr>
          <p:cNvPr id="9220" name="AutoShape 5" descr="data:image/jpeg;base64,/9j/4AAQSkZJRgABAQAAAQABAAD/2wCEAAkGBhASERMQEBQSEhASGBQUEBcTFRAXEhkXFhQXFxUUFRUXHCceFxojGRYWHy8gIygpLDAsFR8yNTAqNSYrLCkBCQoKDgwOGg8PGikkHyIzKzUsKiw1LykuKSwtLCwtLSwpLCwsLCwsLCwsLCwsLCksNCwsLCwpLCwsLCwsLSwpLP/AABEIAHMBtQMBIgACEQEDEQH/xAAbAAEAAgMBAQAAAAAAAAAAAAAABQYDBAcCAf/EAEgQAAEDAQQECAcPAwUBAQAAAAEAAgMRBAUSIQYxQVETImFxgZGSsQcyU3Kh0dIUFRYXMzRCUnOCk7LBwvAjJINDYqKz4VRj/8QAGgEBAAMBAQEAAAAAAAAAAAAAAAIDBAEFBv/EADcRAAIBAgMFBQcDAwUAAAAAAAABAgMRBBIxEyFBUWEFFBWh0SIyUnGBkbFCwfCC4fEjJDM0Y//aAAwDAQACEQMRAD8A7iiIgCIiAIiIAiIgCIiAIiIAiIgCIiAIiIAiIgCIiAIiIAiIgCIiAIiIAiIgCIiAIiIAiIgCIiAIiIAiIgCIiAIiIAiIgCIiAIiIAiIgCIiAIiIAi5kdM7b5QdiL2U+Gdt8oOxF7K8bxmhyl5epn7xHqdNRcy+Gdt8oOxF7KfDO2+UHYi9lPGaHKXl6jvEep01FzL4Z23yg7EXsp8M7b5QdiL2U8ZocpeXqO8R6nTUXNYdLbe9wY19XOIDQGRVJOoeKr7DKYYQ60yAlorI8gAV3AAdA2la8NjoYi7imktW7W/JOFVT0N1FS7f4QsyII6j60hOf3R61pfGBafqw9mT21VLtXDRdr3+Rx14I6Ci578YFq+rD2X+2nxgWr6sPZf7aj4th+v2ObeB0JFz34wLV9WHsv9tPjAtX1Yey/208Ww/X7DbwOhIue/GBavqw9l/trdubTK0zTxxFsVHmjqNfWgBJpxtwUodqUJyUVe76HVXi3YuqIoi+7XbGOb7libI0g48Ww1FPpDlW+pNU45mm/lvLW7K5Loqt76Xt/80f8AP8iyaMaRz2mR7JGsDWNqSwO8bEABXERqxdSzRxsHNQtJN6XTRBVFe28sqKnx6TW6SSVkEUTxG4g6waYiBWrxuWf30vb/AOaP+f5FxY6D0jJ/JM5tVyZaUUBft+TWezRS4WcK4tbI11S0EsJcBR28bys2jN+m0xuLwGysNHgVpn4pocxtHO0q1Ymm6my42uSzq+UmUUJpJfclnMOAMPCOwuxB2rLVQjevulN9Ps0TZIw0kvwnEHEUwuOwjcuzxMIZ7/ptf6hzSv0JpFVRfF6UDvc0ZaRXLXTmEhPoW1c+lzZX8DMwwzagHVoTuzAIPIVXHGU21F3V9Lpq5xVFoWBERbCwIiIAiIgCIiAIiIAiIgCIiAIiIAiIgCIiAIiIAiIgCIiAIURAcYITCuzovnvBP/Ty/uZO7dTjGFKLs6pem+kGuyxH7Yj0M/U9W9ZsT2ZHD03OVTy1f3IToqCu2UtEVg0R0f4eThHj+jGc9znaw3m2noG1eXRoyrTUI6spjFydkTmhOj+BvumQcdw/pg/Rafpc57udRend7F83AA8SKhdyvIr6AQOkroCp14aCSSyyS8K0Y3OdTC7IE1A17l9LisLOGGVGgr8zZODUMsSkIrf8XUnlmdh3rT4u3+WZ2HeteJ4bifg/HqZtjPkVBFb/AIu3+WZ2HetPi7f5ZnYd608NxPwea9RsZ8ioIrf8XUnlmdh3rT4un+WZ2HetPDcT8H49RsZ8ioK46BXOcRtLxRoBbFXaT4zhybOk7lvXfoDCwh0rnS02Uws6RUk9as7GAAAAADIAZAAagAvUwHZk4TVSrw0RdSotO8j0iLRvm9W2eJ0rszqYPrOOofzYCvenNQi5S0RqbsrsiNLb3cMNkgzmmyNNYadnIT6BU7lK3HdDbNEI25nW873HWebYOQKJ0TulxLrZPnNNm2uxp28lRq3Cm9WZY8NB1JOvPV6LkvV8SuCu8zKBcd+xWae1GXFx3kNwiup7694U58PbJ/8Ap2P/AFaGiMDXWi2YmtdR+WIA/wCpJvVq974vJx9hvqWXBxrukskkld6q/F9SFNSy7mV7wgmtmjO+Qf8AW9a9u/s7ay0DKC0Cku4E0xHro7tLY8IXzZn2g/63qWvq6xaLO6P6VAYzucBl16uYlKtJzrVHH3o5Wvmr/nQSjeTtruIbTrXZftD+1evCH83Z9p+x6gLXeZlhsrH/ACkMhY8HXQYcJPQKc7Sp/wAIfzdn2n7HrPOqqtOvNcVH8EHLMpP5FksfybPNb3BVzTu7wYmzjKSNzRiGvCTTXyOoR0qx2P5Nnmt7gq/p5bWtgEWt8jm0G2jTUnrAHSvSxmXu0s3Lz4eZdUtkdybum1mWCKQ63saTz0z9NVtrTueymKCKM62saHc9M/TVbi1U75Fm1sixabwiIrDoREQBERAEREAREQBERAEREAREQBERAEREAREQBERAEREARFr3hbmQxulkNGtHSdwHKTkuSkoq70GhG6UX8LNFxfln1EY3b3nkHfRcye8kkkkk5knWSdZK2r0vJ88rpX6zqGxoGpo5vWtVjCSAASSQABrJOoBfGY7FvE1N2i0/nU86rUzs27pux9olbEzbm47GtGtx/mshdVsNiZDG2KMUa0UG/lJ5Sc1G6MXCLNFnThX0Mh7mjkHfVTK+g7Owfd4Zpe8/Lp6mqjTyq71C0L4viOzR8I/PYxo1uO4etb65ppneBktLm14sXEbz63Hry+6Fdj8V3elmWr3IlVnkjcW/TO1SE4XcE3YGAelxzPoWj7/Wry83bf61oIvkZ4mrN3lJ/cwOcnxN/wB/rV5ebtv9ae/1q8vN23+taCzWSyPleI42lz3agO87hyqKq1W7KT8xeRdNBLVPIZXyyPe0YWtxOcRU1JpXkp1q3KPuK6RZ4WxDN2t53uOs82ocwCkF9phKcqVGMZ68T0aaaikwiItRMKraV3HaZ5Y3RBro2NFA8imLESat21Ab1K0rVvC9IoAHTOwBxoMnHOldgKz4mlCpTcajsvsQmk1ZlewXxvh/4epb9zC8OE/ujHweE+LhriqKahuqsnwvsXlR2ZPZWWyaSWWV4jjkDnurhGF41AnaNwKy01RUlas30zJ3IJRv73mV6C5bxhlmfBwYEriTUtOWJxbrGXjLZw3xvh/4epS9p0mskb3MfIA5po4YZMj0BYxpdYvLDsyeyq1Sw8PZVZrpmRzLFbs3maukV02i0WWJgwmYFrpMwBXg3B1OkqwsGQCx2a1Mkbjjc17TtaQR6FlXoU6UYyc073t5Fqir3KdfmiMr7SJoQ3A4tc8E0o4HjU59fPVSml10S2iFrIgC4PxGpplhcP1C2J9KLIxzmOlAc0kOGF5oRrGQUlDM17WvaatcA5p3gioKyxw+HltIwfva2a3ehBQg7pcSrsgvegaHQtAAAPF2dBWe6tFHCX3RapOGmGbdeEEajU66bMgApi8L3hgw8M/Birhyca0pXUDvCXffEE+LgXh+GmLJwpWtNYG4pGhQVRRlNya0Td/IKEb2bubiLHaLQ1jXPecLWglxOwBR1n0nsj3NYyUFziA0YZMyecLZKrCDSlJJsscktSVRad4XvDBh4Z+DFXDk41pSuoHeFp/C+xeVHZk9lRlXpQdpSSfzRxyitWTCKNsekVmleI45A55rQYXjUKnWNy8RaUWRzgxsoLnENAwyDMmgGY3p3ilrmX3QzR5kqixWm0sjY6R5wsaKuOeQ6Fp2LSCzTP4OKQOfQmlHjIa9YU5VIRkotq74HbpbiRRa1vvKKFofK7A0nCDQnOhNMhyFebvvWGcEwuxhtA7Jw184CbSGbJdX5cRdXsbaLRvC+oIPlXhpOoZl3PhFStGLTOxuNOELfOY8Drpkq5YilB5ZSSfzOOcVubJxF5jka4BzSHNOYIIIPKCFoW7SCzQvwSyBrqA0o85HVqCslUjBZpNJHW0tSRRQ/wALrF5UdmT2VIWO8IpRiie14GvCa05xrCjCtTm7Rkn8mcUk9GbCLVvC9IoAHTOwBxoMnHOldgKXfecU7S6J2NoNCaOGdAaZgbwpbSGbJdX5cTt1extIo+3X9Z4XYJZA11K0o4mnQDRbFht8czccRxMqQDRw1a6VAquKrByypq/LiMyvY2ERFYdCIiAIiIAiIgBK5tpbpB7okwMP9GM8X/cdRf8AoOTnU1ptpDhBs0Z4zh/VI2NP0Oc7eTnVGXzfauNu9hD6+hjr1P0oK66EaParVIPsQfS/9B17lTI3AEEgOAIJBrQ8hpnRWVun9oAoI4QBkAA+n5l5+BnQp1M9Xhoiqk4p3kdBRc/+MG0fUh6pPaT4wbR9SHqk9pe/4thub+xq28DoCgrRoXZXvc9wfieS53HOsmpWXRe+X2mJ0kgaCHlow1pQNadpO9Y9KNIhZmANoZn1wA6gNrj+g29C0VZ0KlHa1FePUnJxccz0MD9CLEBU4wN5fQLX+C92+UH4zVSbZbpJXYpXOe7/AHHuGodCwUXz88dQv7NFW6/4MjqR4ROiWfQ2wuzbV4GRpISOarVNWG7IYRSJjWA66DM85OZ6VF6E2Mx2VpORkLpOg0DfQ0HpU8vocLSp5I1FBJtGuEVZOwREWwsCIiAKp+EP5GLzz+Qq2Kp+EP5GLzz+QrD2h/1p/wA4lVX3GRGi+i8Vpjc97ntLXYRhw08UHaDvVjuzQyGCVszXyFzK0DsFM2kZ0byqnXPo5PaGOfEWBrThOJzga0B2A7wrLozozaLPNwkpYW4XN4rnE1JFMiBuXk4GKeS9H+r9yimtPZ+pVdJfnc/nnuCsV7aDRMhfJG+TExpfR+Ag4RUjICmpV3SX53P557gs1635bXAxTuc0GhLSwMJGyuQJCxKdGMqu1i3v3dNSu8U5XRtaC2pzbSGA8WRrsQ2cUVB58qdKv14WsRRPlOpjS7noMh0nLpVc0HuVjWe6cQe94oKamiuYNfpVGf8ACvWn9vwwtiGuV2fmsoT/AMsK9fCuWGwTnLq19dPM0QvCndlEcHvxSGpoavPK46zzldB0Ft+OzYD40RLfunjN7yPuquXK6zCx2hkkjWyy+KDWvEFWbPrVX3QW34LTwZ8WVpb95vGb6MQ6V5uBlsK1OV/fW/pv/wAFNJ5ZLqSXhG/0P8n7FA6LXnwFoY45MfxH7qOOR6HUPWp7wjf6H+T9ihLXdtbDBaAPFdIx/MZHFp66j7wUsWprGTnDWNn5IVL7RtcCw6f3nhY2ztOb+M/zQch0u/Kqpo986g+0b3rfuCJ9rtbHSnEGBrnnkjADR0mlecrSuH53D9o3vVVapKvWjWejdl8lb1OSeaSkWLwi6oP8n7Fp6OaLQ2iHhHve12JzaNLKUFN45VueEXVB/k/YoW6NE5bTHwrHRgVLeNirlTc071fiFfHS9jPuW7TgiU/+V7rluunRGGCVsrJHuc2tASymYI2DlVLv6EwWuSmWF/CN6aPHfToVs0X0Wls0rpHujILC0YcVa4mnaBuUX4QrJSWOX67S087DXud6Fdi6P+0U1DI0728vQlUj/p3tYltNrePcjQ0/LFtPN8f9B1qnaO2rg7VC7ZiDTzP4p71lvm9OEisrNfBx0dz4i3P7rAeletI7q9zuhoKF0TCfPaKO9ND0rHiq0qtXbx0jl9fyVzk5SzLhYm/CJas4YvOefQ1v7ls3DL7lu509OM7E8A7SSGMB5Mh1qtaSXh7onDm58SJraby0OI7TiOhWvSuy8Hd4jbqj4Jp5gQO+i1wqOdatiI/pW7+fQsTvKUlwKldF3PtloIc451fK45mmWrlqQB/4rBfOgsbYnPgc/GwF1HEEOAzIFAKGiweDtw4SYbcLacwca94V3lIDSTqANeaiswODpVsPnmrt338jtKnGULsoWg18OZLwBNY5K4RucBWo5wD00WHTv539xn7lHaOAm1QU+u3q2+iqkNO/nf3GfuXn7SUsC0+Et32Kr3pfUk7DoPDLZ45A+Rsj2Nd9AtqRXVStOlV/Rq0vjtUWE+M5rHbi1xoQd+/oWSS/bayFkZc5kRaBHxA2rQAOK6lTlTMHapbQW5WPd7pc4ExkhrBrBp4zujV/4pxUK1anGhHK1rw5HVaUkoo3vCH8jF55/IVp6LXqyz2OaV2f9SjBtc4sbQfzYCtzwh/IxeefyFUkRSGMuo4xNdmfohzh3kNHo3q3GVpUcZKcVvt+2p2pJxqNok7qu6W3Wgl5NCcUztw3DcTSgHJyLpcEDWNDGANa0ANA1ABVbQG8IzG6CgbICXH/AHg7ecZDmpyq2r0uzKUI0tondy1f7F1GKUb8wiIvVLwiIgCIiAKK0jvwWaLFkZHVEY5d55B6htUqte03dDIayRxvIyBc1rjTdmFVVU5Qag7PmRle245DLI5zi5xJc4kuJ1knWSvK617x2XyEP4cfqT3jsvkIfw4/UvnvBaj/AFoy93fM5Ki617x2XyEP4cfqT3jsvkIfw4/UngtT4kO7PmclRda947L5CH8OP1J7x2XyEP4cfqTwWp8SHdnzIXwffN3/AGh/IxVXSq2GS1Sk6mng28zMu+p6V02zWSOMYY2NYCakNaGiu+g5gsbrthJJMcZJzJLGVJO05L0KuAnUw8KKlp5lsqTcVG5yBWDR/RKWZwfK0shGZrUOdyNGunL1LoMVhiaatYxp5GtB9AWdUUOxoxlmqSv0IRw6T3s+MYAAAKAZADVQbF9RF7pqCIiAIiIAqn4RPkYvPP5CrYsc1nY/J7WuA1YgD3rPiaW2pSpp2uQnHNGxWfB58hJ9p+xqtSxwwMYKMa1oOZwgAehZF3D0tjSjTbvY7COWNjlOkp/u5/PPcFe9J7gFpiq0DhmZxnfvYeQ9/SpR9giJJMbCTrJa0nros6x0ez1HaKbup+WvqVxpWvficy0av51llLX14JxpIDraRlipvGojdzBfdMLxE1pIYQ5rAGMpmDtJHSadC6I+wREkmOMk6yWtJ66ILuhGYjjBGriM9Szvs2rstjn9m99PIhsZZctytReD2LCMUkmKgxUwUrTOmWqqq142Y2S1FrTUxOa5hOsjJwr3Lqywy2ONxq5jHHeWtJ6yFbX7Lpyitl7LXElKgmvZ3FN0+tDXssz2+K8Pc3mIjIUporZGS2ARvFWOMgPbOo76qefY4yACxhDfFBa0gcwpkvcUTWijQGjcAAOoK6GDaxEq0mnmVrfb0JKn7bkzSuq4obPi4IEY6Yqkk5VoM+crnNwn+7h+0b3rqywMsEQNRGwEZghra9dFHEYFVHDJZKL0+xydK9rcCpeEbVB/k/Yom5NLnWaLgmxtcKl1S4g505ORdFmszH0xta6mrEAac1Vj97YfJx9hnqVdXA1XXdanOzfTojkqUs2ZMrtxaZvtE7YTG1odizDiTk0nVTkWzp1ZMdlx7Y3Nd0Hin8wPQpuOxRNNWsY07w1oPWAsr2BwIcAQdYIBHUtCw9SVGVOrK7fElkbi1JnJrksnC2iKPWHPFeYcZ3oBVx8INkxQsl2xuoeZ4p3hqscdhiaatYxpGohrQesBZZImuGFwDgdYIBHUVmo9m7OhOk3dy4/gjGjaLjzOW6L2XhLVE3YHYzzMGLvAHSul3jYWzRPidqeCK7jsPQaHoXuKxxtNWsY06qta0HrAWZX4PBLD03CTvfUlTp5FZnLI3WiwWipFHiozrge066HaDlzEKSvfTh8sRjYzg8Qo84sRodYGQpXVVX2ezMeML2te3c4AjqK1orlszTibDEDsIYyvRksq7OrU04Uqlovh/P7Feykt0XuKtoPcDw/3TIC0AERA5EkihdTdSoG+qjtOz/d/cZ+5dHWGWxxuNXMY47y1pPWQrZ9nLu6oQfG9+ZJ0fYyohoroZabBDG7I8Gwsd9V2EUPNsPIVS7ut8titBxChacMrN4/mYP6FdSYwAAAAAZADIDmCxS2KNxq5jHHeWtJ6yFKvgM+ScJWlG2/mdlSvZrVFT05tbJLNBIwgsc+oP3D6eRetCLKyWyzRvFWOeQew3Vy7VaTYYqYcDMINQMLaV30ovcMDGCjGtaDmcIAHoUlg28RtpNaWa+lhs/bzM5baoJbFaaA0fGasOxzTqPMRUEc4XSrpvNloibKzUdY2tcNbT/NyzzWSN+b2NcRqxNae9fYbOxmTGtaDrwgDuTCYOWGnLLL2Xw5CFNwb37jIiIvRLgiIgCIiAIiIAiIgCIiAIiIAiIgCIiAIiIAiIgCIiAIiIAiIgCIiAIiIAiIgCIiAIiIAiIgCIiAIiIAiIgCIiAIiIAiIgCIiAIiIAiIgCIiAIiIAiIgCIiAIiIAiIgCIiAIiIAiIgCIiAIiIAiIgCIiAIiIAiIgCIiAIiIAiIgCIiAIiIAiIgCIiAIiIAiIgCIiAIiIAiIgCIiAIiID/2Q=="/>
          <p:cNvSpPr>
            <a:spLocks noChangeAspect="1" noChangeArrowheads="1"/>
          </p:cNvSpPr>
          <p:nvPr/>
        </p:nvSpPr>
        <p:spPr bwMode="auto">
          <a:xfrm>
            <a:off x="63500" y="-144463"/>
            <a:ext cx="304800" cy="304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nl-NL">
              <a:latin typeface="Calibri" pitchFamily="34" charset="0"/>
            </a:endParaRPr>
          </a:p>
        </p:txBody>
      </p:sp>
      <p:sp>
        <p:nvSpPr>
          <p:cNvPr id="9223" name="Tekstvak 6"/>
          <p:cNvSpPr txBox="1">
            <a:spLocks noChangeArrowheads="1"/>
          </p:cNvSpPr>
          <p:nvPr/>
        </p:nvSpPr>
        <p:spPr bwMode="auto">
          <a:xfrm>
            <a:off x="468313" y="980728"/>
            <a:ext cx="8280151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4400" dirty="0" smtClean="0">
                <a:solidFill>
                  <a:srgbClr val="FF0000"/>
                </a:solidFill>
                <a:latin typeface="Aharoni" pitchFamily="2" charset="-79"/>
                <a:ea typeface="+mj-ea"/>
                <a:cs typeface="Aharoni" pitchFamily="2" charset="-79"/>
              </a:rPr>
              <a:t>1.1 </a:t>
            </a:r>
            <a:r>
              <a:rPr lang="fr-FR" sz="4400" dirty="0" err="1" smtClean="0">
                <a:solidFill>
                  <a:srgbClr val="FF0000"/>
                </a:solidFill>
                <a:latin typeface="Aharoni" pitchFamily="2" charset="-79"/>
                <a:ea typeface="+mj-ea"/>
                <a:cs typeface="Aharoni" pitchFamily="2" charset="-79"/>
              </a:rPr>
              <a:t>Behoefteanalyse</a:t>
            </a:r>
            <a:endParaRPr lang="en-US" sz="4400" dirty="0" smtClean="0">
              <a:solidFill>
                <a:srgbClr val="FF0000"/>
              </a:solidFill>
              <a:latin typeface="Aharoni" pitchFamily="2" charset="-79"/>
              <a:ea typeface="+mj-ea"/>
              <a:cs typeface="Aharoni" pitchFamily="2" charset="-79"/>
            </a:endParaRPr>
          </a:p>
        </p:txBody>
      </p:sp>
      <p:sp>
        <p:nvSpPr>
          <p:cNvPr id="8" name="Tekstvak 6"/>
          <p:cNvSpPr txBox="1">
            <a:spLocks noChangeArrowheads="1"/>
          </p:cNvSpPr>
          <p:nvPr/>
        </p:nvSpPr>
        <p:spPr bwMode="auto">
          <a:xfrm>
            <a:off x="468313" y="1700808"/>
            <a:ext cx="8280151" cy="28007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1600" dirty="0" smtClean="0">
                <a:latin typeface="Aharoni" pitchFamily="2" charset="-79"/>
                <a:cs typeface="Aharoni" pitchFamily="2" charset="-79"/>
              </a:rPr>
              <a:t>De kern van het project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1600" dirty="0" smtClean="0">
                <a:latin typeface="Aharoni" pitchFamily="2" charset="-79"/>
                <a:cs typeface="Aharoni" pitchFamily="2" charset="-79"/>
              </a:rPr>
              <a:t>Aanleiding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1600" dirty="0" smtClean="0">
                <a:latin typeface="Aharoni" pitchFamily="2" charset="-79"/>
                <a:cs typeface="Aharoni" pitchFamily="2" charset="-79"/>
              </a:rPr>
              <a:t>Algemene beschrijving van de website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1600" dirty="0" smtClean="0">
                <a:latin typeface="Aharoni" pitchFamily="2" charset="-79"/>
                <a:cs typeface="Aharoni" pitchFamily="2" charset="-79"/>
              </a:rPr>
              <a:t>Doelen van de website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1600" dirty="0" smtClean="0">
                <a:latin typeface="Aharoni" pitchFamily="2" charset="-79"/>
                <a:cs typeface="Aharoni" pitchFamily="2" charset="-79"/>
              </a:rPr>
              <a:t>Doelgroepen van de </a:t>
            </a:r>
            <a:r>
              <a:rPr lang="nl-NL" sz="1600" dirty="0" err="1" smtClean="0">
                <a:latin typeface="Aharoni" pitchFamily="2" charset="-79"/>
                <a:cs typeface="Aharoni" pitchFamily="2" charset="-79"/>
              </a:rPr>
              <a:t>webstie</a:t>
            </a:r>
            <a:endParaRPr lang="nl-NL" sz="1600" dirty="0" smtClean="0">
              <a:latin typeface="Aharoni" pitchFamily="2" charset="-79"/>
              <a:cs typeface="Aharoni" pitchFamily="2" charset="-79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1600" dirty="0" smtClean="0">
                <a:latin typeface="Aharoni" pitchFamily="2" charset="-79"/>
                <a:cs typeface="Aharoni" pitchFamily="2" charset="-79"/>
              </a:rPr>
              <a:t>Vormgeving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1600" dirty="0" smtClean="0">
                <a:latin typeface="Aharoni" pitchFamily="2" charset="-79"/>
                <a:cs typeface="Aharoni" pitchFamily="2" charset="-79"/>
              </a:rPr>
              <a:t>Informatie op de website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1600" dirty="0" smtClean="0">
                <a:latin typeface="Aharoni" pitchFamily="2" charset="-79"/>
                <a:cs typeface="Aharoni" pitchFamily="2" charset="-79"/>
              </a:rPr>
              <a:t>Interactie van de website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1600" dirty="0" smtClean="0">
                <a:latin typeface="Aharoni" pitchFamily="2" charset="-79"/>
                <a:cs typeface="Aharoni" pitchFamily="2" charset="-79"/>
              </a:rPr>
              <a:t>Overzichten van de rapportages</a:t>
            </a:r>
          </a:p>
          <a:p>
            <a:r>
              <a:rPr lang="nl-NL" sz="1600" dirty="0" smtClean="0">
                <a:latin typeface="Agency FB" pitchFamily="34" charset="0"/>
                <a:cs typeface="Aharoni" pitchFamily="2" charset="-79"/>
              </a:rPr>
              <a:t/>
            </a:r>
            <a:br>
              <a:rPr lang="nl-NL" sz="1600" dirty="0" smtClean="0">
                <a:latin typeface="Agency FB" pitchFamily="34" charset="0"/>
                <a:cs typeface="Aharoni" pitchFamily="2" charset="-79"/>
              </a:rPr>
            </a:br>
            <a:endParaRPr lang="nl-NL" sz="1600" dirty="0" smtClean="0">
              <a:latin typeface="Agency FB" pitchFamily="34" charset="0"/>
              <a:cs typeface="Aharoni" pitchFamily="2" charset="-79"/>
            </a:endParaRPr>
          </a:p>
        </p:txBody>
      </p:sp>
      <p:pic>
        <p:nvPicPr>
          <p:cNvPr id="5122" name="Picture 2" descr="http://www.catalystinc.com/wp-content/uploads/2015/09/Blog-images-uncover-customer-needs-10-2014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6" y="3003941"/>
            <a:ext cx="3085356" cy="3085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9715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AutoShape 2" descr="data:image/jpeg;base64,/9j/4AAQSkZJRgABAQAAAQABAAD/2wCEAAkGBxQSEhUUEhMUFRUXFxQXGBgXFRgcGRcZFxUcGhwdFRcYHCohGBolHBcXJTEiJSkrLi4uFx8zODMsNygtLisBCgoKDg0OGhAQGywmHiQuLCwsLCwsLSwsLCwwLCwsLCwsLCwsLCwsLCwsLDQsLCwsLCwsLDQsLCwsLCwsLSwsLP/AABEIAKMBNgMBIgACEQEDEQH/xAAcAAEAAwEAAwEAAAAAAAAAAAAABQYHBAIDCAH/xABPEAABAwIBBgkGCwUFCAMAAAABAAIDBBEFBgcSITFBEyIyUWFxgZGhUmJyk7HRFBVCVIKSorLB0uMWIzNDwghTVWODFyQ0RKPT4vBzw+H/xAAZAQADAQEBAAAAAAAAAAAAAAAAAgMEAQX/xAAnEQACAgEEAgICAgMAAAAAAAAAAQIRAwQSITFBURMUInEysUJhkf/aAAwDAQACEQMRAD8A3FERABERABERABERABFyTYhG3fc8w1+Oxcr8TceS0Dr1rtMCVXrkna3a4Dt/BV+uxZjP40zW9BcAfqjWe5QVVlnTt5AfJ1N0R3usfBUjilLpCuSRdJMSYNlz1D3rllxg7md5We1OW8h5ETG+kS72WUXUZS1L/wCZo9DWtHja/irR0svIryI0uXF5d2iOoe9R1Ti8u+W31Qs2lrZHcqR7utxP4rnVVpV7F3l9qMa56n/q/wD6o6bFmnbMT9IlVNE6wI5vZPy17D8u/euV9UzyvAqKRP8AEjm47nVPM4jqJXicQlHJmlHVI4ewrjRHxoLOwY/Vt5NTP6xx9pXsZl1Xs/5gkczmRnx0b+Kj0R8UfQbmT1NnTrG8tkDx6LmnvDreCl6TO83+dSuHTHIHeDg32qjuhadrR3L0voGHcR1H3qctPB+DqmzXKDOZh8ltKR8R5pI3Dvc27fFWXD8VgnF4JopR5j2u77HUvnWXCfJd3j3LjkwyRp0m7RsLTYjq2FRlpfQyyH1Ei+ccPy4xGlIAqJHAfJmGmD2v41uohXHBs9GwVdNbz4XX/wCm/YPpHqUJYZIdSRrqKCwDK+jrdVPUMc7yHXbJ9R9nHrAsp1SaoYIiIAIiIAIiIAIiIAIiIAIiIALxkkDRdxAA2kmwUJi2UscV2x2kf0Hit6zvPQPBVHE8aLuNM/qb+Vo9qpHG5CuSRcKvKFo1RjSPOdQ958FC4hjNheaUNHNe3c0az4qlVmULzqjGgOfa73BQ73lxu4kk7STc961Q03sRzLdV5YNbqhjLvOfqH1RrPgoOtygqJdshaOZnFHhrPaVFotMcUY9IRybCIicUIiIAIiIA9tNA6R7WMF3OIa0c5JsFYzkLU73QD/V/8V6cgYA6tjJ2RtfIeoNI9rgsKxmu4eommItwssklvTeXfisufPKEqRSEU1yb1+wtT5UHrf8AxXBjOTc9MwPk0CwnR0mO0gDa9jq6CsIW5YfBwGB0EWx0rpah3SCTo3+i9vckxaicppHZQSRGIiLaSCIiACIiACIiAPxzQdRFx0rhqMIidu0T5vu2LvRcaT7OlZq8BeNbCH21jc4d/vUvgOcbEKEhhkMzB/LqLuIHmyHjt6Lkgcy7166inbILPaHDp/A7lGeBPoZTo0vJXOtRVZDJCaaU2GjKRoOPmS8k9TtEnmV9XyviOTW0xG/mu/B3v711ZLZf12FuEdzJCNsEpNgP8p22PotdvQsWTC4lVKz6eRVfIzLukxJv7l+hKBd0L7CQW2kC9nt84c4vY6laFEYIiIAIiIAIi9NXUtiY58jg1rRck7kAeVRO1jS97g1oFyTsCoWPZVumuyK7I952OeOnyW9HfzKHykykdVP3thaeK3+p/O72d5NcqKku1DUPb1rZiweWTlM7qnFLao+/3BRb3km5JJ5yvFFsjFR6JN2ERS+AYbFKJ5ah7o4aeIySFgu6wudVwdwdu3LspKKtglZEIu34/wAB+d1nqv00+P8AAfndZ6r9NQ+zjG2M4kXb8f4D87rPVfpp8f4D87rPVfpo+zjDYziRd7cbwI/87Ut9KFx+7Gu6jwmkqrChxKnlcdkb7xvPU08Y/VTLU435DYyCRd2KYTNTO0Zoyy+w7Wu9Fw1FcKsmnyhScwqfgKDEqm9iynMbD50twPtaHesEW05azcBgFt9VVNH0Yxf70X2liy8vO7yMvDo/WNJIA1k6gvoHLaIRPp6ZvJp6aGMdYFvYGrEcmJ4o6ynfOdGJk0T3kAniseHEWGs3tbtWyYvlhglRM+Z9VVBz7XDYtQs0AWuw7gjBOMJXIJptcEMi7fj/AAH53Weq/TXm3FsDdqGITsPnwPI7dGNbfs4yWxkeisNPk5HUAmhraaqIF9AODX29G58bKFrKN8LyyVjmOG0OHiOcdIVIZIy/ixWmuz0IvZBEXua0bXODR1uNh7VL41Pg9HM+nqKqq4WPRD9GMFty0O1WYdxG9cnljDs6ot9EIi7fj/AfndZ6r9NPj/AfndZ6r9NT+zjO7GcSLt+P8B+d1nqv01+jHsB+d1Y/0v00fZxhsZwopWnmwic2hxQMP+fG5g+s4NC6MRyVniZwjQ2aK1xJC7SFue223SLjpTxzwl0zji0QS562iZK3RkaCN3OOo7l0IqtX2cKViWETUrhLC91mnSa9hIfGRvJGzrHgtYza53xMW02IlrJDYMn1Bkh5pRsY7zth6N9cVUyjyb1GSBvS6Mb+lg/DuWLNp/MSkZ+z6vRYHmgzomJzKKufeI2bDM464zsDJCdsfM48nYdXJ3xYioREQAWT5cZS/CZeCjP7mM7tj3Da7qGwdp3i1szjY58GptBhtJNdg5w23HcOwgdbhzLJIti1afFf5MnOXg9z33XgiL0EqJBERBwKQxubgMBrHg2dPLFCDzgEOI7W8IFHrxzuT8FhmG0/946Wod/T4SnuWbVOoUUx9mRIitua3J2OvxGOGYExaMj5ACQdFrDbWNY4xavOLFSRbccAwH5rVn/VP/cXi/JzAXavg9YzpEgPteVX4MnoXcjE0WuVuaukqQfiyscZQCRBUgAv32ZIABsvuPSRtWUVVO6N7o5Glr2Oc1zTta5psQekEFTcWnTGTsv2Q+cyWC1PX3qqN1mkP4z4h5UbjrNvJvu1W33LKLCRA5ron8JBK3hIZBrDmkA7ecXHYQegYUtqzTTmvw2aidrfTSxSRE7mSuIc0dAs8/THMrYMuyX+hJxtEXntn4OHDaW9iyB0z29MpAHi2RZSr9nwr+FxaZo5MLIoh2MDj9p7lQVFu3Y6CLSM22RtHU0dRV1xm0I5I4mCIgG5ALto18tnNaxVg/ZLAuav+sxNHHKStI42kYui2Z2RmBO1B9fH512G3ZolUfOFkX8XOidHMJ6edrnRSaOieKRdrhzjSbr38w2LkoSj2gTT6KnFIWkOaS1wIIINiCNYII2FbPm7yqdi0bsPrXaVQ1jn007uU4tGtjztcba77wDfWATiytOa6YsxaiLdvDNb2Ou0+BK5GTi7R1qzUcjqQvroWkcl5cejgwXa+1oCxzK7EPhFbUzA3Ek0rmnzS86NujRst4jkFPPitSP5EVS5vpucS23a0hfOCvqZbpL9CQVIIi3N2ROEUsVOyrp53zup4pJCyU203N421wtxg7VbZZRjFydIZujDEW3fEGA/Nav1v6i5p8hcFn1RVFVSvOwyBr2A+cAL2+kE7w5F4ObkY0pvJfKyqw+TTpZnM1guYdcb+h7DqOoWvtG4hdGW+R02GStZKWvZIC6KVnIkbzjmIuLjpG0EFVxSGN8hqoMWpXVtKwRzxW+FQDdf5bOg2Jvvsd4N4JVLNJjppMTg1/u5nCCQbi2Q6Iv1O0T2FX7KGh4CpliGxrzo+ieM37JC36XI5La/BHJGuSOREWsmVDK/AhYzxDpkaPvD8e/nWq5i8vjUs+A1L7zRtvC47ZI2jW0ne5vi30STWSFQK9kmH1jJYCWlrhJEeax5J5xuI3g9KwanFX5ItCXg+w0UXkvjbK2lhqY+TKwOtfku2OaekOBHYvxZChlGcfE+Gr3tB4sQbE3rGt3bpEj6IUM0WXLPPwtRI/y5ZH97i5da9bHGo0Z27YREVBQiIgD9awkgDaTYdZURn5qR8YRwNPFp6eGO3MTd33XM7lbMlKbhKyBv+Y1x6mcc/dWW5xcQ+EYnWSbjPI0dLYzoNP1WhYdY+UiuMri1TMdDoNxGq3xUwjaemUkjxjb3rK1s+QcHA4A9x21VVYejGB/VG7vWbGrkkUk6RzhEReuZj30MxZIx7dTmva4dYIVVz307WYxUaOrSETj1mJt++1+1XXJykM1VCwb5Gk+i06TvAFZvnRxIVGK1cg2CUxjqiAjuOg6F+1YdY+UWxlWWvf2bXH4ZU83we56xI23tKyFaxmevT0GLVuzQg4OM+foPNu8xd6xlDOcpa/4RV1E17iSaV46nPJHgQo1EQBt+Bw8BgNGy1nVEss5HOAS0Hu4MqPViyug4BtHS/N6WJp9Iix7eID2qur1NOqxohN8henPJJoUOFQ7yyeU84Diwt79I9y6I4y4ho2kgDrJsFDZ+asHEWwtPFp6eGK3MSC/2Pb3KWrfCQ2MzdXnMrQmXF6fmj4SR3QGxm32i1UZanmNh0BiNVvipuDafOlJI8Yh3rClboqWDLSu0cHrpb2NXVtY3XYkB/C91g8d6wxazndm4LDsNpx8sS1Du22h4Pd3LJk+V3NnI9Elk1QfCKunhtcSTRMPU54B7LErbMuqnTrZbbG6LB9Fov9rSWf5j6DhcWhceTC2WV3UGFo+09qs9bUcJI+Ty3vf9ZxP4q+kX5NiZHwelERbyJ784TeEwCFztsVZosO/Rcx5IHRr+yFjK17O1NwOFYfTHlSvkqT0AAht+sS/ZKyFeTldzdezTHo6sLcRNEW7RIwjrDhZb1nEH+/SejH9wLGsgaA1GI0kYF7zxE+ixwe77LStayzqeErZ3DYH6P1Ghp8WlW0i/N/oTJ0QqIi9AiFBZZUXCU5cBxozpDqOp34HsU6vVVxacb2nY5rh3iyWcd0WjqdMsH9m7Gi6KppHHkObMzXufxXgcwBaw9byizHNrlB8Bqny3tpQuZ3vY7+lfq8c0k/A3Rl0TtDnNPWLhSa8cr6Q0+IVDdwlLx6MnHFux1uxeS9fG7RmYRETnAiIgCx5EyiJ9RUu5NPTTSnrA9wcvn+R5cSSbkkknnJW410/AYHiEu+UxU7em5Gl9l7u5YYvM1LvIy8Ogt4rIPg+GYZTjV+4Mzh50xD/a56whtri+zfb8FtmJZ0sJnc10lHVktY1jbOaAGtvYWEnSUuGajO2dkrVHCv0Ly/2hYMNlDVnrk90i46nPAyIH4Bh0ELt0krjI8dWoWPaQtb1cfCZP42WerrRg1HJVTWbVzNdHSxHlC+2RzdwGo9w2uWBucSbnWSu7G8ZnrJTNUyulkOrSduA3NA1NGs6gANa4FinNzlbKpUqC2/KjDDheTDKd40ZqmSMyDYQ9x4Ug9LWRNafRUBmqyPaAMTrhaniN4WHbPKOTYHa0EdpHMCpTP3iz3wYfG88Z7ZKh7ebT0dADoALx2JdrqwsxtTeROH/CMQpIrXDp4tIeaHgu+yCoRaJmIow/FBI7ZBDNMe4R/wD2Lh0uuWdTwlbOdwfofUAafEFQq85pS9znna4lx63G59q8F7MVSSMzJfJGl4Ssgb54cfocf+lZTnAxD4RiVXLe4M8gafNY7Qb9loWxZFyiE1NU7ZT000naBceDXL5+c4k3OsnasGrdzorjXB+LaM31KYsCeRyqurDG9LWWt9pj+9Yuvo7JzDtCDBaUD5Pwl46XfvtfaXhRxfzT9c/8Gl0Ztn2qgcSELTxaeCGEDcNRf7HjuWdKey7xD4RiNXLe4dPKGnzWuLW/ZaFAqYxq2ZKHg4cSqrWLIGwsd0yk3setrO8LpUVm/wAuaGioZKWqgqJDLLwjjGWgWAZoi+mDqLL9qmP9oOC/Mqz1g/7q1YM0cadk5xbZ4KZydwThyZJTwdNHd0srjZoa3WQHHfYdm3mvBzZ0cOj/AOHwsvPPPLcD6PGuqflfnBrMRHByubHALWhiGjHq2aWsl27abC2oBPPV8VFHFj9nhnJyoGI1z5mC0TQIoRa1o2E2Nt1yXOtu0rblVkU5kfkvPiVQ2CAdL3kcWNl9bnfgN51LEVL1mPwsRGoxOVvEp2GOK/ypnix0TzhpDf8AV611veXElxuSSSeck3KnMenhhiioKT/h6cWLtV5ZPlOJG3WT0XJ3AKBXpabHtjb7ZCbthERaBAvx5sCeYH2L9UdlDU8HTyu3lpaOt2r8fBck6TZ1FCwTC31EhYwEkNLtXMCB+IX4tM/s74KJqmpmeLsZE2PXs0pHh3gIj3ovGNJdM8+Cn91VtGr+FJ0ayWE9pcL9LVRMPm0m23jV2bl9CYph7KiF8MguyRpaefXvHMQbEHnC+eMWw6ShqXwybWnUdz2HY4dBHcQRuW7TZOKZKa8nai8Y3hwBGwryWwkEROpADOpNwWD0EGx000s56QwEC/ZK3uWQLTs/U9qumpgeLT0sbepzib/ZDFmK8eb3SbNKVIItGzOYHTzurJ6qFs0VPBfQdsL3G7dY2G0bh9JW/hML/wAHh9c78iaGKc+YoHJLswpFuvCYX/g8PrXfkXtZiNCz+HhFGDuL2tf7WJ/rZPX9C74mJ4VhE9S/Qp4ZJXatTGF1r+VYcUdJ1LT8nc2MVHoz4w9t+UykjcHOf/8AK4G1r7gbbLu3KyVGWVSW6EZjgZ5MLA3xNyOyyr8khcS5xLidpJJJ6ydqrDSP/JivJ6JXFsVkrZWNsGMu2OKNvJjBIaABz7NfsGpUvPrWh+KvjHJgihhH1eE1est2KyUNSYpGSAAlj2vAOwlrgdfcpevxHD55HSzYVE+R5u5xmdcnp4ifPilKlBcI5CSXZgS1rM3BwdDidSd7I6dp6X30vvsU3wmF/wCDw+td+ReysxeH4MaalpGU0bpOEeGvLtJwAG9otsb3BRhp57la4Hc1RCoiL0SBJYnPwGBV0mx0z4oG9IuC630XP7lhy3mkxiH4MKaqpGVMbZDI0OeW2cQRcgNNzYu19K9fCYX/AIPD6135Fgy4ckptpFoySRieHUhmljibypHsYOt7g0e1fTWIVYhrKuYDiUNE7R6xHpADsLgqvSVuHRPZJHhMLXsc17XCU3a5puCOJtBAXrynxNwwjEal1g+qmjhHVpBzgPoOcOxJ8cscW5fo7uTaowkm+sr8RdmDUPD1EMI/myxx/XeG/is45xovoXHqLCqad8IwqF+hojS4RwuS0HZonZe23co/hML/AMHh9a78istPkatIXejCl5RsLiA0Ek6gALknoAW7MqsNbycHpvpP0vAsXVDlYYRakpaSmH+XEAfCw7wmWmyejm9Gd5LZqqyp/eVI+B041uknGi63mRmx7XaI16iVf311PR05o8NaWxn+LM7+JMbWNzYEDu5gANsbiOKTVBvNI5/MCdQ6mjUOwLjWnFplHmXLElO+giItJMIiIAKlZc4jpObC06m8Z3pEah2A+KsePYs2nj0tRebhjec856AvRmdyOdiNZw8wJp4XB8hI1SSbWs6dfGd0avlBZNVlpbEUxx8mzZnsmzQ4bGHi0s376QHaC8DRaQdhDA2457oruiwFgqxl3km2vh4tmzsuY3nYedj/ADT4HXzg2dF1Np2gas+ZmufTyOjlaWuabPYdrSP/AHqIUox4IuNYWtZcZFR17dJto6hos2S2pw8mS21vTtHeDilXTzUcropmFjhtadhHO07COkL0cWZSRCUaJJSWTdNwtVAznkYT1NOkfAFRFPUNeNR7N4VrzfstUulIJ4GGWSwFyTYNsANps4quSVQbOJcmR50a/h8VrHjZwpj9UBH/AEKrKaqMn657nPdSVRc4lxPASayTcnk85Xr/AGZrfmdV6iT8q8g0GnZuIeBwOpkIsaipbG087Y2tPt4Qdi9SmpqQ02E4bTOBa4sfM9pFiHPOkA4HYRwjh2KFXpaZVjITfIREWgQIiIAIiIAIiIAIiIAIiIAL1515uCwrD4N8sk1Qfo8Vt+tsvgV7Lcy9OezC6mSrhihp55I6emijuyJ7m6WsmxAts0e5ZNW/xSKY+zJleMy+H8Ni9NquI9OU9Ggw6J+uWKu/szW/M6r1En5VpOZfBpqU19VNDLEY6YsZwkbm6RedLi6Q1kGMDV5XSsKVuix2YvU8LPLJ5Uj3DqLjbwsuNAi9lKuDMEREHAiIgAiIgAuLFsUZTs0nnX8lo2uPR0dK4scyijgu1tnyeTfU30j+G3qUXkjkhWY1OSDoxggSTOHEYNui0fKdY6mjn1kXus+bUKHC7KRhfZ6MnMBqcarNBmoai95B0IY7+J22btJ7SPqfJzA4aGnjp4G2YwW17XHe5x3uJ1n3L0ZKZNQYdA2CmbZo1ucdb5Hb3PO8+A2CwUyvObbdssERFwAiIgAorKHJ6Ctj4Odl7clw1PYedjt3VsO8FSqLqddAYHlVkPU0BL23lhGsSsGto/zG7W9esdWxR+C5RyQP02PLHWtpNtrB3OadRGody+jCqPlPm0pqm74f93lOvij924+dHuPS23TdaYajxIm4einsy0rCLipJHox/lXl+2Nb84d9SP8qreOZL1lASZYzoD+bHxoz1m3F+kAuKDFPKHaPctUfjfhCOydxHEZZ36czy91gLm2oDcANQ2lcq9cNQ13JIPRv7l7FZV4FCIiDgREQAREQAREQAREQAREQAU5HlfWgACodYatbWE9pLbntUGi44p9o7ZPftjW/OHfUj/KuevykqpmGOWZzmG1xZovbn0QLqJRcWOK8ILYRETHAiIgAija/HoIr3fpO8lms9u4dpVaxDKyV/FibwYOoHlPPVuHYFKeaEe2MotltxDEY4BeR4bzDa49QGsqn4plRLMeDgDmBxsLa5HE6gBbZfmGvpVhyWzS4hXOEk4NNEdZfNcyOHmx8onZytEWOolblkbm9osNAMMenLvmks6TX5OqzB0NA6brHk1MpcLhFVBIyjIDMtLMWzYjpRR6iIQbSv3/vD/LB5uVt5O1bzh9DHBG2KFjY42izWtFgB1D2rpRZhwiIgAiIgAiIgAiIgAiIgD8IVRx7N1RVN3BhgeflRWaD1s5J7gelW9F1Sa6BqzD8azW1kNzCWVDfNOg/6jjbucepVOd89O7QlbJGfJlYQezSFyOpfTi9NVSskaWyMa9p2te0OB6wdSvHUSXYjgj5uixbym93uK6o6+M/Kt16lrmKZs6Ca5bG6Fx3xOIH1Ddo7lU8RzOyC5p6pruZsrC09r2k3+qFeOpQjgyrtcDsIPUv1ftdm8xGE6oNMeVE9p7gSHeChaqGqg/ixzx2/vI3gd7hZWWaLF2smUUAzGX87T2e5e1uNnewdhITfIjlE0iiRjg3sPePcvIY4zyX+HvXd8QpkoijfjuPmf3D3r8+PIvP7h70b4+wpkmiizj0XM/uHvXrdlDH5D/D3o+SPsKZMIoF+Ug3Rntdb8F6JMpX7mNHWSfcleWHs7tZZUVNlyimJsHNB5mtF/G66abCsRqf4cFW8HeI3tZ9YgN8Uj1EUd2Mss1Qxmt72t63Ae1RtTlFAzY4vPmj8TYLpw7NDic2t8cUA55ZQT12i0vGytuFZiWDXVVj3bOLDGGfbeXX7goy1T8DLGZlV5Wu/lsa3pcbnuFgPFemhw7EMRNoYp5gbi7W6MQ6C7UwdpX0Vg2bbDaaxZSse4W4015Dcbxp3DT1AK2NaALAWA3BZ55pS7Y6ikYNk7mJmfZ1bO2Jv93Dx39Re7itPUHLVsmMhKGgsaeBun/ev48nY53J6m2HQrIikMEREAEREAEREAEREAEREAEREAEREAEREAEREAEREAEREAcFZglNN/Fp4JPTiY72hQ9TkBhz9tJGPQ0mfcIX6i6pNBRS8fyIooidCEj/VlPtesxxqmbG8hgsOsn2oivjbfYjRGFeJRFUU8SrDkzhUUxtI3S+k4fdIREkujqNPyezd4dILvpy49M01u7hLK1U2QGGs2UNOfTYH/fuiLO2xybpMOhiFooo4x5jGt+6F1IiU6EREAEREAEREAEREAEREAEREAEREAf/Z"/>
          <p:cNvSpPr>
            <a:spLocks noChangeAspect="1" noChangeArrowheads="1"/>
          </p:cNvSpPr>
          <p:nvPr/>
        </p:nvSpPr>
        <p:spPr bwMode="auto">
          <a:xfrm>
            <a:off x="63500" y="-144463"/>
            <a:ext cx="1800225" cy="18002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nl-NL">
              <a:latin typeface="Calibri" pitchFamily="34" charset="0"/>
            </a:endParaRPr>
          </a:p>
        </p:txBody>
      </p:sp>
      <p:sp>
        <p:nvSpPr>
          <p:cNvPr id="9220" name="AutoShape 5" descr="data:image/jpeg;base64,/9j/4AAQSkZJRgABAQAAAQABAAD/2wCEAAkGBhASERMQEBQSEhASGBQUEBcTFRAXEhkXFhQXFxUUFRUXHCceFxojGRYWHy8gIygpLDAsFR8yNTAqNSYrLCkBCQoKDgwOGg8PGikkHyIzKzUsKiw1LykuKSwtLCwtLSwpLCwsLCwsLCwsLCwsLCksNCwsLCwpLCwsLCwsLSwpLP/AABEIAHMBtQMBIgACEQEDEQH/xAAbAAEAAgMBAQAAAAAAAAAAAAAABQYDBAcCAf/EAEgQAAEDAQQECAcPAwUBAQAAAAEAAgMRBAUSIQYxQVETImFxgZGSsQcyU3Kh0dIUFRYXMzRCUnOCk7LBwvAjJINDYqKz4VRj/8QAGgEBAAMBAQEAAAAAAAAAAAAAAAIDBAEFBv/EADcRAAIBAgMFBQcDAwUAAAAAAAABAgMRBBIxEyFBUWEFFBWh0SIyUnGBkbFCwfCC4fEjJDM0Y//aAAwDAQACEQMRAD8A7iiIgCIiAIiIAiIgCIiAIiIAiIgCIiAIiIAiIgCIiAIiIAiIgCIiAIiIAiIgCIiAIiIAiIgCIiAIiIAiIgCIiAIiIAiIgCIiAIiIAiIgCIiAIiIAi5kdM7b5QdiL2U+Gdt8oOxF7K8bxmhyl5epn7xHqdNRcy+Gdt8oOxF7KfDO2+UHYi9lPGaHKXl6jvEep01FzL4Z23yg7EXsp8M7b5QdiL2U8ZocpeXqO8R6nTUXNYdLbe9wY19XOIDQGRVJOoeKr7DKYYQ60yAlorI8gAV3AAdA2la8NjoYi7imktW7W/JOFVT0N1FS7f4QsyII6j60hOf3R61pfGBafqw9mT21VLtXDRdr3+Rx14I6Ci578YFq+rD2X+2nxgWr6sPZf7aj4th+v2ObeB0JFz34wLV9WHsv9tPjAtX1Yey/208Ww/X7DbwOhIue/GBavqw9l/trdubTK0zTxxFsVHmjqNfWgBJpxtwUodqUJyUVe76HVXi3YuqIoi+7XbGOb7libI0g48Ww1FPpDlW+pNU45mm/lvLW7K5Loqt76Xt/80f8AP8iyaMaRz2mR7JGsDWNqSwO8bEABXERqxdSzRxsHNQtJN6XTRBVFe28sqKnx6TW6SSVkEUTxG4g6waYiBWrxuWf30vb/AOaP+f5FxY6D0jJ/JM5tVyZaUUBft+TWezRS4WcK4tbI11S0EsJcBR28bys2jN+m0xuLwGysNHgVpn4pocxtHO0q1Ymm6my42uSzq+UmUUJpJfclnMOAMPCOwuxB2rLVQjevulN9Ps0TZIw0kvwnEHEUwuOwjcuzxMIZ7/ptf6hzSv0JpFVRfF6UDvc0ZaRXLXTmEhPoW1c+lzZX8DMwwzagHVoTuzAIPIVXHGU21F3V9Lpq5xVFoWBERbCwIiIAiIgCIiAIiIAiIgCIiAIiIAiIgCIiAIiIAiIgCIiAIURAcYITCuzovnvBP/Ty/uZO7dTjGFKLs6pem+kGuyxH7Yj0M/U9W9ZsT2ZHD03OVTy1f3IToqCu2UtEVg0R0f4eThHj+jGc9znaw3m2noG1eXRoyrTUI6spjFydkTmhOj+BvumQcdw/pg/Rafpc57udRend7F83AA8SKhdyvIr6AQOkroCp14aCSSyyS8K0Y3OdTC7IE1A17l9LisLOGGVGgr8zZODUMsSkIrf8XUnlmdh3rT4u3+WZ2HeteJ4bifg/HqZtjPkVBFb/AIu3+WZ2HetPi7f5ZnYd608NxPwea9RsZ8ioIrf8XUnlmdh3rT4un+WZ2HetPDcT8H49RsZ8ioK46BXOcRtLxRoBbFXaT4zhybOk7lvXfoDCwh0rnS02Uws6RUk9as7GAAAAADIAZAAagAvUwHZk4TVSrw0RdSotO8j0iLRvm9W2eJ0rszqYPrOOofzYCvenNQi5S0RqbsrsiNLb3cMNkgzmmyNNYadnIT6BU7lK3HdDbNEI25nW873HWebYOQKJ0TulxLrZPnNNm2uxp28lRq3Cm9WZY8NB1JOvPV6LkvV8SuCu8zKBcd+xWae1GXFx3kNwiup7694U58PbJ/8Ap2P/AFaGiMDXWi2YmtdR+WIA/wCpJvVq974vJx9hvqWXBxrukskkld6q/F9SFNSy7mV7wgmtmjO+Qf8AW9a9u/s7ay0DKC0Cku4E0xHro7tLY8IXzZn2g/63qWvq6xaLO6P6VAYzucBl16uYlKtJzrVHH3o5Wvmr/nQSjeTtruIbTrXZftD+1evCH83Z9p+x6gLXeZlhsrH/ACkMhY8HXQYcJPQKc7Sp/wAIfzdn2n7HrPOqqtOvNcVH8EHLMpP5FksfybPNb3BVzTu7wYmzjKSNzRiGvCTTXyOoR0qx2P5Nnmt7gq/p5bWtgEWt8jm0G2jTUnrAHSvSxmXu0s3Lz4eZdUtkdybum1mWCKQ63saTz0z9NVtrTueymKCKM62saHc9M/TVbi1U75Fm1sixabwiIrDoREQBERAEREAREQBERAEREAREQBERAEREAREQBERAEREARFr3hbmQxulkNGtHSdwHKTkuSkoq70GhG6UX8LNFxfln1EY3b3nkHfRcye8kkkkk5knWSdZK2r0vJ88rpX6zqGxoGpo5vWtVjCSAASSQABrJOoBfGY7FvE1N2i0/nU86rUzs27pux9olbEzbm47GtGtx/mshdVsNiZDG2KMUa0UG/lJ5Sc1G6MXCLNFnThX0Mh7mjkHfVTK+g7Owfd4Zpe8/Lp6mqjTyq71C0L4viOzR8I/PYxo1uO4etb65ppneBktLm14sXEbz63Hry+6Fdj8V3elmWr3IlVnkjcW/TO1SE4XcE3YGAelxzPoWj7/Wry83bf61oIvkZ4mrN3lJ/cwOcnxN/wB/rV5ebtv9ae/1q8vN23+taCzWSyPleI42lz3agO87hyqKq1W7KT8xeRdNBLVPIZXyyPe0YWtxOcRU1JpXkp1q3KPuK6RZ4WxDN2t53uOs82ocwCkF9phKcqVGMZ68T0aaaikwiItRMKraV3HaZ5Y3RBro2NFA8imLESat21Ab1K0rVvC9IoAHTOwBxoMnHOldgKz4mlCpTcajsvsQmk1ZlewXxvh/4epb9zC8OE/ujHweE+LhriqKahuqsnwvsXlR2ZPZWWyaSWWV4jjkDnurhGF41AnaNwKy01RUlas30zJ3IJRv73mV6C5bxhlmfBwYEriTUtOWJxbrGXjLZw3xvh/4epS9p0mskb3MfIA5po4YZMj0BYxpdYvLDsyeyq1Sw8PZVZrpmRzLFbs3maukV02i0WWJgwmYFrpMwBXg3B1OkqwsGQCx2a1Mkbjjc17TtaQR6FlXoU6UYyc073t5Fqir3KdfmiMr7SJoQ3A4tc8E0o4HjU59fPVSml10S2iFrIgC4PxGpplhcP1C2J9KLIxzmOlAc0kOGF5oRrGQUlDM17WvaatcA5p3gioKyxw+HltIwfva2a3ehBQg7pcSrsgvegaHQtAAAPF2dBWe6tFHCX3RapOGmGbdeEEajU66bMgApi8L3hgw8M/Birhyca0pXUDvCXffEE+LgXh+GmLJwpWtNYG4pGhQVRRlNya0Td/IKEb2bubiLHaLQ1jXPecLWglxOwBR1n0nsj3NYyUFziA0YZMyecLZKrCDSlJJsscktSVRad4XvDBh4Z+DFXDk41pSuoHeFp/C+xeVHZk9lRlXpQdpSSfzRxyitWTCKNsekVmleI45A55rQYXjUKnWNy8RaUWRzgxsoLnENAwyDMmgGY3p3ilrmX3QzR5kqixWm0sjY6R5wsaKuOeQ6Fp2LSCzTP4OKQOfQmlHjIa9YU5VIRkotq74HbpbiRRa1vvKKFofK7A0nCDQnOhNMhyFebvvWGcEwuxhtA7Jw184CbSGbJdX5cRdXsbaLRvC+oIPlXhpOoZl3PhFStGLTOxuNOELfOY8Drpkq5YilB5ZSSfzOOcVubJxF5jka4BzSHNOYIIIPKCFoW7SCzQvwSyBrqA0o85HVqCslUjBZpNJHW0tSRRQ/wALrF5UdmT2VIWO8IpRiie14GvCa05xrCjCtTm7Rkn8mcUk9GbCLVvC9IoAHTOwBxoMnHOldgKXfecU7S6J2NoNCaOGdAaZgbwpbSGbJdX5cTt1extIo+3X9Z4XYJZA11K0o4mnQDRbFht8czccRxMqQDRw1a6VAquKrByypq/LiMyvY2ERFYdCIiAIiIAiIgBK5tpbpB7okwMP9GM8X/cdRf8AoOTnU1ptpDhBs0Z4zh/VI2NP0Oc7eTnVGXzfauNu9hD6+hjr1P0oK66EaParVIPsQfS/9B17lTI3AEEgOAIJBrQ8hpnRWVun9oAoI4QBkAA+n5l5+BnQp1M9Xhoiqk4p3kdBRc/+MG0fUh6pPaT4wbR9SHqk9pe/4thub+xq28DoCgrRoXZXvc9wfieS53HOsmpWXRe+X2mJ0kgaCHlow1pQNadpO9Y9KNIhZmANoZn1wA6gNrj+g29C0VZ0KlHa1FePUnJxccz0MD9CLEBU4wN5fQLX+C92+UH4zVSbZbpJXYpXOe7/AHHuGodCwUXz88dQv7NFW6/4MjqR4ROiWfQ2wuzbV4GRpISOarVNWG7IYRSJjWA66DM85OZ6VF6E2Mx2VpORkLpOg0DfQ0HpU8vocLSp5I1FBJtGuEVZOwREWwsCIiAKp+EP5GLzz+Qq2Kp+EP5GLzz+QrD2h/1p/wA4lVX3GRGi+i8Vpjc97ntLXYRhw08UHaDvVjuzQyGCVszXyFzK0DsFM2kZ0byqnXPo5PaGOfEWBrThOJzga0B2A7wrLozozaLPNwkpYW4XN4rnE1JFMiBuXk4GKeS9H+r9yimtPZ+pVdJfnc/nnuCsV7aDRMhfJG+TExpfR+Ag4RUjICmpV3SX53P557gs1635bXAxTuc0GhLSwMJGyuQJCxKdGMqu1i3v3dNSu8U5XRtaC2pzbSGA8WRrsQ2cUVB58qdKv14WsRRPlOpjS7noMh0nLpVc0HuVjWe6cQe94oKamiuYNfpVGf8ACvWn9vwwtiGuV2fmsoT/AMsK9fCuWGwTnLq19dPM0QvCndlEcHvxSGpoavPK46zzldB0Ft+OzYD40RLfunjN7yPuquXK6zCx2hkkjWyy+KDWvEFWbPrVX3QW34LTwZ8WVpb95vGb6MQ6V5uBlsK1OV/fW/pv/wAFNJ5ZLqSXhG/0P8n7FA6LXnwFoY45MfxH7qOOR6HUPWp7wjf6H+T9ihLXdtbDBaAPFdIx/MZHFp66j7wUsWprGTnDWNn5IVL7RtcCw6f3nhY2ztOb+M/zQch0u/Kqpo986g+0b3rfuCJ9rtbHSnEGBrnnkjADR0mlecrSuH53D9o3vVVapKvWjWejdl8lb1OSeaSkWLwi6oP8n7Fp6OaLQ2iHhHve12JzaNLKUFN45VueEXVB/k/YoW6NE5bTHwrHRgVLeNirlTc071fiFfHS9jPuW7TgiU/+V7rluunRGGCVsrJHuc2tASymYI2DlVLv6EwWuSmWF/CN6aPHfToVs0X0Wls0rpHujILC0YcVa4mnaBuUX4QrJSWOX67S087DXud6Fdi6P+0U1DI0728vQlUj/p3tYltNrePcjQ0/LFtPN8f9B1qnaO2rg7VC7ZiDTzP4p71lvm9OEisrNfBx0dz4i3P7rAeletI7q9zuhoKF0TCfPaKO9ND0rHiq0qtXbx0jl9fyVzk5SzLhYm/CJas4YvOefQ1v7ls3DL7lu509OM7E8A7SSGMB5Mh1qtaSXh7onDm58SJraby0OI7TiOhWvSuy8Hd4jbqj4Jp5gQO+i1wqOdatiI/pW7+fQsTvKUlwKldF3PtloIc451fK45mmWrlqQB/4rBfOgsbYnPgc/GwF1HEEOAzIFAKGiweDtw4SYbcLacwca94V3lIDSTqANeaiswODpVsPnmrt338jtKnGULsoWg18OZLwBNY5K4RucBWo5wD00WHTv539xn7lHaOAm1QU+u3q2+iqkNO/nf3GfuXn7SUsC0+Et32Kr3pfUk7DoPDLZ45A+Rsj2Nd9AtqRXVStOlV/Rq0vjtUWE+M5rHbi1xoQd+/oWSS/bayFkZc5kRaBHxA2rQAOK6lTlTMHapbQW5WPd7pc4ExkhrBrBp4zujV/4pxUK1anGhHK1rw5HVaUkoo3vCH8jF55/IVp6LXqyz2OaV2f9SjBtc4sbQfzYCtzwh/IxeefyFUkRSGMuo4xNdmfohzh3kNHo3q3GVpUcZKcVvt+2p2pJxqNok7qu6W3Wgl5NCcUztw3DcTSgHJyLpcEDWNDGANa0ANA1ABVbQG8IzG6CgbICXH/AHg7ecZDmpyq2r0uzKUI0tondy1f7F1GKUb8wiIvVLwiIgCIiAKK0jvwWaLFkZHVEY5d55B6htUqte03dDIayRxvIyBc1rjTdmFVVU5Qag7PmRle245DLI5zi5xJc4kuJ1knWSvK617x2XyEP4cfqT3jsvkIfw4/UvnvBaj/AFoy93fM5Ki617x2XyEP4cfqT3jsvkIfw4/UngtT4kO7PmclRda947L5CH8OP1J7x2XyEP4cfqTwWp8SHdnzIXwffN3/AGh/IxVXSq2GS1Sk6mng28zMu+p6V02zWSOMYY2NYCakNaGiu+g5gsbrthJJMcZJzJLGVJO05L0KuAnUw8KKlp5lsqTcVG5yBWDR/RKWZwfK0shGZrUOdyNGunL1LoMVhiaatYxp5GtB9AWdUUOxoxlmqSv0IRw6T3s+MYAAAKAZADVQbF9RF7pqCIiAIiIAqn4RPkYvPP5CrYsc1nY/J7WuA1YgD3rPiaW2pSpp2uQnHNGxWfB58hJ9p+xqtSxwwMYKMa1oOZwgAehZF3D0tjSjTbvY7COWNjlOkp/u5/PPcFe9J7gFpiq0DhmZxnfvYeQ9/SpR9giJJMbCTrJa0nros6x0ez1HaKbup+WvqVxpWvficy0av51llLX14JxpIDraRlipvGojdzBfdMLxE1pIYQ5rAGMpmDtJHSadC6I+wREkmOMk6yWtJ66ILuhGYjjBGriM9Szvs2rstjn9m99PIhsZZctytReD2LCMUkmKgxUwUrTOmWqqq142Y2S1FrTUxOa5hOsjJwr3Lqywy2ONxq5jHHeWtJ6yFbX7Lpyitl7LXElKgmvZ3FN0+tDXssz2+K8Pc3mIjIUporZGS2ARvFWOMgPbOo76qefY4yACxhDfFBa0gcwpkvcUTWijQGjcAAOoK6GDaxEq0mnmVrfb0JKn7bkzSuq4obPi4IEY6Yqkk5VoM+crnNwn+7h+0b3rqywMsEQNRGwEZghra9dFHEYFVHDJZKL0+xydK9rcCpeEbVB/k/Yom5NLnWaLgmxtcKl1S4g505ORdFmszH0xta6mrEAac1Vj97YfJx9hnqVdXA1XXdanOzfTojkqUs2ZMrtxaZvtE7YTG1odizDiTk0nVTkWzp1ZMdlx7Y3Nd0Hin8wPQpuOxRNNWsY07w1oPWAsr2BwIcAQdYIBHUtCw9SVGVOrK7fElkbi1JnJrksnC2iKPWHPFeYcZ3oBVx8INkxQsl2xuoeZ4p3hqscdhiaatYxpGohrQesBZZImuGFwDgdYIBHUVmo9m7OhOk3dy4/gjGjaLjzOW6L2XhLVE3YHYzzMGLvAHSul3jYWzRPidqeCK7jsPQaHoXuKxxtNWsY06qta0HrAWZX4PBLD03CTvfUlTp5FZnLI3WiwWipFHiozrge066HaDlzEKSvfTh8sRjYzg8Qo84sRodYGQpXVVX2ezMeML2te3c4AjqK1orlszTibDEDsIYyvRksq7OrU04Uqlovh/P7Feykt0XuKtoPcDw/3TIC0AERA5EkihdTdSoG+qjtOz/d/cZ+5dHWGWxxuNXMY47y1pPWQrZ9nLu6oQfG9+ZJ0fYyohoroZabBDG7I8Gwsd9V2EUPNsPIVS7ut8titBxChacMrN4/mYP6FdSYwAAAAAZADIDmCxS2KNxq5jHHeWtJ6yFKvgM+ScJWlG2/mdlSvZrVFT05tbJLNBIwgsc+oP3D6eRetCLKyWyzRvFWOeQew3Vy7VaTYYqYcDMINQMLaV30ovcMDGCjGtaDmcIAHoUlg28RtpNaWa+lhs/bzM5baoJbFaaA0fGasOxzTqPMRUEc4XSrpvNloibKzUdY2tcNbT/NyzzWSN+b2NcRqxNae9fYbOxmTGtaDrwgDuTCYOWGnLLL2Xw5CFNwb37jIiIvRLgiIgCIiAIiIAiIgCIiAIiIAiIgCIiAIiIAiIgCIiAIiIAiIgCIiAIiIAiIgCIiAIiIAiIgCIiAIiIAiIgCIiAIiIAiIgCIiAIiIAiIgCIiAIiIAiIgCIiAIiIAiIgCIiAIiIAiIgCIiAIiIAiIgCIiAIiIAiIgCIiAIiIAiIgCIiAIiIAiIgCIiAIiIAiIgCIiAIiIAiIgCIiAIiID/2Q=="/>
          <p:cNvSpPr>
            <a:spLocks noChangeAspect="1" noChangeArrowheads="1"/>
          </p:cNvSpPr>
          <p:nvPr/>
        </p:nvSpPr>
        <p:spPr bwMode="auto">
          <a:xfrm>
            <a:off x="63500" y="-144463"/>
            <a:ext cx="304800" cy="304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nl-NL">
              <a:latin typeface="Calibri" pitchFamily="34" charset="0"/>
            </a:endParaRPr>
          </a:p>
        </p:txBody>
      </p:sp>
      <p:sp>
        <p:nvSpPr>
          <p:cNvPr id="9223" name="Tekstvak 6"/>
          <p:cNvSpPr txBox="1">
            <a:spLocks noChangeArrowheads="1"/>
          </p:cNvSpPr>
          <p:nvPr/>
        </p:nvSpPr>
        <p:spPr bwMode="auto">
          <a:xfrm>
            <a:off x="468313" y="980728"/>
            <a:ext cx="8280151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4400" dirty="0" smtClean="0">
                <a:solidFill>
                  <a:srgbClr val="FF0000"/>
                </a:solidFill>
                <a:latin typeface="Aharoni" pitchFamily="2" charset="-79"/>
                <a:ea typeface="+mj-ea"/>
                <a:cs typeface="Aharoni" pitchFamily="2" charset="-79"/>
              </a:rPr>
              <a:t>1.2 Plan van </a:t>
            </a:r>
            <a:r>
              <a:rPr lang="fr-FR" sz="4400" dirty="0" err="1" smtClean="0">
                <a:solidFill>
                  <a:srgbClr val="FF0000"/>
                </a:solidFill>
                <a:latin typeface="Aharoni" pitchFamily="2" charset="-79"/>
                <a:ea typeface="+mj-ea"/>
                <a:cs typeface="Aharoni" pitchFamily="2" charset="-79"/>
              </a:rPr>
              <a:t>Aanpak</a:t>
            </a:r>
            <a:endParaRPr lang="en-US" sz="4400" dirty="0" smtClean="0">
              <a:solidFill>
                <a:srgbClr val="FF0000"/>
              </a:solidFill>
              <a:latin typeface="Aharoni" pitchFamily="2" charset="-79"/>
              <a:ea typeface="+mj-ea"/>
              <a:cs typeface="Aharoni" pitchFamily="2" charset="-79"/>
            </a:endParaRPr>
          </a:p>
        </p:txBody>
      </p:sp>
      <p:sp>
        <p:nvSpPr>
          <p:cNvPr id="8" name="Tekstvak 6"/>
          <p:cNvSpPr txBox="1">
            <a:spLocks noChangeArrowheads="1"/>
          </p:cNvSpPr>
          <p:nvPr/>
        </p:nvSpPr>
        <p:spPr bwMode="auto">
          <a:xfrm>
            <a:off x="468313" y="1700808"/>
            <a:ext cx="8280151" cy="3539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 smtClean="0">
                <a:latin typeface="Aharoni" pitchFamily="2" charset="-79"/>
                <a:cs typeface="Aharoni" pitchFamily="2" charset="-79"/>
              </a:rPr>
              <a:t>Inleiding</a:t>
            </a:r>
            <a:endParaRPr lang="en-US" sz="1600" dirty="0" smtClean="0">
              <a:latin typeface="Aharoni" pitchFamily="2" charset="-79"/>
              <a:cs typeface="Aharoni" pitchFamily="2" charset="-79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 smtClean="0">
                <a:latin typeface="Aharoni" pitchFamily="2" charset="-79"/>
                <a:cs typeface="Aharoni" pitchFamily="2" charset="-79"/>
              </a:rPr>
              <a:t>Doelstelling</a:t>
            </a:r>
            <a:endParaRPr lang="en-US" sz="1600" dirty="0" smtClean="0">
              <a:latin typeface="Aharoni" pitchFamily="2" charset="-79"/>
              <a:cs typeface="Aharoni" pitchFamily="2" charset="-79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 smtClean="0">
                <a:latin typeface="Aharoni" pitchFamily="2" charset="-79"/>
                <a:cs typeface="Aharoni" pitchFamily="2" charset="-79"/>
              </a:rPr>
              <a:t>Omschrijving</a:t>
            </a:r>
            <a:endParaRPr lang="en-US" sz="1600" dirty="0" smtClean="0">
              <a:latin typeface="Aharoni" pitchFamily="2" charset="-79"/>
              <a:cs typeface="Aharoni" pitchFamily="2" charset="-79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 smtClean="0">
                <a:latin typeface="Aharoni" pitchFamily="2" charset="-79"/>
                <a:cs typeface="Aharoni" pitchFamily="2" charset="-79"/>
              </a:rPr>
              <a:t>Leden</a:t>
            </a:r>
            <a:r>
              <a:rPr lang="en-US" sz="1600" dirty="0" smtClean="0">
                <a:latin typeface="Aharoni" pitchFamily="2" charset="-79"/>
                <a:cs typeface="Aharoni" pitchFamily="2" charset="-79"/>
              </a:rPr>
              <a:t> </a:t>
            </a:r>
            <a:r>
              <a:rPr lang="en-US" sz="1600" dirty="0" err="1" smtClean="0">
                <a:latin typeface="Aharoni" pitchFamily="2" charset="-79"/>
                <a:cs typeface="Aharoni" pitchFamily="2" charset="-79"/>
              </a:rPr>
              <a:t>projectgroep</a:t>
            </a:r>
            <a:endParaRPr lang="en-US" sz="1600" dirty="0">
              <a:latin typeface="Aharoni" pitchFamily="2" charset="-79"/>
              <a:cs typeface="Aharoni" pitchFamily="2" charset="-79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 smtClean="0">
                <a:latin typeface="Aharoni" pitchFamily="2" charset="-79"/>
                <a:cs typeface="Aharoni" pitchFamily="2" charset="-79"/>
              </a:rPr>
              <a:t>Benodigheden</a:t>
            </a:r>
            <a:endParaRPr lang="en-US" sz="1600" dirty="0" smtClean="0">
              <a:latin typeface="Aharoni" pitchFamily="2" charset="-79"/>
              <a:cs typeface="Aharoni" pitchFamily="2" charset="-79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 smtClean="0">
                <a:latin typeface="Aharoni" pitchFamily="2" charset="-79"/>
                <a:cs typeface="Aharoni" pitchFamily="2" charset="-79"/>
              </a:rPr>
              <a:t>Takenlijst</a:t>
            </a:r>
            <a:endParaRPr lang="en-US" sz="1600" dirty="0" smtClean="0">
              <a:latin typeface="Aharoni" pitchFamily="2" charset="-79"/>
              <a:cs typeface="Aharoni" pitchFamily="2" charset="-79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Aharoni" pitchFamily="2" charset="-79"/>
              <a:cs typeface="Aharoni" pitchFamily="2" charset="-79"/>
            </a:endParaRPr>
          </a:p>
          <a:p>
            <a:endParaRPr lang="en-US" sz="1600" dirty="0" smtClean="0">
              <a:latin typeface="Aharoni" pitchFamily="2" charset="-79"/>
              <a:cs typeface="Aharoni" pitchFamily="2" charset="-79"/>
            </a:endParaRPr>
          </a:p>
          <a:p>
            <a:endParaRPr lang="en-US" sz="1600" dirty="0">
              <a:latin typeface="Aharoni" pitchFamily="2" charset="-79"/>
              <a:cs typeface="Aharoni" pitchFamily="2" charset="-79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 smtClean="0">
              <a:latin typeface="Aharoni" pitchFamily="2" charset="-79"/>
              <a:cs typeface="Aharoni" pitchFamily="2" charset="-79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Aharoni" pitchFamily="2" charset="-79"/>
                <a:cs typeface="Aharoni" pitchFamily="2" charset="-79"/>
              </a:rPr>
              <a:t>Planning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NL" sz="1600" dirty="0">
              <a:latin typeface="Aharoni" pitchFamily="2" charset="-79"/>
              <a:cs typeface="Aharoni" pitchFamily="2" charset="-79"/>
            </a:endParaRPr>
          </a:p>
          <a:p>
            <a:r>
              <a:rPr lang="nl-NL" sz="1600" dirty="0" smtClean="0">
                <a:latin typeface="Agency FB" pitchFamily="34" charset="0"/>
                <a:cs typeface="Aharoni" pitchFamily="2" charset="-79"/>
              </a:rPr>
              <a:t/>
            </a:r>
            <a:br>
              <a:rPr lang="nl-NL" sz="1600" dirty="0" smtClean="0">
                <a:latin typeface="Agency FB" pitchFamily="34" charset="0"/>
                <a:cs typeface="Aharoni" pitchFamily="2" charset="-79"/>
              </a:rPr>
            </a:br>
            <a:endParaRPr lang="nl-NL" sz="1600" dirty="0" smtClean="0">
              <a:latin typeface="Agency FB" pitchFamily="34" charset="0"/>
              <a:cs typeface="Aharoni" pitchFamily="2" charset="-79"/>
            </a:endParaRPr>
          </a:p>
        </p:txBody>
      </p:sp>
      <p:graphicFrame>
        <p:nvGraphicFramePr>
          <p:cNvPr id="7" name="Tabel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9221875"/>
              </p:ext>
            </p:extLst>
          </p:nvPr>
        </p:nvGraphicFramePr>
        <p:xfrm>
          <a:off x="827584" y="3284984"/>
          <a:ext cx="6096000" cy="730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524000"/>
                <a:gridCol w="1524000"/>
                <a:gridCol w="1524000"/>
              </a:tblGrid>
              <a:tr h="360040">
                <a:tc>
                  <a:txBody>
                    <a:bodyPr/>
                    <a:lstStyle/>
                    <a:p>
                      <a:r>
                        <a:rPr lang="en-US" sz="1100" b="1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Taak</a:t>
                      </a:r>
                      <a:endParaRPr lang="nl-NL" sz="11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Begindatum</a:t>
                      </a:r>
                      <a:endParaRPr lang="nl-NL" sz="11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Einddatum</a:t>
                      </a:r>
                      <a:endParaRPr lang="nl-NL" sz="11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Duur</a:t>
                      </a:r>
                      <a:endParaRPr lang="nl-NL" sz="11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el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4440461"/>
              </p:ext>
            </p:extLst>
          </p:nvPr>
        </p:nvGraphicFramePr>
        <p:xfrm>
          <a:off x="821848" y="4487723"/>
          <a:ext cx="7848870" cy="79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3765"/>
                <a:gridCol w="1001368"/>
                <a:gridCol w="949764"/>
                <a:gridCol w="949764"/>
                <a:gridCol w="949764"/>
                <a:gridCol w="949764"/>
                <a:gridCol w="516159"/>
                <a:gridCol w="838758"/>
                <a:gridCol w="94976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100" b="1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Subtaak</a:t>
                      </a:r>
                      <a:endParaRPr lang="nl-NL" sz="11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Begindatum</a:t>
                      </a:r>
                      <a:endParaRPr lang="nl-NL" sz="11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err="1" smtClean="0"/>
                        <a:t>Begintijd</a:t>
                      </a:r>
                      <a:endParaRPr lang="nl-NL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err="1" smtClean="0"/>
                        <a:t>Eindtijd</a:t>
                      </a:r>
                      <a:endParaRPr lang="nl-NL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err="1" smtClean="0"/>
                        <a:t>Einddatum</a:t>
                      </a:r>
                      <a:endParaRPr lang="nl-NL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err="1" smtClean="0"/>
                        <a:t>Eindtijd</a:t>
                      </a:r>
                      <a:endParaRPr lang="nl-NL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err="1" smtClean="0"/>
                        <a:t>Duur</a:t>
                      </a:r>
                      <a:endParaRPr lang="nl-NL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err="1" smtClean="0"/>
                        <a:t>Betrokken</a:t>
                      </a:r>
                      <a:endParaRPr lang="nl-NL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err="1" smtClean="0"/>
                        <a:t>Wijze</a:t>
                      </a:r>
                      <a:r>
                        <a:rPr lang="en-US" sz="1100" dirty="0" smtClean="0"/>
                        <a:t> van </a:t>
                      </a:r>
                      <a:r>
                        <a:rPr lang="en-US" sz="1100" dirty="0" err="1" smtClean="0"/>
                        <a:t>inleveren</a:t>
                      </a:r>
                      <a:endParaRPr lang="nl-NL" sz="11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3074" name="Picture 2" descr="http://www.censemakelaars.nl/images/assets/cvl_overig/informeren-stap3-300x30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0272" y="1489829"/>
            <a:ext cx="1356117" cy="1356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1115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AutoShape 2" descr="data:image/jpeg;base64,/9j/4AAQSkZJRgABAQAAAQABAAD/2wCEAAkGBxQSEhUUEhMUFRUXFxQXGBgXFRgcGRcZFxUcGhwdFRcYHCohGBolHBcXJTEiJSkrLi4uFx8zODMsNygtLisBCgoKDg0OGhAQGywmHiQuLCwsLCwsLSwsLCwwLCwsLCwsLCwsLCwsLCwsLDQsLCwsLCwsLDQsLCwsLCwsLSwsLP/AABEIAKMBNgMBIgACEQEDEQH/xAAcAAEAAwEAAwEAAAAAAAAAAAAABQYHBAIDCAH/xABPEAABAwIBBgkGCwUFCAMAAAABAAIDBBEFBgcSITFBEyIyUWFxgZGhUmJyk7HRFBVCVIKSorLB0uMWIzNDwghTVWODFyQ0RKPT4vBzw+H/xAAZAQADAQEBAAAAAAAAAAAAAAAAAgMEAQX/xAAnEQACAgEEAgICAgMAAAAAAAAAAQIRAwQSITFBURMUInEysUJhkf/aAAwDAQACEQMRAD8A3FERABERABERABERABFyTYhG3fc8w1+Oxcr8TceS0Dr1rtMCVXrkna3a4Dt/BV+uxZjP40zW9BcAfqjWe5QVVlnTt5AfJ1N0R3usfBUjilLpCuSRdJMSYNlz1D3rllxg7md5We1OW8h5ETG+kS72WUXUZS1L/wCZo9DWtHja/irR0svIryI0uXF5d2iOoe9R1Ti8u+W31Qs2lrZHcqR7utxP4rnVVpV7F3l9qMa56n/q/wD6o6bFmnbMT9IlVNE6wI5vZPy17D8u/euV9UzyvAqKRP8AEjm47nVPM4jqJXicQlHJmlHVI4ewrjRHxoLOwY/Vt5NTP6xx9pXsZl1Xs/5gkczmRnx0b+Kj0R8UfQbmT1NnTrG8tkDx6LmnvDreCl6TO83+dSuHTHIHeDg32qjuhadrR3L0voGHcR1H3qctPB+DqmzXKDOZh8ltKR8R5pI3Dvc27fFWXD8VgnF4JopR5j2u77HUvnWXCfJd3j3LjkwyRp0m7RsLTYjq2FRlpfQyyH1Ei+ccPy4xGlIAqJHAfJmGmD2v41uohXHBs9GwVdNbz4XX/wCm/YPpHqUJYZIdSRrqKCwDK+jrdVPUMc7yHXbJ9R9nHrAsp1SaoYIiIAIiIAIiIAIiIAIiIAIiIALxkkDRdxAA2kmwUJi2UscV2x2kf0Hit6zvPQPBVHE8aLuNM/qb+Vo9qpHG5CuSRcKvKFo1RjSPOdQ958FC4hjNheaUNHNe3c0az4qlVmULzqjGgOfa73BQ73lxu4kk7STc961Q03sRzLdV5YNbqhjLvOfqH1RrPgoOtygqJdshaOZnFHhrPaVFotMcUY9IRybCIicUIiIAIiIA9tNA6R7WMF3OIa0c5JsFYzkLU73QD/V/8V6cgYA6tjJ2RtfIeoNI9rgsKxmu4eommItwssklvTeXfisufPKEqRSEU1yb1+wtT5UHrf8AxXBjOTc9MwPk0CwnR0mO0gDa9jq6CsIW5YfBwGB0EWx0rpah3SCTo3+i9vckxaicppHZQSRGIiLaSCIiACIiACIiAPxzQdRFx0rhqMIidu0T5vu2LvRcaT7OlZq8BeNbCH21jc4d/vUvgOcbEKEhhkMzB/LqLuIHmyHjt6Lkgcy7166inbILPaHDp/A7lGeBPoZTo0vJXOtRVZDJCaaU2GjKRoOPmS8k9TtEnmV9XyviOTW0xG/mu/B3v711ZLZf12FuEdzJCNsEpNgP8p22PotdvQsWTC4lVKz6eRVfIzLukxJv7l+hKBd0L7CQW2kC9nt84c4vY6laFEYIiIAIiIAIi9NXUtiY58jg1rRck7kAeVRO1jS97g1oFyTsCoWPZVumuyK7I952OeOnyW9HfzKHykykdVP3thaeK3+p/O72d5NcqKku1DUPb1rZiweWTlM7qnFLao+/3BRb3km5JJ5yvFFsjFR6JN2ERS+AYbFKJ5ah7o4aeIySFgu6wudVwdwdu3LspKKtglZEIu34/wAB+d1nqv00+P8AAfndZ6r9NQ+zjG2M4kXb8f4D87rPVfpp8f4D87rPVfpo+zjDYziRd7cbwI/87Ut9KFx+7Gu6jwmkqrChxKnlcdkb7xvPU08Y/VTLU435DYyCRd2KYTNTO0Zoyy+w7Wu9Fw1FcKsmnyhScwqfgKDEqm9iynMbD50twPtaHesEW05azcBgFt9VVNH0Yxf70X2liy8vO7yMvDo/WNJIA1k6gvoHLaIRPp6ZvJp6aGMdYFvYGrEcmJ4o6ynfOdGJk0T3kAniseHEWGs3tbtWyYvlhglRM+Z9VVBz7XDYtQs0AWuw7gjBOMJXIJptcEMi7fj/AAH53Weq/TXm3FsDdqGITsPnwPI7dGNbfs4yWxkeisNPk5HUAmhraaqIF9AODX29G58bKFrKN8LyyVjmOG0OHiOcdIVIZIy/ixWmuz0IvZBEXua0bXODR1uNh7VL41Pg9HM+nqKqq4WPRD9GMFty0O1WYdxG9cnljDs6ot9EIi7fj/AfndZ6r9NPj/AfndZ6r9NT+zjO7GcSLt+P8B+d1nqv01+jHsB+d1Y/0v00fZxhsZwopWnmwic2hxQMP+fG5g+s4NC6MRyVniZwjQ2aK1xJC7SFue223SLjpTxzwl0zji0QS562iZK3RkaCN3OOo7l0IqtX2cKViWETUrhLC91mnSa9hIfGRvJGzrHgtYza53xMW02IlrJDYMn1Bkh5pRsY7zth6N9cVUyjyb1GSBvS6Mb+lg/DuWLNp/MSkZ+z6vRYHmgzomJzKKufeI2bDM464zsDJCdsfM48nYdXJ3xYioREQAWT5cZS/CZeCjP7mM7tj3Da7qGwdp3i1szjY58GptBhtJNdg5w23HcOwgdbhzLJIti1afFf5MnOXg9z33XgiL0EqJBERBwKQxubgMBrHg2dPLFCDzgEOI7W8IFHrxzuT8FhmG0/946Wod/T4SnuWbVOoUUx9mRIitua3J2OvxGOGYExaMj5ACQdFrDbWNY4xavOLFSRbccAwH5rVn/VP/cXi/JzAXavg9YzpEgPteVX4MnoXcjE0WuVuaukqQfiyscZQCRBUgAv32ZIABsvuPSRtWUVVO6N7o5Glr2Oc1zTta5psQekEFTcWnTGTsv2Q+cyWC1PX3qqN1mkP4z4h5UbjrNvJvu1W33LKLCRA5ron8JBK3hIZBrDmkA7ecXHYQegYUtqzTTmvw2aidrfTSxSRE7mSuIc0dAs8/THMrYMuyX+hJxtEXntn4OHDaW9iyB0z29MpAHi2RZSr9nwr+FxaZo5MLIoh2MDj9p7lQVFu3Y6CLSM22RtHU0dRV1xm0I5I4mCIgG5ALto18tnNaxVg/ZLAuav+sxNHHKStI42kYui2Z2RmBO1B9fH512G3ZolUfOFkX8XOidHMJ6edrnRSaOieKRdrhzjSbr38w2LkoSj2gTT6KnFIWkOaS1wIIINiCNYII2FbPm7yqdi0bsPrXaVQ1jn007uU4tGtjztcba77wDfWATiytOa6YsxaiLdvDNb2Ou0+BK5GTi7R1qzUcjqQvroWkcl5cejgwXa+1oCxzK7EPhFbUzA3Ek0rmnzS86NujRst4jkFPPitSP5EVS5vpucS23a0hfOCvqZbpL9CQVIIi3N2ROEUsVOyrp53zup4pJCyU203N421wtxg7VbZZRjFydIZujDEW3fEGA/Nav1v6i5p8hcFn1RVFVSvOwyBr2A+cAL2+kE7w5F4ObkY0pvJfKyqw+TTpZnM1guYdcb+h7DqOoWvtG4hdGW+R02GStZKWvZIC6KVnIkbzjmIuLjpG0EFVxSGN8hqoMWpXVtKwRzxW+FQDdf5bOg2Jvvsd4N4JVLNJjppMTg1/u5nCCQbi2Q6Iv1O0T2FX7KGh4CpliGxrzo+ieM37JC36XI5La/BHJGuSOREWsmVDK/AhYzxDpkaPvD8e/nWq5i8vjUs+A1L7zRtvC47ZI2jW0ne5vi30STWSFQK9kmH1jJYCWlrhJEeax5J5xuI3g9KwanFX5ItCXg+w0UXkvjbK2lhqY+TKwOtfku2OaekOBHYvxZChlGcfE+Gr3tB4sQbE3rGt3bpEj6IUM0WXLPPwtRI/y5ZH97i5da9bHGo0Z27YREVBQiIgD9awkgDaTYdZURn5qR8YRwNPFp6eGO3MTd33XM7lbMlKbhKyBv+Y1x6mcc/dWW5xcQ+EYnWSbjPI0dLYzoNP1WhYdY+UiuMri1TMdDoNxGq3xUwjaemUkjxjb3rK1s+QcHA4A9x21VVYejGB/VG7vWbGrkkUk6RzhEReuZj30MxZIx7dTmva4dYIVVz307WYxUaOrSETj1mJt++1+1XXJykM1VCwb5Gk+i06TvAFZvnRxIVGK1cg2CUxjqiAjuOg6F+1YdY+UWxlWWvf2bXH4ZU83we56xI23tKyFaxmevT0GLVuzQg4OM+foPNu8xd6xlDOcpa/4RV1E17iSaV46nPJHgQo1EQBt+Bw8BgNGy1nVEss5HOAS0Hu4MqPViyug4BtHS/N6WJp9Iix7eID2qur1NOqxohN8henPJJoUOFQ7yyeU84Diwt79I9y6I4y4ho2kgDrJsFDZ+asHEWwtPFp6eGK3MSC/2Pb3KWrfCQ2MzdXnMrQmXF6fmj4SR3QGxm32i1UZanmNh0BiNVvipuDafOlJI8Yh3rClboqWDLSu0cHrpb2NXVtY3XYkB/C91g8d6wxazndm4LDsNpx8sS1Du22h4Pd3LJk+V3NnI9Elk1QfCKunhtcSTRMPU54B7LErbMuqnTrZbbG6LB9Fov9rSWf5j6DhcWhceTC2WV3UGFo+09qs9bUcJI+Ty3vf9ZxP4q+kX5NiZHwelERbyJ784TeEwCFztsVZosO/Rcx5IHRr+yFjK17O1NwOFYfTHlSvkqT0AAht+sS/ZKyFeTldzdezTHo6sLcRNEW7RIwjrDhZb1nEH+/SejH9wLGsgaA1GI0kYF7zxE+ixwe77LStayzqeErZ3DYH6P1Ghp8WlW0i/N/oTJ0QqIi9AiFBZZUXCU5cBxozpDqOp34HsU6vVVxacb2nY5rh3iyWcd0WjqdMsH9m7Gi6KppHHkObMzXufxXgcwBaw9byizHNrlB8Bqny3tpQuZ3vY7+lfq8c0k/A3Rl0TtDnNPWLhSa8cr6Q0+IVDdwlLx6MnHFux1uxeS9fG7RmYRETnAiIgCx5EyiJ9RUu5NPTTSnrA9wcvn+R5cSSbkkknnJW410/AYHiEu+UxU7em5Gl9l7u5YYvM1LvIy8Ogt4rIPg+GYZTjV+4Mzh50xD/a56whtri+zfb8FtmJZ0sJnc10lHVktY1jbOaAGtvYWEnSUuGajO2dkrVHCv0Ly/2hYMNlDVnrk90i46nPAyIH4Bh0ELt0krjI8dWoWPaQtb1cfCZP42WerrRg1HJVTWbVzNdHSxHlC+2RzdwGo9w2uWBucSbnWSu7G8ZnrJTNUyulkOrSduA3NA1NGs6gANa4FinNzlbKpUqC2/KjDDheTDKd40ZqmSMyDYQ9x4Ug9LWRNafRUBmqyPaAMTrhaniN4WHbPKOTYHa0EdpHMCpTP3iz3wYfG88Z7ZKh7ebT0dADoALx2JdrqwsxtTeROH/CMQpIrXDp4tIeaHgu+yCoRaJmIow/FBI7ZBDNMe4R/wD2Lh0uuWdTwlbOdwfofUAafEFQq85pS9znna4lx63G59q8F7MVSSMzJfJGl4Ssgb54cfocf+lZTnAxD4RiVXLe4M8gafNY7Qb9loWxZFyiE1NU7ZT000naBceDXL5+c4k3OsnasGrdzorjXB+LaM31KYsCeRyqurDG9LWWt9pj+9Yuvo7JzDtCDBaUD5Pwl46XfvtfaXhRxfzT9c/8Gl0Ztn2qgcSELTxaeCGEDcNRf7HjuWdKey7xD4RiNXLe4dPKGnzWuLW/ZaFAqYxq2ZKHg4cSqrWLIGwsd0yk3setrO8LpUVm/wAuaGioZKWqgqJDLLwjjGWgWAZoi+mDqLL9qmP9oOC/Mqz1g/7q1YM0cadk5xbZ4KZydwThyZJTwdNHd0srjZoa3WQHHfYdm3mvBzZ0cOj/AOHwsvPPPLcD6PGuqflfnBrMRHByubHALWhiGjHq2aWsl27abC2oBPPV8VFHFj9nhnJyoGI1z5mC0TQIoRa1o2E2Nt1yXOtu0rblVkU5kfkvPiVQ2CAdL3kcWNl9bnfgN51LEVL1mPwsRGoxOVvEp2GOK/ypnix0TzhpDf8AV611veXElxuSSSeck3KnMenhhiioKT/h6cWLtV5ZPlOJG3WT0XJ3AKBXpabHtjb7ZCbthERaBAvx5sCeYH2L9UdlDU8HTyu3lpaOt2r8fBck6TZ1FCwTC31EhYwEkNLtXMCB+IX4tM/s74KJqmpmeLsZE2PXs0pHh3gIj3ovGNJdM8+Cn91VtGr+FJ0ayWE9pcL9LVRMPm0m23jV2bl9CYph7KiF8MguyRpaefXvHMQbEHnC+eMWw6ShqXwybWnUdz2HY4dBHcQRuW7TZOKZKa8nai8Y3hwBGwryWwkEROpADOpNwWD0EGx000s56QwEC/ZK3uWQLTs/U9qumpgeLT0sbepzib/ZDFmK8eb3SbNKVIItGzOYHTzurJ6qFs0VPBfQdsL3G7dY2G0bh9JW/hML/wAHh9c78iaGKc+YoHJLswpFuvCYX/g8PrXfkXtZiNCz+HhFGDuL2tf7WJ/rZPX9C74mJ4VhE9S/Qp4ZJXatTGF1r+VYcUdJ1LT8nc2MVHoz4w9t+UykjcHOf/8AK4G1r7gbbLu3KyVGWVSW6EZjgZ5MLA3xNyOyyr8khcS5xLidpJJJ6ydqrDSP/JivJ6JXFsVkrZWNsGMu2OKNvJjBIaABz7NfsGpUvPrWh+KvjHJgihhH1eE1est2KyUNSYpGSAAlj2vAOwlrgdfcpevxHD55HSzYVE+R5u5xmdcnp4ifPilKlBcI5CSXZgS1rM3BwdDidSd7I6dp6X30vvsU3wmF/wCDw+td+ReysxeH4MaalpGU0bpOEeGvLtJwAG9otsb3BRhp57la4Hc1RCoiL0SBJYnPwGBV0mx0z4oG9IuC630XP7lhy3mkxiH4MKaqpGVMbZDI0OeW2cQRcgNNzYu19K9fCYX/AIPD6135Fgy4ckptpFoySRieHUhmljibypHsYOt7g0e1fTWIVYhrKuYDiUNE7R6xHpADsLgqvSVuHRPZJHhMLXsc17XCU3a5puCOJtBAXrynxNwwjEal1g+qmjhHVpBzgPoOcOxJ8cscW5fo7uTaowkm+sr8RdmDUPD1EMI/myxx/XeG/is45xovoXHqLCqad8IwqF+hojS4RwuS0HZonZe23co/hML/AMHh9a78istPkatIXejCl5RsLiA0Ek6gALknoAW7MqsNbycHpvpP0vAsXVDlYYRakpaSmH+XEAfCw7wmWmyejm9Gd5LZqqyp/eVI+B041uknGi63mRmx7XaI16iVf311PR05o8NaWxn+LM7+JMbWNzYEDu5gANsbiOKTVBvNI5/MCdQ6mjUOwLjWnFplHmXLElO+giItJMIiIAKlZc4jpObC06m8Z3pEah2A+KsePYs2nj0tRebhjec856AvRmdyOdiNZw8wJp4XB8hI1SSbWs6dfGd0avlBZNVlpbEUxx8mzZnsmzQ4bGHi0s376QHaC8DRaQdhDA2457oruiwFgqxl3km2vh4tmzsuY3nYedj/ADT4HXzg2dF1Np2gas+ZmufTyOjlaWuabPYdrSP/AHqIUox4IuNYWtZcZFR17dJto6hos2S2pw8mS21vTtHeDilXTzUcropmFjhtadhHO07COkL0cWZSRCUaJJSWTdNwtVAznkYT1NOkfAFRFPUNeNR7N4VrzfstUulIJ4GGWSwFyTYNsANps4quSVQbOJcmR50a/h8VrHjZwpj9UBH/AEKrKaqMn657nPdSVRc4lxPASayTcnk85Xr/AGZrfmdV6iT8q8g0GnZuIeBwOpkIsaipbG087Y2tPt4Qdi9SmpqQ02E4bTOBa4sfM9pFiHPOkA4HYRwjh2KFXpaZVjITfIREWgQIiIAIiIAIiIAIiIAIiIAL1515uCwrD4N8sk1Qfo8Vt+tsvgV7Lcy9OezC6mSrhihp55I6emijuyJ7m6WsmxAts0e5ZNW/xSKY+zJleMy+H8Ni9NquI9OU9Ggw6J+uWKu/szW/M6r1En5VpOZfBpqU19VNDLEY6YsZwkbm6RedLi6Q1kGMDV5XSsKVuix2YvU8LPLJ5Uj3DqLjbwsuNAi9lKuDMEREHAiIgAiIgAuLFsUZTs0nnX8lo2uPR0dK4scyijgu1tnyeTfU30j+G3qUXkjkhWY1OSDoxggSTOHEYNui0fKdY6mjn1kXus+bUKHC7KRhfZ6MnMBqcarNBmoai95B0IY7+J22btJ7SPqfJzA4aGnjp4G2YwW17XHe5x3uJ1n3L0ZKZNQYdA2CmbZo1ucdb5Hb3PO8+A2CwUyvObbdssERFwAiIgAorKHJ6Ctj4Odl7clw1PYedjt3VsO8FSqLqddAYHlVkPU0BL23lhGsSsGto/zG7W9esdWxR+C5RyQP02PLHWtpNtrB3OadRGody+jCqPlPm0pqm74f93lOvij924+dHuPS23TdaYajxIm4einsy0rCLipJHox/lXl+2Nb84d9SP8qreOZL1lASZYzoD+bHxoz1m3F+kAuKDFPKHaPctUfjfhCOydxHEZZ36czy91gLm2oDcANQ2lcq9cNQ13JIPRv7l7FZV4FCIiDgREQAREQAREQAREQAREQAU5HlfWgACodYatbWE9pLbntUGi44p9o7ZPftjW/OHfUj/KuevykqpmGOWZzmG1xZovbn0QLqJRcWOK8ILYRETHAiIgAija/HoIr3fpO8lms9u4dpVaxDKyV/FibwYOoHlPPVuHYFKeaEe2MotltxDEY4BeR4bzDa49QGsqn4plRLMeDgDmBxsLa5HE6gBbZfmGvpVhyWzS4hXOEk4NNEdZfNcyOHmx8onZytEWOolblkbm9osNAMMenLvmks6TX5OqzB0NA6brHk1MpcLhFVBIyjIDMtLMWzYjpRR6iIQbSv3/vD/LB5uVt5O1bzh9DHBG2KFjY42izWtFgB1D2rpRZhwiIgAiIgAiIgAiIgAiIgD8IVRx7N1RVN3BhgeflRWaD1s5J7gelW9F1Sa6BqzD8azW1kNzCWVDfNOg/6jjbucepVOd89O7QlbJGfJlYQezSFyOpfTi9NVSskaWyMa9p2te0OB6wdSvHUSXYjgj5uixbym93uK6o6+M/Kt16lrmKZs6Ca5bG6Fx3xOIH1Ddo7lU8RzOyC5p6pruZsrC09r2k3+qFeOpQjgyrtcDsIPUv1ftdm8xGE6oNMeVE9p7gSHeChaqGqg/ixzx2/vI3gd7hZWWaLF2smUUAzGX87T2e5e1uNnewdhITfIjlE0iiRjg3sPePcvIY4zyX+HvXd8QpkoijfjuPmf3D3r8+PIvP7h70b4+wpkmiizj0XM/uHvXrdlDH5D/D3o+SPsKZMIoF+Ug3Rntdb8F6JMpX7mNHWSfcleWHs7tZZUVNlyimJsHNB5mtF/G66abCsRqf4cFW8HeI3tZ9YgN8Uj1EUd2Mss1Qxmt72t63Ae1RtTlFAzY4vPmj8TYLpw7NDic2t8cUA55ZQT12i0vGytuFZiWDXVVj3bOLDGGfbeXX7goy1T8DLGZlV5Wu/lsa3pcbnuFgPFemhw7EMRNoYp5gbi7W6MQ6C7UwdpX0Vg2bbDaaxZSse4W4015Dcbxp3DT1AK2NaALAWA3BZ55pS7Y6ikYNk7mJmfZ1bO2Jv93Dx39Re7itPUHLVsmMhKGgsaeBun/ev48nY53J6m2HQrIikMEREAEREAEREAEREAEREAEREAEREAEREAEREAEREAEREAcFZglNN/Fp4JPTiY72hQ9TkBhz9tJGPQ0mfcIX6i6pNBRS8fyIooidCEj/VlPtesxxqmbG8hgsOsn2oivjbfYjRGFeJRFUU8SrDkzhUUxtI3S+k4fdIREkujqNPyezd4dILvpy49M01u7hLK1U2QGGs2UNOfTYH/fuiLO2xybpMOhiFooo4x5jGt+6F1IiU6EREAEREAEREAEREAEREAEREAEREAf/Z"/>
          <p:cNvSpPr>
            <a:spLocks noChangeAspect="1" noChangeArrowheads="1"/>
          </p:cNvSpPr>
          <p:nvPr/>
        </p:nvSpPr>
        <p:spPr bwMode="auto">
          <a:xfrm>
            <a:off x="63500" y="-144463"/>
            <a:ext cx="1800225" cy="18002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nl-NL">
              <a:latin typeface="Calibri" pitchFamily="34" charset="0"/>
            </a:endParaRPr>
          </a:p>
        </p:txBody>
      </p:sp>
      <p:sp>
        <p:nvSpPr>
          <p:cNvPr id="9220" name="AutoShape 5" descr="data:image/jpeg;base64,/9j/4AAQSkZJRgABAQAAAQABAAD/2wCEAAkGBhASERMQEBQSEhASGBQUEBcTFRAXEhkXFhQXFxUUFRUXHCceFxojGRYWHy8gIygpLDAsFR8yNTAqNSYrLCkBCQoKDgwOGg8PGikkHyIzKzUsKiw1LykuKSwtLCwtLSwpLCwsLCwsLCwsLCwsLCksNCwsLCwpLCwsLCwsLSwpLP/AABEIAHMBtQMBIgACEQEDEQH/xAAbAAEAAgMBAQAAAAAAAAAAAAAABQYDBAcCAf/EAEgQAAEDAQQECAcPAwUBAQAAAAEAAgMRBAUSIQYxQVETImFxgZGSsQcyU3Kh0dIUFRYXMzRCUnOCk7LBwvAjJINDYqKz4VRj/8QAGgEBAAMBAQEAAAAAAAAAAAAAAAIDBAEFBv/EADcRAAIBAgMFBQcDAwUAAAAAAAABAgMRBBIxEyFBUWEFFBWh0SIyUnGBkbFCwfCC4fEjJDM0Y//aAAwDAQACEQMRAD8A7iiIgCIiAIiIAiIgCIiAIiIAiIgCIiAIiIAiIgCIiAIiIAiIgCIiAIiIAiIgCIiAIiIAiIgCIiAIiIAiIgCIiAIiIAiIgCIiAIiIAiIgCIiAIiIAi5kdM7b5QdiL2U+Gdt8oOxF7K8bxmhyl5epn7xHqdNRcy+Gdt8oOxF7KfDO2+UHYi9lPGaHKXl6jvEep01FzL4Z23yg7EXsp8M7b5QdiL2U8ZocpeXqO8R6nTUXNYdLbe9wY19XOIDQGRVJOoeKr7DKYYQ60yAlorI8gAV3AAdA2la8NjoYi7imktW7W/JOFVT0N1FS7f4QsyII6j60hOf3R61pfGBafqw9mT21VLtXDRdr3+Rx14I6Ci578YFq+rD2X+2nxgWr6sPZf7aj4th+v2ObeB0JFz34wLV9WHsv9tPjAtX1Yey/208Ww/X7DbwOhIue/GBavqw9l/trdubTK0zTxxFsVHmjqNfWgBJpxtwUodqUJyUVe76HVXi3YuqIoi+7XbGOb7libI0g48Ww1FPpDlW+pNU45mm/lvLW7K5Loqt76Xt/80f8AP8iyaMaRz2mR7JGsDWNqSwO8bEABXERqxdSzRxsHNQtJN6XTRBVFe28sqKnx6TW6SSVkEUTxG4g6waYiBWrxuWf30vb/AOaP+f5FxY6D0jJ/JM5tVyZaUUBft+TWezRS4WcK4tbI11S0EsJcBR28bys2jN+m0xuLwGysNHgVpn4pocxtHO0q1Ymm6my42uSzq+UmUUJpJfclnMOAMPCOwuxB2rLVQjevulN9Ps0TZIw0kvwnEHEUwuOwjcuzxMIZ7/ptf6hzSv0JpFVRfF6UDvc0ZaRXLXTmEhPoW1c+lzZX8DMwwzagHVoTuzAIPIVXHGU21F3V9Lpq5xVFoWBERbCwIiIAiIgCIiAIiIAiIgCIiAIiIAiIgCIiAIiIAiIgCIiAIURAcYITCuzovnvBP/Ty/uZO7dTjGFKLs6pem+kGuyxH7Yj0M/U9W9ZsT2ZHD03OVTy1f3IToqCu2UtEVg0R0f4eThHj+jGc9znaw3m2noG1eXRoyrTUI6spjFydkTmhOj+BvumQcdw/pg/Rafpc57udRend7F83AA8SKhdyvIr6AQOkroCp14aCSSyyS8K0Y3OdTC7IE1A17l9LisLOGGVGgr8zZODUMsSkIrf8XUnlmdh3rT4u3+WZ2HeteJ4bifg/HqZtjPkVBFb/AIu3+WZ2HetPi7f5ZnYd608NxPwea9RsZ8ioIrf8XUnlmdh3rT4un+WZ2HetPDcT8H49RsZ8ioK46BXOcRtLxRoBbFXaT4zhybOk7lvXfoDCwh0rnS02Uws6RUk9as7GAAAAADIAZAAagAvUwHZk4TVSrw0RdSotO8j0iLRvm9W2eJ0rszqYPrOOofzYCvenNQi5S0RqbsrsiNLb3cMNkgzmmyNNYadnIT6BU7lK3HdDbNEI25nW873HWebYOQKJ0TulxLrZPnNNm2uxp28lRq3Cm9WZY8NB1JOvPV6LkvV8SuCu8zKBcd+xWae1GXFx3kNwiup7694U58PbJ/8Ap2P/AFaGiMDXWi2YmtdR+WIA/wCpJvVq974vJx9hvqWXBxrukskkld6q/F9SFNSy7mV7wgmtmjO+Qf8AW9a9u/s7ay0DKC0Cku4E0xHro7tLY8IXzZn2g/63qWvq6xaLO6P6VAYzucBl16uYlKtJzrVHH3o5Wvmr/nQSjeTtruIbTrXZftD+1evCH83Z9p+x6gLXeZlhsrH/ACkMhY8HXQYcJPQKc7Sp/wAIfzdn2n7HrPOqqtOvNcVH8EHLMpP5FksfybPNb3BVzTu7wYmzjKSNzRiGvCTTXyOoR0qx2P5Nnmt7gq/p5bWtgEWt8jm0G2jTUnrAHSvSxmXu0s3Lz4eZdUtkdybum1mWCKQ63saTz0z9NVtrTueymKCKM62saHc9M/TVbi1U75Fm1sixabwiIrDoREQBERAEREAREQBERAEREAREQBERAEREAREQBERAEREARFr3hbmQxulkNGtHSdwHKTkuSkoq70GhG6UX8LNFxfln1EY3b3nkHfRcye8kkkkk5knWSdZK2r0vJ88rpX6zqGxoGpo5vWtVjCSAASSQABrJOoBfGY7FvE1N2i0/nU86rUzs27pux9olbEzbm47GtGtx/mshdVsNiZDG2KMUa0UG/lJ5Sc1G6MXCLNFnThX0Mh7mjkHfVTK+g7Owfd4Zpe8/Lp6mqjTyq71C0L4viOzR8I/PYxo1uO4etb65ppneBktLm14sXEbz63Hry+6Fdj8V3elmWr3IlVnkjcW/TO1SE4XcE3YGAelxzPoWj7/Wry83bf61oIvkZ4mrN3lJ/cwOcnxN/wB/rV5ebtv9ae/1q8vN23+taCzWSyPleI42lz3agO87hyqKq1W7KT8xeRdNBLVPIZXyyPe0YWtxOcRU1JpXkp1q3KPuK6RZ4WxDN2t53uOs82ocwCkF9phKcqVGMZ68T0aaaikwiItRMKraV3HaZ5Y3RBro2NFA8imLESat21Ab1K0rVvC9IoAHTOwBxoMnHOldgKz4mlCpTcajsvsQmk1ZlewXxvh/4epb9zC8OE/ujHweE+LhriqKahuqsnwvsXlR2ZPZWWyaSWWV4jjkDnurhGF41AnaNwKy01RUlas30zJ3IJRv73mV6C5bxhlmfBwYEriTUtOWJxbrGXjLZw3xvh/4epS9p0mskb3MfIA5po4YZMj0BYxpdYvLDsyeyq1Sw8PZVZrpmRzLFbs3maukV02i0WWJgwmYFrpMwBXg3B1OkqwsGQCx2a1Mkbjjc17TtaQR6FlXoU6UYyc073t5Fqir3KdfmiMr7SJoQ3A4tc8E0o4HjU59fPVSml10S2iFrIgC4PxGpplhcP1C2J9KLIxzmOlAc0kOGF5oRrGQUlDM17WvaatcA5p3gioKyxw+HltIwfva2a3ehBQg7pcSrsgvegaHQtAAAPF2dBWe6tFHCX3RapOGmGbdeEEajU66bMgApi8L3hgw8M/Birhyca0pXUDvCXffEE+LgXh+GmLJwpWtNYG4pGhQVRRlNya0Td/IKEb2bubiLHaLQ1jXPecLWglxOwBR1n0nsj3NYyUFziA0YZMyecLZKrCDSlJJsscktSVRad4XvDBh4Z+DFXDk41pSuoHeFp/C+xeVHZk9lRlXpQdpSSfzRxyitWTCKNsekVmleI45A55rQYXjUKnWNy8RaUWRzgxsoLnENAwyDMmgGY3p3ilrmX3QzR5kqixWm0sjY6R5wsaKuOeQ6Fp2LSCzTP4OKQOfQmlHjIa9YU5VIRkotq74HbpbiRRa1vvKKFofK7A0nCDQnOhNMhyFebvvWGcEwuxhtA7Jw184CbSGbJdX5cRdXsbaLRvC+oIPlXhpOoZl3PhFStGLTOxuNOELfOY8Drpkq5YilB5ZSSfzOOcVubJxF5jka4BzSHNOYIIIPKCFoW7SCzQvwSyBrqA0o85HVqCslUjBZpNJHW0tSRRQ/wALrF5UdmT2VIWO8IpRiie14GvCa05xrCjCtTm7Rkn8mcUk9GbCLVvC9IoAHTOwBxoMnHOldgKXfecU7S6J2NoNCaOGdAaZgbwpbSGbJdX5cTt1extIo+3X9Z4XYJZA11K0o4mnQDRbFht8czccRxMqQDRw1a6VAquKrByypq/LiMyvY2ERFYdCIiAIiIAiIgBK5tpbpB7okwMP9GM8X/cdRf8AoOTnU1ptpDhBs0Z4zh/VI2NP0Oc7eTnVGXzfauNu9hD6+hjr1P0oK66EaParVIPsQfS/9B17lTI3AEEgOAIJBrQ8hpnRWVun9oAoI4QBkAA+n5l5+BnQp1M9Xhoiqk4p3kdBRc/+MG0fUh6pPaT4wbR9SHqk9pe/4thub+xq28DoCgrRoXZXvc9wfieS53HOsmpWXRe+X2mJ0kgaCHlow1pQNadpO9Y9KNIhZmANoZn1wA6gNrj+g29C0VZ0KlHa1FePUnJxccz0MD9CLEBU4wN5fQLX+C92+UH4zVSbZbpJXYpXOe7/AHHuGodCwUXz88dQv7NFW6/4MjqR4ROiWfQ2wuzbV4GRpISOarVNWG7IYRSJjWA66DM85OZ6VF6E2Mx2VpORkLpOg0DfQ0HpU8vocLSp5I1FBJtGuEVZOwREWwsCIiAKp+EP5GLzz+Qq2Kp+EP5GLzz+QrD2h/1p/wA4lVX3GRGi+i8Vpjc97ntLXYRhw08UHaDvVjuzQyGCVszXyFzK0DsFM2kZ0byqnXPo5PaGOfEWBrThOJzga0B2A7wrLozozaLPNwkpYW4XN4rnE1JFMiBuXk4GKeS9H+r9yimtPZ+pVdJfnc/nnuCsV7aDRMhfJG+TExpfR+Ag4RUjICmpV3SX53P557gs1635bXAxTuc0GhLSwMJGyuQJCxKdGMqu1i3v3dNSu8U5XRtaC2pzbSGA8WRrsQ2cUVB58qdKv14WsRRPlOpjS7noMh0nLpVc0HuVjWe6cQe94oKamiuYNfpVGf8ACvWn9vwwtiGuV2fmsoT/AMsK9fCuWGwTnLq19dPM0QvCndlEcHvxSGpoavPK46zzldB0Ft+OzYD40RLfunjN7yPuquXK6zCx2hkkjWyy+KDWvEFWbPrVX3QW34LTwZ8WVpb95vGb6MQ6V5uBlsK1OV/fW/pv/wAFNJ5ZLqSXhG/0P8n7FA6LXnwFoY45MfxH7qOOR6HUPWp7wjf6H+T9ihLXdtbDBaAPFdIx/MZHFp66j7wUsWprGTnDWNn5IVL7RtcCw6f3nhY2ztOb+M/zQch0u/Kqpo986g+0b3rfuCJ9rtbHSnEGBrnnkjADR0mlecrSuH53D9o3vVVapKvWjWejdl8lb1OSeaSkWLwi6oP8n7Fp6OaLQ2iHhHve12JzaNLKUFN45VueEXVB/k/YoW6NE5bTHwrHRgVLeNirlTc071fiFfHS9jPuW7TgiU/+V7rluunRGGCVsrJHuc2tASymYI2DlVLv6EwWuSmWF/CN6aPHfToVs0X0Wls0rpHujILC0YcVa4mnaBuUX4QrJSWOX67S087DXud6Fdi6P+0U1DI0728vQlUj/p3tYltNrePcjQ0/LFtPN8f9B1qnaO2rg7VC7ZiDTzP4p71lvm9OEisrNfBx0dz4i3P7rAeletI7q9zuhoKF0TCfPaKO9ND0rHiq0qtXbx0jl9fyVzk5SzLhYm/CJas4YvOefQ1v7ls3DL7lu509OM7E8A7SSGMB5Mh1qtaSXh7onDm58SJraby0OI7TiOhWvSuy8Hd4jbqj4Jp5gQO+i1wqOdatiI/pW7+fQsTvKUlwKldF3PtloIc451fK45mmWrlqQB/4rBfOgsbYnPgc/GwF1HEEOAzIFAKGiweDtw4SYbcLacwca94V3lIDSTqANeaiswODpVsPnmrt338jtKnGULsoWg18OZLwBNY5K4RucBWo5wD00WHTv539xn7lHaOAm1QU+u3q2+iqkNO/nf3GfuXn7SUsC0+Et32Kr3pfUk7DoPDLZ45A+Rsj2Nd9AtqRXVStOlV/Rq0vjtUWE+M5rHbi1xoQd+/oWSS/bayFkZc5kRaBHxA2rQAOK6lTlTMHapbQW5WPd7pc4ExkhrBrBp4zujV/4pxUK1anGhHK1rw5HVaUkoo3vCH8jF55/IVp6LXqyz2OaV2f9SjBtc4sbQfzYCtzwh/IxeefyFUkRSGMuo4xNdmfohzh3kNHo3q3GVpUcZKcVvt+2p2pJxqNok7qu6W3Wgl5NCcUztw3DcTSgHJyLpcEDWNDGANa0ANA1ABVbQG8IzG6CgbICXH/AHg7ecZDmpyq2r0uzKUI0tondy1f7F1GKUb8wiIvVLwiIgCIiAKK0jvwWaLFkZHVEY5d55B6htUqte03dDIayRxvIyBc1rjTdmFVVU5Qag7PmRle245DLI5zi5xJc4kuJ1knWSvK617x2XyEP4cfqT3jsvkIfw4/UvnvBaj/AFoy93fM5Ki617x2XyEP4cfqT3jsvkIfw4/UngtT4kO7PmclRda947L5CH8OP1J7x2XyEP4cfqTwWp8SHdnzIXwffN3/AGh/IxVXSq2GS1Sk6mng28zMu+p6V02zWSOMYY2NYCakNaGiu+g5gsbrthJJMcZJzJLGVJO05L0KuAnUw8KKlp5lsqTcVG5yBWDR/RKWZwfK0shGZrUOdyNGunL1LoMVhiaatYxp5GtB9AWdUUOxoxlmqSv0IRw6T3s+MYAAAKAZADVQbF9RF7pqCIiAIiIAqn4RPkYvPP5CrYsc1nY/J7WuA1YgD3rPiaW2pSpp2uQnHNGxWfB58hJ9p+xqtSxwwMYKMa1oOZwgAehZF3D0tjSjTbvY7COWNjlOkp/u5/PPcFe9J7gFpiq0DhmZxnfvYeQ9/SpR9giJJMbCTrJa0nros6x0ez1HaKbup+WvqVxpWvficy0av51llLX14JxpIDraRlipvGojdzBfdMLxE1pIYQ5rAGMpmDtJHSadC6I+wREkmOMk6yWtJ66ILuhGYjjBGriM9Szvs2rstjn9m99PIhsZZctytReD2LCMUkmKgxUwUrTOmWqqq142Y2S1FrTUxOa5hOsjJwr3Lqywy2ONxq5jHHeWtJ6yFbX7Lpyitl7LXElKgmvZ3FN0+tDXssz2+K8Pc3mIjIUporZGS2ARvFWOMgPbOo76qefY4yACxhDfFBa0gcwpkvcUTWijQGjcAAOoK6GDaxEq0mnmVrfb0JKn7bkzSuq4obPi4IEY6Yqkk5VoM+crnNwn+7h+0b3rqywMsEQNRGwEZghra9dFHEYFVHDJZKL0+xydK9rcCpeEbVB/k/Yom5NLnWaLgmxtcKl1S4g505ORdFmszH0xta6mrEAac1Vj97YfJx9hnqVdXA1XXdanOzfTojkqUs2ZMrtxaZvtE7YTG1odizDiTk0nVTkWzp1ZMdlx7Y3Nd0Hin8wPQpuOxRNNWsY07w1oPWAsr2BwIcAQdYIBHUtCw9SVGVOrK7fElkbi1JnJrksnC2iKPWHPFeYcZ3oBVx8INkxQsl2xuoeZ4p3hqscdhiaatYxpGohrQesBZZImuGFwDgdYIBHUVmo9m7OhOk3dy4/gjGjaLjzOW6L2XhLVE3YHYzzMGLvAHSul3jYWzRPidqeCK7jsPQaHoXuKxxtNWsY06qta0HrAWZX4PBLD03CTvfUlTp5FZnLI3WiwWipFHiozrge066HaDlzEKSvfTh8sRjYzg8Qo84sRodYGQpXVVX2ezMeML2te3c4AjqK1orlszTibDEDsIYyvRksq7OrU04Uqlovh/P7Feykt0XuKtoPcDw/3TIC0AERA5EkihdTdSoG+qjtOz/d/cZ+5dHWGWxxuNXMY47y1pPWQrZ9nLu6oQfG9+ZJ0fYyohoroZabBDG7I8Gwsd9V2EUPNsPIVS7ut8titBxChacMrN4/mYP6FdSYwAAAAAZADIDmCxS2KNxq5jHHeWtJ6yFKvgM+ScJWlG2/mdlSvZrVFT05tbJLNBIwgsc+oP3D6eRetCLKyWyzRvFWOeQew3Vy7VaTYYqYcDMINQMLaV30ovcMDGCjGtaDmcIAHoUlg28RtpNaWa+lhs/bzM5baoJbFaaA0fGasOxzTqPMRUEc4XSrpvNloibKzUdY2tcNbT/NyzzWSN+b2NcRqxNae9fYbOxmTGtaDrwgDuTCYOWGnLLL2Xw5CFNwb37jIiIvRLgiIgCIiAIiIAiIgCIiAIiIAiIgCIiAIiIAiIgCIiAIiIAiIgCIiAIiIAiIgCIiAIiIAiIgCIiAIiIAiIgCIiAIiIAiIgCIiAIiIAiIgCIiAIiIAiIgCIiAIiIAiIgCIiAIiIAiIgCIiAIiIAiIgCIiAIiIAiIgCIiAIiIAiIgCIiAIiIAiIgCIiAIiIAiIgCIiAIiIAiIgCIiAIiID/2Q=="/>
          <p:cNvSpPr>
            <a:spLocks noChangeAspect="1" noChangeArrowheads="1"/>
          </p:cNvSpPr>
          <p:nvPr/>
        </p:nvSpPr>
        <p:spPr bwMode="auto">
          <a:xfrm>
            <a:off x="63500" y="-144463"/>
            <a:ext cx="304800" cy="304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nl-NL">
              <a:latin typeface="Calibri" pitchFamily="34" charset="0"/>
            </a:endParaRPr>
          </a:p>
        </p:txBody>
      </p:sp>
      <p:sp>
        <p:nvSpPr>
          <p:cNvPr id="9223" name="Tekstvak 6"/>
          <p:cNvSpPr txBox="1">
            <a:spLocks noChangeArrowheads="1"/>
          </p:cNvSpPr>
          <p:nvPr/>
        </p:nvSpPr>
        <p:spPr bwMode="auto">
          <a:xfrm>
            <a:off x="468313" y="980728"/>
            <a:ext cx="8280151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4400" dirty="0" smtClean="0">
                <a:solidFill>
                  <a:srgbClr val="FF0000"/>
                </a:solidFill>
                <a:latin typeface="Aharoni" pitchFamily="2" charset="-79"/>
                <a:ea typeface="+mj-ea"/>
                <a:cs typeface="Aharoni" pitchFamily="2" charset="-79"/>
              </a:rPr>
              <a:t>1.3 </a:t>
            </a:r>
            <a:r>
              <a:rPr lang="fr-FR" sz="4400" dirty="0" err="1" smtClean="0">
                <a:solidFill>
                  <a:srgbClr val="FF0000"/>
                </a:solidFill>
                <a:latin typeface="Aharoni" pitchFamily="2" charset="-79"/>
                <a:ea typeface="+mj-ea"/>
                <a:cs typeface="Aharoni" pitchFamily="2" charset="-79"/>
              </a:rPr>
              <a:t>Functioneel</a:t>
            </a:r>
            <a:r>
              <a:rPr lang="fr-FR" sz="4400" dirty="0" smtClean="0">
                <a:solidFill>
                  <a:srgbClr val="FF0000"/>
                </a:solidFill>
                <a:latin typeface="Aharoni" pitchFamily="2" charset="-79"/>
                <a:ea typeface="+mj-ea"/>
                <a:cs typeface="Aharoni" pitchFamily="2" charset="-79"/>
              </a:rPr>
              <a:t> </a:t>
            </a:r>
            <a:r>
              <a:rPr lang="fr-FR" sz="4400" dirty="0" err="1" smtClean="0">
                <a:solidFill>
                  <a:srgbClr val="FF0000"/>
                </a:solidFill>
                <a:latin typeface="Aharoni" pitchFamily="2" charset="-79"/>
                <a:ea typeface="+mj-ea"/>
                <a:cs typeface="Aharoni" pitchFamily="2" charset="-79"/>
              </a:rPr>
              <a:t>ontwerp</a:t>
            </a:r>
            <a:endParaRPr lang="en-US" sz="4400" dirty="0" smtClean="0">
              <a:solidFill>
                <a:srgbClr val="FF0000"/>
              </a:solidFill>
              <a:latin typeface="Aharoni" pitchFamily="2" charset="-79"/>
              <a:ea typeface="+mj-ea"/>
              <a:cs typeface="Aharoni" pitchFamily="2" charset="-79"/>
            </a:endParaRPr>
          </a:p>
        </p:txBody>
      </p:sp>
      <p:sp>
        <p:nvSpPr>
          <p:cNvPr id="8" name="Tekstvak 6"/>
          <p:cNvSpPr txBox="1">
            <a:spLocks noChangeArrowheads="1"/>
          </p:cNvSpPr>
          <p:nvPr/>
        </p:nvSpPr>
        <p:spPr bwMode="auto">
          <a:xfrm>
            <a:off x="611560" y="1730680"/>
            <a:ext cx="4336626" cy="4770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 smtClean="0">
                <a:latin typeface="Aharoni" pitchFamily="2" charset="-79"/>
                <a:cs typeface="Aharoni" pitchFamily="2" charset="-79"/>
              </a:rPr>
              <a:t>Functionaliteiten</a:t>
            </a:r>
            <a:endParaRPr lang="en-US" sz="1600" dirty="0" smtClean="0">
              <a:latin typeface="Aharoni" pitchFamily="2" charset="-79"/>
              <a:cs typeface="Aharoni" pitchFamily="2" charset="-79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 smtClean="0">
                <a:latin typeface="Aharoni" pitchFamily="2" charset="-79"/>
                <a:cs typeface="Aharoni" pitchFamily="2" charset="-79"/>
              </a:rPr>
              <a:t>Navigatie</a:t>
            </a:r>
            <a:endParaRPr lang="en-US" sz="1600" dirty="0" smtClean="0">
              <a:latin typeface="Aharoni" pitchFamily="2" charset="-79"/>
              <a:cs typeface="Aharoni" pitchFamily="2" charset="-79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Aharoni" pitchFamily="2" charset="-79"/>
              <a:cs typeface="Aharoni" pitchFamily="2" charset="-79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 smtClean="0">
              <a:latin typeface="Aharoni" pitchFamily="2" charset="-79"/>
              <a:cs typeface="Aharoni" pitchFamily="2" charset="-79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Aharoni" pitchFamily="2" charset="-79"/>
              <a:cs typeface="Aharoni" pitchFamily="2" charset="-79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 smtClean="0">
              <a:latin typeface="Aharoni" pitchFamily="2" charset="-79"/>
              <a:cs typeface="Aharoni" pitchFamily="2" charset="-79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Aharoni" pitchFamily="2" charset="-79"/>
              <a:cs typeface="Aharoni" pitchFamily="2" charset="-79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 smtClean="0">
              <a:latin typeface="Aharoni" pitchFamily="2" charset="-79"/>
              <a:cs typeface="Aharoni" pitchFamily="2" charset="-79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Aharoni" pitchFamily="2" charset="-79"/>
              <a:cs typeface="Aharoni" pitchFamily="2" charset="-79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 smtClean="0">
              <a:latin typeface="Aharoni" pitchFamily="2" charset="-79"/>
              <a:cs typeface="Aharoni" pitchFamily="2" charset="-79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Aharoni" pitchFamily="2" charset="-79"/>
              <a:cs typeface="Aharoni" pitchFamily="2" charset="-79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 smtClean="0">
              <a:latin typeface="Aharoni" pitchFamily="2" charset="-79"/>
              <a:cs typeface="Aharoni" pitchFamily="2" charset="-79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 smtClean="0">
                <a:latin typeface="Aharoni" pitchFamily="2" charset="-79"/>
                <a:cs typeface="Aharoni" pitchFamily="2" charset="-79"/>
              </a:rPr>
              <a:t>Lijst</a:t>
            </a:r>
            <a:r>
              <a:rPr lang="en-US" sz="1600" dirty="0" smtClean="0">
                <a:latin typeface="Aharoni" pitchFamily="2" charset="-79"/>
                <a:cs typeface="Aharoni" pitchFamily="2" charset="-79"/>
              </a:rPr>
              <a:t> met </a:t>
            </a:r>
            <a:r>
              <a:rPr lang="en-US" sz="1600" dirty="0" err="1" smtClean="0">
                <a:latin typeface="Aharoni" pitchFamily="2" charset="-79"/>
                <a:cs typeface="Aharoni" pitchFamily="2" charset="-79"/>
              </a:rPr>
              <a:t>alle</a:t>
            </a:r>
            <a:r>
              <a:rPr lang="en-US" sz="1600" dirty="0" smtClean="0">
                <a:latin typeface="Aharoni" pitchFamily="2" charset="-79"/>
                <a:cs typeface="Aharoni" pitchFamily="2" charset="-79"/>
              </a:rPr>
              <a:t> </a:t>
            </a:r>
            <a:r>
              <a:rPr lang="en-US" sz="1600" dirty="0" err="1" smtClean="0">
                <a:latin typeface="Aharoni" pitchFamily="2" charset="-79"/>
                <a:cs typeface="Aharoni" pitchFamily="2" charset="-79"/>
              </a:rPr>
              <a:t>pagina’s</a:t>
            </a:r>
            <a:endParaRPr lang="en-US" sz="1600" dirty="0" smtClean="0">
              <a:latin typeface="Aharoni" pitchFamily="2" charset="-79"/>
              <a:cs typeface="Aharoni" pitchFamily="2" charset="-79"/>
            </a:endParaRPr>
          </a:p>
          <a:p>
            <a:endParaRPr lang="en-US" sz="1600" dirty="0">
              <a:latin typeface="Aharoni" pitchFamily="2" charset="-79"/>
              <a:cs typeface="Aharoni" pitchFamily="2" charset="-79"/>
            </a:endParaRPr>
          </a:p>
          <a:p>
            <a:endParaRPr lang="en-US" sz="1600" dirty="0" smtClean="0">
              <a:latin typeface="Aharoni" pitchFamily="2" charset="-79"/>
              <a:cs typeface="Aharoni" pitchFamily="2" charset="-79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 smtClean="0">
              <a:latin typeface="Aharoni" pitchFamily="2" charset="-79"/>
              <a:cs typeface="Aharoni" pitchFamily="2" charset="-79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NL" sz="1600" dirty="0">
              <a:latin typeface="Aharoni" pitchFamily="2" charset="-79"/>
              <a:cs typeface="Aharoni" pitchFamily="2" charset="-79"/>
            </a:endParaRPr>
          </a:p>
          <a:p>
            <a:r>
              <a:rPr lang="nl-NL" sz="1600" dirty="0" smtClean="0">
                <a:latin typeface="Agency FB" pitchFamily="34" charset="0"/>
                <a:cs typeface="Aharoni" pitchFamily="2" charset="-79"/>
              </a:rPr>
              <a:t/>
            </a:r>
            <a:br>
              <a:rPr lang="nl-NL" sz="1600" dirty="0" smtClean="0">
                <a:latin typeface="Agency FB" pitchFamily="34" charset="0"/>
                <a:cs typeface="Aharoni" pitchFamily="2" charset="-79"/>
              </a:rPr>
            </a:br>
            <a:endParaRPr lang="nl-NL" sz="1600" dirty="0" smtClean="0">
              <a:latin typeface="Agency FB" pitchFamily="34" charset="0"/>
              <a:cs typeface="Aharoni" pitchFamily="2" charset="-79"/>
            </a:endParaRPr>
          </a:p>
        </p:txBody>
      </p:sp>
      <p:pic>
        <p:nvPicPr>
          <p:cNvPr id="11" name="Picture 2" descr="http://student.aii.avans.nl/cmd/mwascheu/School/Dreamweaver/Site/img/navigatie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67" b="17006"/>
          <a:stretch/>
        </p:blipFill>
        <p:spPr bwMode="auto">
          <a:xfrm>
            <a:off x="877344" y="2486942"/>
            <a:ext cx="4200401" cy="2016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Tabel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8507427"/>
              </p:ext>
            </p:extLst>
          </p:nvPr>
        </p:nvGraphicFramePr>
        <p:xfrm>
          <a:off x="944148" y="5013176"/>
          <a:ext cx="7632848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8212"/>
                <a:gridCol w="1908212"/>
                <a:gridCol w="1908212"/>
                <a:gridCol w="1908212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100" b="1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Naam</a:t>
                      </a:r>
                      <a:r>
                        <a:rPr lang="en-US" sz="11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100" b="1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pagina</a:t>
                      </a:r>
                      <a:endParaRPr lang="nl-NL" sz="11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Formulier</a:t>
                      </a:r>
                      <a:endParaRPr lang="nl-NL" sz="11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Functie</a:t>
                      </a:r>
                      <a:endParaRPr lang="nl-NL" sz="11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Afwijkend</a:t>
                      </a:r>
                      <a:r>
                        <a:rPr lang="en-US" sz="11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100" b="1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paginaontwerp</a:t>
                      </a:r>
                      <a:endParaRPr lang="nl-NL" sz="11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5781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AutoShape 2" descr="data:image/jpeg;base64,/9j/4AAQSkZJRgABAQAAAQABAAD/2wCEAAkGBxQSEhUUEhMUFRUXFxQXGBgXFRgcGRcZFxUcGhwdFRcYHCohGBolHBcXJTEiJSkrLi4uFx8zODMsNygtLisBCgoKDg0OGhAQGywmHiQuLCwsLCwsLSwsLCwwLCwsLCwsLCwsLCwsLCwsLDQsLCwsLCwsLDQsLCwsLCwsLSwsLP/AABEIAKMBNgMBIgACEQEDEQH/xAAcAAEAAwEAAwEAAAAAAAAAAAAABQYHBAIDCAH/xABPEAABAwIBBgkGCwUFCAMAAAABAAIDBBEFBgcSITFBEyIyUWFxgZGhUmJyk7HRFBVCVIKSorLB0uMWIzNDwghTVWODFyQ0RKPT4vBzw+H/xAAZAQADAQEBAAAAAAAAAAAAAAAAAgMEAQX/xAAnEQACAgEEAgICAgMAAAAAAAAAAQIRAwQSITFBURMUInEysUJhkf/aAAwDAQACEQMRAD8A3FERABERABERABERABFyTYhG3fc8w1+Oxcr8TceS0Dr1rtMCVXrkna3a4Dt/BV+uxZjP40zW9BcAfqjWe5QVVlnTt5AfJ1N0R3usfBUjilLpCuSRdJMSYNlz1D3rllxg7md5We1OW8h5ETG+kS72WUXUZS1L/wCZo9DWtHja/irR0svIryI0uXF5d2iOoe9R1Ti8u+W31Qs2lrZHcqR7utxP4rnVVpV7F3l9qMa56n/q/wD6o6bFmnbMT9IlVNE6wI5vZPy17D8u/euV9UzyvAqKRP8AEjm47nVPM4jqJXicQlHJmlHVI4ewrjRHxoLOwY/Vt5NTP6xx9pXsZl1Xs/5gkczmRnx0b+Kj0R8UfQbmT1NnTrG8tkDx6LmnvDreCl6TO83+dSuHTHIHeDg32qjuhadrR3L0voGHcR1H3qctPB+DqmzXKDOZh8ltKR8R5pI3Dvc27fFWXD8VgnF4JopR5j2u77HUvnWXCfJd3j3LjkwyRp0m7RsLTYjq2FRlpfQyyH1Ei+ccPy4xGlIAqJHAfJmGmD2v41uohXHBs9GwVdNbz4XX/wCm/YPpHqUJYZIdSRrqKCwDK+jrdVPUMc7yHXbJ9R9nHrAsp1SaoYIiIAIiIAIiIAIiIAIiIAIiIALxkkDRdxAA2kmwUJi2UscV2x2kf0Hit6zvPQPBVHE8aLuNM/qb+Vo9qpHG5CuSRcKvKFo1RjSPOdQ958FC4hjNheaUNHNe3c0az4qlVmULzqjGgOfa73BQ73lxu4kk7STc961Q03sRzLdV5YNbqhjLvOfqH1RrPgoOtygqJdshaOZnFHhrPaVFotMcUY9IRybCIicUIiIAIiIA9tNA6R7WMF3OIa0c5JsFYzkLU73QD/V/8V6cgYA6tjJ2RtfIeoNI9rgsKxmu4eommItwssklvTeXfisufPKEqRSEU1yb1+wtT5UHrf8AxXBjOTc9MwPk0CwnR0mO0gDa9jq6CsIW5YfBwGB0EWx0rpah3SCTo3+i9vckxaicppHZQSRGIiLaSCIiACIiACIiAPxzQdRFx0rhqMIidu0T5vu2LvRcaT7OlZq8BeNbCH21jc4d/vUvgOcbEKEhhkMzB/LqLuIHmyHjt6Lkgcy7166inbILPaHDp/A7lGeBPoZTo0vJXOtRVZDJCaaU2GjKRoOPmS8k9TtEnmV9XyviOTW0xG/mu/B3v711ZLZf12FuEdzJCNsEpNgP8p22PotdvQsWTC4lVKz6eRVfIzLukxJv7l+hKBd0L7CQW2kC9nt84c4vY6laFEYIiIAIiIAIi9NXUtiY58jg1rRck7kAeVRO1jS97g1oFyTsCoWPZVumuyK7I952OeOnyW9HfzKHykykdVP3thaeK3+p/O72d5NcqKku1DUPb1rZiweWTlM7qnFLao+/3BRb3km5JJ5yvFFsjFR6JN2ERS+AYbFKJ5ah7o4aeIySFgu6wudVwdwdu3LspKKtglZEIu34/wAB+d1nqv00+P8AAfndZ6r9NQ+zjG2M4kXb8f4D87rPVfpp8f4D87rPVfpo+zjDYziRd7cbwI/87Ut9KFx+7Gu6jwmkqrChxKnlcdkb7xvPU08Y/VTLU435DYyCRd2KYTNTO0Zoyy+w7Wu9Fw1FcKsmnyhScwqfgKDEqm9iynMbD50twPtaHesEW05azcBgFt9VVNH0Yxf70X2liy8vO7yMvDo/WNJIA1k6gvoHLaIRPp6ZvJp6aGMdYFvYGrEcmJ4o6ynfOdGJk0T3kAniseHEWGs3tbtWyYvlhglRM+Z9VVBz7XDYtQs0AWuw7gjBOMJXIJptcEMi7fj/AAH53Weq/TXm3FsDdqGITsPnwPI7dGNbfs4yWxkeisNPk5HUAmhraaqIF9AODX29G58bKFrKN8LyyVjmOG0OHiOcdIVIZIy/ixWmuz0IvZBEXua0bXODR1uNh7VL41Pg9HM+nqKqq4WPRD9GMFty0O1WYdxG9cnljDs6ot9EIi7fj/AfndZ6r9NPj/AfndZ6r9NT+zjO7GcSLt+P8B+d1nqv01+jHsB+d1Y/0v00fZxhsZwopWnmwic2hxQMP+fG5g+s4NC6MRyVniZwjQ2aK1xJC7SFue223SLjpTxzwl0zji0QS562iZK3RkaCN3OOo7l0IqtX2cKViWETUrhLC91mnSa9hIfGRvJGzrHgtYza53xMW02IlrJDYMn1Bkh5pRsY7zth6N9cVUyjyb1GSBvS6Mb+lg/DuWLNp/MSkZ+z6vRYHmgzomJzKKufeI2bDM464zsDJCdsfM48nYdXJ3xYioREQAWT5cZS/CZeCjP7mM7tj3Da7qGwdp3i1szjY58GptBhtJNdg5w23HcOwgdbhzLJIti1afFf5MnOXg9z33XgiL0EqJBERBwKQxubgMBrHg2dPLFCDzgEOI7W8IFHrxzuT8FhmG0/946Wod/T4SnuWbVOoUUx9mRIitua3J2OvxGOGYExaMj5ACQdFrDbWNY4xavOLFSRbccAwH5rVn/VP/cXi/JzAXavg9YzpEgPteVX4MnoXcjE0WuVuaukqQfiyscZQCRBUgAv32ZIABsvuPSRtWUVVO6N7o5Glr2Oc1zTta5psQekEFTcWnTGTsv2Q+cyWC1PX3qqN1mkP4z4h5UbjrNvJvu1W33LKLCRA5ron8JBK3hIZBrDmkA7ecXHYQegYUtqzTTmvw2aidrfTSxSRE7mSuIc0dAs8/THMrYMuyX+hJxtEXntn4OHDaW9iyB0z29MpAHi2RZSr9nwr+FxaZo5MLIoh2MDj9p7lQVFu3Y6CLSM22RtHU0dRV1xm0I5I4mCIgG5ALto18tnNaxVg/ZLAuav+sxNHHKStI42kYui2Z2RmBO1B9fH512G3ZolUfOFkX8XOidHMJ6edrnRSaOieKRdrhzjSbr38w2LkoSj2gTT6KnFIWkOaS1wIIINiCNYII2FbPm7yqdi0bsPrXaVQ1jn007uU4tGtjztcba77wDfWATiytOa6YsxaiLdvDNb2Ou0+BK5GTi7R1qzUcjqQvroWkcl5cejgwXa+1oCxzK7EPhFbUzA3Ek0rmnzS86NujRst4jkFPPitSP5EVS5vpucS23a0hfOCvqZbpL9CQVIIi3N2ROEUsVOyrp53zup4pJCyU203N421wtxg7VbZZRjFydIZujDEW3fEGA/Nav1v6i5p8hcFn1RVFVSvOwyBr2A+cAL2+kE7w5F4ObkY0pvJfKyqw+TTpZnM1guYdcb+h7DqOoWvtG4hdGW+R02GStZKWvZIC6KVnIkbzjmIuLjpG0EFVxSGN8hqoMWpXVtKwRzxW+FQDdf5bOg2Jvvsd4N4JVLNJjppMTg1/u5nCCQbi2Q6Iv1O0T2FX7KGh4CpliGxrzo+ieM37JC36XI5La/BHJGuSOREWsmVDK/AhYzxDpkaPvD8e/nWq5i8vjUs+A1L7zRtvC47ZI2jW0ne5vi30STWSFQK9kmH1jJYCWlrhJEeax5J5xuI3g9KwanFX5ItCXg+w0UXkvjbK2lhqY+TKwOtfku2OaekOBHYvxZChlGcfE+Gr3tB4sQbE3rGt3bpEj6IUM0WXLPPwtRI/y5ZH97i5da9bHGo0Z27YREVBQiIgD9awkgDaTYdZURn5qR8YRwNPFp6eGO3MTd33XM7lbMlKbhKyBv+Y1x6mcc/dWW5xcQ+EYnWSbjPI0dLYzoNP1WhYdY+UiuMri1TMdDoNxGq3xUwjaemUkjxjb3rK1s+QcHA4A9x21VVYejGB/VG7vWbGrkkUk6RzhEReuZj30MxZIx7dTmva4dYIVVz307WYxUaOrSETj1mJt++1+1XXJykM1VCwb5Gk+i06TvAFZvnRxIVGK1cg2CUxjqiAjuOg6F+1YdY+UWxlWWvf2bXH4ZU83we56xI23tKyFaxmevT0GLVuzQg4OM+foPNu8xd6xlDOcpa/4RV1E17iSaV46nPJHgQo1EQBt+Bw8BgNGy1nVEss5HOAS0Hu4MqPViyug4BtHS/N6WJp9Iix7eID2qur1NOqxohN8henPJJoUOFQ7yyeU84Diwt79I9y6I4y4ho2kgDrJsFDZ+asHEWwtPFp6eGK3MSC/2Pb3KWrfCQ2MzdXnMrQmXF6fmj4SR3QGxm32i1UZanmNh0BiNVvipuDafOlJI8Yh3rClboqWDLSu0cHrpb2NXVtY3XYkB/C91g8d6wxazndm4LDsNpx8sS1Du22h4Pd3LJk+V3NnI9Elk1QfCKunhtcSTRMPU54B7LErbMuqnTrZbbG6LB9Fov9rSWf5j6DhcWhceTC2WV3UGFo+09qs9bUcJI+Ty3vf9ZxP4q+kX5NiZHwelERbyJ784TeEwCFztsVZosO/Rcx5IHRr+yFjK17O1NwOFYfTHlSvkqT0AAht+sS/ZKyFeTldzdezTHo6sLcRNEW7RIwjrDhZb1nEH+/SejH9wLGsgaA1GI0kYF7zxE+ixwe77LStayzqeErZ3DYH6P1Ghp8WlW0i/N/oTJ0QqIi9AiFBZZUXCU5cBxozpDqOp34HsU6vVVxacb2nY5rh3iyWcd0WjqdMsH9m7Gi6KppHHkObMzXufxXgcwBaw9byizHNrlB8Bqny3tpQuZ3vY7+lfq8c0k/A3Rl0TtDnNPWLhSa8cr6Q0+IVDdwlLx6MnHFux1uxeS9fG7RmYRETnAiIgCx5EyiJ9RUu5NPTTSnrA9wcvn+R5cSSbkkknnJW410/AYHiEu+UxU7em5Gl9l7u5YYvM1LvIy8Ogt4rIPg+GYZTjV+4Mzh50xD/a56whtri+zfb8FtmJZ0sJnc10lHVktY1jbOaAGtvYWEnSUuGajO2dkrVHCv0Ly/2hYMNlDVnrk90i46nPAyIH4Bh0ELt0krjI8dWoWPaQtb1cfCZP42WerrRg1HJVTWbVzNdHSxHlC+2RzdwGo9w2uWBucSbnWSu7G8ZnrJTNUyulkOrSduA3NA1NGs6gANa4FinNzlbKpUqC2/KjDDheTDKd40ZqmSMyDYQ9x4Ug9LWRNafRUBmqyPaAMTrhaniN4WHbPKOTYHa0EdpHMCpTP3iz3wYfG88Z7ZKh7ebT0dADoALx2JdrqwsxtTeROH/CMQpIrXDp4tIeaHgu+yCoRaJmIow/FBI7ZBDNMe4R/wD2Lh0uuWdTwlbOdwfofUAafEFQq85pS9znna4lx63G59q8F7MVSSMzJfJGl4Ssgb54cfocf+lZTnAxD4RiVXLe4M8gafNY7Qb9loWxZFyiE1NU7ZT000naBceDXL5+c4k3OsnasGrdzorjXB+LaM31KYsCeRyqurDG9LWWt9pj+9Yuvo7JzDtCDBaUD5Pwl46XfvtfaXhRxfzT9c/8Gl0Ztn2qgcSELTxaeCGEDcNRf7HjuWdKey7xD4RiNXLe4dPKGnzWuLW/ZaFAqYxq2ZKHg4cSqrWLIGwsd0yk3setrO8LpUVm/wAuaGioZKWqgqJDLLwjjGWgWAZoi+mDqLL9qmP9oOC/Mqz1g/7q1YM0cadk5xbZ4KZydwThyZJTwdNHd0srjZoa3WQHHfYdm3mvBzZ0cOj/AOHwsvPPPLcD6PGuqflfnBrMRHByubHALWhiGjHq2aWsl27abC2oBPPV8VFHFj9nhnJyoGI1z5mC0TQIoRa1o2E2Nt1yXOtu0rblVkU5kfkvPiVQ2CAdL3kcWNl9bnfgN51LEVL1mPwsRGoxOVvEp2GOK/ypnix0TzhpDf8AV611veXElxuSSSeck3KnMenhhiioKT/h6cWLtV5ZPlOJG3WT0XJ3AKBXpabHtjb7ZCbthERaBAvx5sCeYH2L9UdlDU8HTyu3lpaOt2r8fBck6TZ1FCwTC31EhYwEkNLtXMCB+IX4tM/s74KJqmpmeLsZE2PXs0pHh3gIj3ovGNJdM8+Cn91VtGr+FJ0ayWE9pcL9LVRMPm0m23jV2bl9CYph7KiF8MguyRpaefXvHMQbEHnC+eMWw6ShqXwybWnUdz2HY4dBHcQRuW7TZOKZKa8nai8Y3hwBGwryWwkEROpADOpNwWD0EGx000s56QwEC/ZK3uWQLTs/U9qumpgeLT0sbepzib/ZDFmK8eb3SbNKVIItGzOYHTzurJ6qFs0VPBfQdsL3G7dY2G0bh9JW/hML/wAHh9c78iaGKc+YoHJLswpFuvCYX/g8PrXfkXtZiNCz+HhFGDuL2tf7WJ/rZPX9C74mJ4VhE9S/Qp4ZJXatTGF1r+VYcUdJ1LT8nc2MVHoz4w9t+UykjcHOf/8AK4G1r7gbbLu3KyVGWVSW6EZjgZ5MLA3xNyOyyr8khcS5xLidpJJJ6ydqrDSP/JivJ6JXFsVkrZWNsGMu2OKNvJjBIaABz7NfsGpUvPrWh+KvjHJgihhH1eE1est2KyUNSYpGSAAlj2vAOwlrgdfcpevxHD55HSzYVE+R5u5xmdcnp4ifPilKlBcI5CSXZgS1rM3BwdDidSd7I6dp6X30vvsU3wmF/wCDw+td+ReysxeH4MaalpGU0bpOEeGvLtJwAG9otsb3BRhp57la4Hc1RCoiL0SBJYnPwGBV0mx0z4oG9IuC630XP7lhy3mkxiH4MKaqpGVMbZDI0OeW2cQRcgNNzYu19K9fCYX/AIPD6135Fgy4ckptpFoySRieHUhmljibypHsYOt7g0e1fTWIVYhrKuYDiUNE7R6xHpADsLgqvSVuHRPZJHhMLXsc17XCU3a5puCOJtBAXrynxNwwjEal1g+qmjhHVpBzgPoOcOxJ8cscW5fo7uTaowkm+sr8RdmDUPD1EMI/myxx/XeG/is45xovoXHqLCqad8IwqF+hojS4RwuS0HZonZe23co/hML/AMHh9a78istPkatIXejCl5RsLiA0Ek6gALknoAW7MqsNbycHpvpP0vAsXVDlYYRakpaSmH+XEAfCw7wmWmyejm9Gd5LZqqyp/eVI+B041uknGi63mRmx7XaI16iVf311PR05o8NaWxn+LM7+JMbWNzYEDu5gANsbiOKTVBvNI5/MCdQ6mjUOwLjWnFplHmXLElO+giItJMIiIAKlZc4jpObC06m8Z3pEah2A+KsePYs2nj0tRebhjec856AvRmdyOdiNZw8wJp4XB8hI1SSbWs6dfGd0avlBZNVlpbEUxx8mzZnsmzQ4bGHi0s376QHaC8DRaQdhDA2457oruiwFgqxl3km2vh4tmzsuY3nYedj/ADT4HXzg2dF1Np2gas+ZmufTyOjlaWuabPYdrSP/AHqIUox4IuNYWtZcZFR17dJto6hos2S2pw8mS21vTtHeDilXTzUcropmFjhtadhHO07COkL0cWZSRCUaJJSWTdNwtVAznkYT1NOkfAFRFPUNeNR7N4VrzfstUulIJ4GGWSwFyTYNsANps4quSVQbOJcmR50a/h8VrHjZwpj9UBH/AEKrKaqMn657nPdSVRc4lxPASayTcnk85Xr/AGZrfmdV6iT8q8g0GnZuIeBwOpkIsaipbG087Y2tPt4Qdi9SmpqQ02E4bTOBa4sfM9pFiHPOkA4HYRwjh2KFXpaZVjITfIREWgQIiIAIiIAIiIAIiIAIiIAL1515uCwrD4N8sk1Qfo8Vt+tsvgV7Lcy9OezC6mSrhihp55I6emijuyJ7m6WsmxAts0e5ZNW/xSKY+zJleMy+H8Ni9NquI9OU9Ggw6J+uWKu/szW/M6r1En5VpOZfBpqU19VNDLEY6YsZwkbm6RedLi6Q1kGMDV5XSsKVuix2YvU8LPLJ5Uj3DqLjbwsuNAi9lKuDMEREHAiIgAiIgAuLFsUZTs0nnX8lo2uPR0dK4scyijgu1tnyeTfU30j+G3qUXkjkhWY1OSDoxggSTOHEYNui0fKdY6mjn1kXus+bUKHC7KRhfZ6MnMBqcarNBmoai95B0IY7+J22btJ7SPqfJzA4aGnjp4G2YwW17XHe5x3uJ1n3L0ZKZNQYdA2CmbZo1ucdb5Hb3PO8+A2CwUyvObbdssERFwAiIgAorKHJ6Ctj4Odl7clw1PYedjt3VsO8FSqLqddAYHlVkPU0BL23lhGsSsGto/zG7W9esdWxR+C5RyQP02PLHWtpNtrB3OadRGody+jCqPlPm0pqm74f93lOvij924+dHuPS23TdaYajxIm4einsy0rCLipJHox/lXl+2Nb84d9SP8qreOZL1lASZYzoD+bHxoz1m3F+kAuKDFPKHaPctUfjfhCOydxHEZZ36czy91gLm2oDcANQ2lcq9cNQ13JIPRv7l7FZV4FCIiDgREQAREQAREQAREQAREQAU5HlfWgACodYatbWE9pLbntUGi44p9o7ZPftjW/OHfUj/KuevykqpmGOWZzmG1xZovbn0QLqJRcWOK8ILYRETHAiIgAija/HoIr3fpO8lms9u4dpVaxDKyV/FibwYOoHlPPVuHYFKeaEe2MotltxDEY4BeR4bzDa49QGsqn4plRLMeDgDmBxsLa5HE6gBbZfmGvpVhyWzS4hXOEk4NNEdZfNcyOHmx8onZytEWOolblkbm9osNAMMenLvmks6TX5OqzB0NA6brHk1MpcLhFVBIyjIDMtLMWzYjpRR6iIQbSv3/vD/LB5uVt5O1bzh9DHBG2KFjY42izWtFgB1D2rpRZhwiIgAiIgAiIgAiIgAiIgD8IVRx7N1RVN3BhgeflRWaD1s5J7gelW9F1Sa6BqzD8azW1kNzCWVDfNOg/6jjbucepVOd89O7QlbJGfJlYQezSFyOpfTi9NVSskaWyMa9p2te0OB6wdSvHUSXYjgj5uixbym93uK6o6+M/Kt16lrmKZs6Ca5bG6Fx3xOIH1Ddo7lU8RzOyC5p6pruZsrC09r2k3+qFeOpQjgyrtcDsIPUv1ftdm8xGE6oNMeVE9p7gSHeChaqGqg/ixzx2/vI3gd7hZWWaLF2smUUAzGX87T2e5e1uNnewdhITfIjlE0iiRjg3sPePcvIY4zyX+HvXd8QpkoijfjuPmf3D3r8+PIvP7h70b4+wpkmiizj0XM/uHvXrdlDH5D/D3o+SPsKZMIoF+Ug3Rntdb8F6JMpX7mNHWSfcleWHs7tZZUVNlyimJsHNB5mtF/G66abCsRqf4cFW8HeI3tZ9YgN8Uj1EUd2Mss1Qxmt72t63Ae1RtTlFAzY4vPmj8TYLpw7NDic2t8cUA55ZQT12i0vGytuFZiWDXVVj3bOLDGGfbeXX7goy1T8DLGZlV5Wu/lsa3pcbnuFgPFemhw7EMRNoYp5gbi7W6MQ6C7UwdpX0Vg2bbDaaxZSse4W4015Dcbxp3DT1AK2NaALAWA3BZ55pS7Y6ikYNk7mJmfZ1bO2Jv93Dx39Re7itPUHLVsmMhKGgsaeBun/ev48nY53J6m2HQrIikMEREAEREAEREAEREAEREAEREAEREAEREAEREAEREAEREAcFZglNN/Fp4JPTiY72hQ9TkBhz9tJGPQ0mfcIX6i6pNBRS8fyIooidCEj/VlPtesxxqmbG8hgsOsn2oivjbfYjRGFeJRFUU8SrDkzhUUxtI3S+k4fdIREkujqNPyezd4dILvpy49M01u7hLK1U2QGGs2UNOfTYH/fuiLO2xybpMOhiFooo4x5jGt+6F1IiU6EREAEREAEREAEREAEREAEREAEREAf/Z"/>
          <p:cNvSpPr>
            <a:spLocks noChangeAspect="1" noChangeArrowheads="1"/>
          </p:cNvSpPr>
          <p:nvPr/>
        </p:nvSpPr>
        <p:spPr bwMode="auto">
          <a:xfrm>
            <a:off x="63500" y="-144463"/>
            <a:ext cx="1800225" cy="18002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nl-NL">
              <a:latin typeface="Calibri" pitchFamily="34" charset="0"/>
            </a:endParaRPr>
          </a:p>
        </p:txBody>
      </p:sp>
      <p:sp>
        <p:nvSpPr>
          <p:cNvPr id="9220" name="AutoShape 5" descr="data:image/jpeg;base64,/9j/4AAQSkZJRgABAQAAAQABAAD/2wCEAAkGBhASERMQEBQSEhASGBQUEBcTFRAXEhkXFhQXFxUUFRUXHCceFxojGRYWHy8gIygpLDAsFR8yNTAqNSYrLCkBCQoKDgwOGg8PGikkHyIzKzUsKiw1LykuKSwtLCwtLSwpLCwsLCwsLCwsLCwsLCksNCwsLCwpLCwsLCwsLSwpLP/AABEIAHMBtQMBIgACEQEDEQH/xAAbAAEAAgMBAQAAAAAAAAAAAAAABQYDBAcCAf/EAEgQAAEDAQQECAcPAwUBAQAAAAEAAgMRBAUSIQYxQVETImFxgZGSsQcyU3Kh0dIUFRYXMzRCUnOCk7LBwvAjJINDYqKz4VRj/8QAGgEBAAMBAQEAAAAAAAAAAAAAAAIDBAEFBv/EADcRAAIBAgMFBQcDAwUAAAAAAAABAgMRBBIxEyFBUWEFFBWh0SIyUnGBkbFCwfCC4fEjJDM0Y//aAAwDAQACEQMRAD8A7iiIgCIiAIiIAiIgCIiAIiIAiIgCIiAIiIAiIgCIiAIiIAiIgCIiAIiIAiIgCIiAIiIAiIgCIiAIiIAiIgCIiAIiIAiIgCIiAIiIAiIgCIiAIiIAi5kdM7b5QdiL2U+Gdt8oOxF7K8bxmhyl5epn7xHqdNRcy+Gdt8oOxF7KfDO2+UHYi9lPGaHKXl6jvEep01FzL4Z23yg7EXsp8M7b5QdiL2U8ZocpeXqO8R6nTUXNYdLbe9wY19XOIDQGRVJOoeKr7DKYYQ60yAlorI8gAV3AAdA2la8NjoYi7imktW7W/JOFVT0N1FS7f4QsyII6j60hOf3R61pfGBafqw9mT21VLtXDRdr3+Rx14I6Ci578YFq+rD2X+2nxgWr6sPZf7aj4th+v2ObeB0JFz34wLV9WHsv9tPjAtX1Yey/208Ww/X7DbwOhIue/GBavqw9l/trdubTK0zTxxFsVHmjqNfWgBJpxtwUodqUJyUVe76HVXi3YuqIoi+7XbGOb7libI0g48Ww1FPpDlW+pNU45mm/lvLW7K5Loqt76Xt/80f8AP8iyaMaRz2mR7JGsDWNqSwO8bEABXERqxdSzRxsHNQtJN6XTRBVFe28sqKnx6TW6SSVkEUTxG4g6waYiBWrxuWf30vb/AOaP+f5FxY6D0jJ/JM5tVyZaUUBft+TWezRS4WcK4tbI11S0EsJcBR28bys2jN+m0xuLwGysNHgVpn4pocxtHO0q1Ymm6my42uSzq+UmUUJpJfclnMOAMPCOwuxB2rLVQjevulN9Ps0TZIw0kvwnEHEUwuOwjcuzxMIZ7/ptf6hzSv0JpFVRfF6UDvc0ZaRXLXTmEhPoW1c+lzZX8DMwwzagHVoTuzAIPIVXHGU21F3V9Lpq5xVFoWBERbCwIiIAiIgCIiAIiIAiIgCIiAIiIAiIgCIiAIiIAiIgCIiAIURAcYITCuzovnvBP/Ty/uZO7dTjGFKLs6pem+kGuyxH7Yj0M/U9W9ZsT2ZHD03OVTy1f3IToqCu2UtEVg0R0f4eThHj+jGc9znaw3m2noG1eXRoyrTUI6spjFydkTmhOj+BvumQcdw/pg/Rafpc57udRend7F83AA8SKhdyvIr6AQOkroCp14aCSSyyS8K0Y3OdTC7IE1A17l9LisLOGGVGgr8zZODUMsSkIrf8XUnlmdh3rT4u3+WZ2HeteJ4bifg/HqZtjPkVBFb/AIu3+WZ2HetPi7f5ZnYd608NxPwea9RsZ8ioIrf8XUnlmdh3rT4un+WZ2HetPDcT8H49RsZ8ioK46BXOcRtLxRoBbFXaT4zhybOk7lvXfoDCwh0rnS02Uws6RUk9as7GAAAAADIAZAAagAvUwHZk4TVSrw0RdSotO8j0iLRvm9W2eJ0rszqYPrOOofzYCvenNQi5S0RqbsrsiNLb3cMNkgzmmyNNYadnIT6BU7lK3HdDbNEI25nW873HWebYOQKJ0TulxLrZPnNNm2uxp28lRq3Cm9WZY8NB1JOvPV6LkvV8SuCu8zKBcd+xWae1GXFx3kNwiup7694U58PbJ/8Ap2P/AFaGiMDXWi2YmtdR+WIA/wCpJvVq974vJx9hvqWXBxrukskkld6q/F9SFNSy7mV7wgmtmjO+Qf8AW9a9u/s7ay0DKC0Cku4E0xHro7tLY8IXzZn2g/63qWvq6xaLO6P6VAYzucBl16uYlKtJzrVHH3o5Wvmr/nQSjeTtruIbTrXZftD+1evCH83Z9p+x6gLXeZlhsrH/ACkMhY8HXQYcJPQKc7Sp/wAIfzdn2n7HrPOqqtOvNcVH8EHLMpP5FksfybPNb3BVzTu7wYmzjKSNzRiGvCTTXyOoR0qx2P5Nnmt7gq/p5bWtgEWt8jm0G2jTUnrAHSvSxmXu0s3Lz4eZdUtkdybum1mWCKQ63saTz0z9NVtrTueymKCKM62saHc9M/TVbi1U75Fm1sixabwiIrDoREQBERAEREAREQBERAEREAREQBERAEREAREQBERAEREARFr3hbmQxulkNGtHSdwHKTkuSkoq70GhG6UX8LNFxfln1EY3b3nkHfRcye8kkkkk5knWSdZK2r0vJ88rpX6zqGxoGpo5vWtVjCSAASSQABrJOoBfGY7FvE1N2i0/nU86rUzs27pux9olbEzbm47GtGtx/mshdVsNiZDG2KMUa0UG/lJ5Sc1G6MXCLNFnThX0Mh7mjkHfVTK+g7Owfd4Zpe8/Lp6mqjTyq71C0L4viOzR8I/PYxo1uO4etb65ppneBktLm14sXEbz63Hry+6Fdj8V3elmWr3IlVnkjcW/TO1SE4XcE3YGAelxzPoWj7/Wry83bf61oIvkZ4mrN3lJ/cwOcnxN/wB/rV5ebtv9ae/1q8vN23+taCzWSyPleI42lz3agO87hyqKq1W7KT8xeRdNBLVPIZXyyPe0YWtxOcRU1JpXkp1q3KPuK6RZ4WxDN2t53uOs82ocwCkF9phKcqVGMZ68T0aaaikwiItRMKraV3HaZ5Y3RBro2NFA8imLESat21Ab1K0rVvC9IoAHTOwBxoMnHOldgKz4mlCpTcajsvsQmk1ZlewXxvh/4epb9zC8OE/ujHweE+LhriqKahuqsnwvsXlR2ZPZWWyaSWWV4jjkDnurhGF41AnaNwKy01RUlas30zJ3IJRv73mV6C5bxhlmfBwYEriTUtOWJxbrGXjLZw3xvh/4epS9p0mskb3MfIA5po4YZMj0BYxpdYvLDsyeyq1Sw8PZVZrpmRzLFbs3maukV02i0WWJgwmYFrpMwBXg3B1OkqwsGQCx2a1Mkbjjc17TtaQR6FlXoU6UYyc073t5Fqir3KdfmiMr7SJoQ3A4tc8E0o4HjU59fPVSml10S2iFrIgC4PxGpplhcP1C2J9KLIxzmOlAc0kOGF5oRrGQUlDM17WvaatcA5p3gioKyxw+HltIwfva2a3ehBQg7pcSrsgvegaHQtAAAPF2dBWe6tFHCX3RapOGmGbdeEEajU66bMgApi8L3hgw8M/Birhyca0pXUDvCXffEE+LgXh+GmLJwpWtNYG4pGhQVRRlNya0Td/IKEb2bubiLHaLQ1jXPecLWglxOwBR1n0nsj3NYyUFziA0YZMyecLZKrCDSlJJsscktSVRad4XvDBh4Z+DFXDk41pSuoHeFp/C+xeVHZk9lRlXpQdpSSfzRxyitWTCKNsekVmleI45A55rQYXjUKnWNy8RaUWRzgxsoLnENAwyDMmgGY3p3ilrmX3QzR5kqixWm0sjY6R5wsaKuOeQ6Fp2LSCzTP4OKQOfQmlHjIa9YU5VIRkotq74HbpbiRRa1vvKKFofK7A0nCDQnOhNMhyFebvvWGcEwuxhtA7Jw184CbSGbJdX5cRdXsbaLRvC+oIPlXhpOoZl3PhFStGLTOxuNOELfOY8Drpkq5YilB5ZSSfzOOcVubJxF5jka4BzSHNOYIIIPKCFoW7SCzQvwSyBrqA0o85HVqCslUjBZpNJHW0tSRRQ/wALrF5UdmT2VIWO8IpRiie14GvCa05xrCjCtTm7Rkn8mcUk9GbCLVvC9IoAHTOwBxoMnHOldgKXfecU7S6J2NoNCaOGdAaZgbwpbSGbJdX5cTt1extIo+3X9Z4XYJZA11K0o4mnQDRbFht8czccRxMqQDRw1a6VAquKrByypq/LiMyvY2ERFYdCIiAIiIAiIgBK5tpbpB7okwMP9GM8X/cdRf8AoOTnU1ptpDhBs0Z4zh/VI2NP0Oc7eTnVGXzfauNu9hD6+hjr1P0oK66EaParVIPsQfS/9B17lTI3AEEgOAIJBrQ8hpnRWVun9oAoI4QBkAA+n5l5+BnQp1M9Xhoiqk4p3kdBRc/+MG0fUh6pPaT4wbR9SHqk9pe/4thub+xq28DoCgrRoXZXvc9wfieS53HOsmpWXRe+X2mJ0kgaCHlow1pQNadpO9Y9KNIhZmANoZn1wA6gNrj+g29C0VZ0KlHa1FePUnJxccz0MD9CLEBU4wN5fQLX+C92+UH4zVSbZbpJXYpXOe7/AHHuGodCwUXz88dQv7NFW6/4MjqR4ROiWfQ2wuzbV4GRpISOarVNWG7IYRSJjWA66DM85OZ6VF6E2Mx2VpORkLpOg0DfQ0HpU8vocLSp5I1FBJtGuEVZOwREWwsCIiAKp+EP5GLzz+Qq2Kp+EP5GLzz+QrD2h/1p/wA4lVX3GRGi+i8Vpjc97ntLXYRhw08UHaDvVjuzQyGCVszXyFzK0DsFM2kZ0byqnXPo5PaGOfEWBrThOJzga0B2A7wrLozozaLPNwkpYW4XN4rnE1JFMiBuXk4GKeS9H+r9yimtPZ+pVdJfnc/nnuCsV7aDRMhfJG+TExpfR+Ag4RUjICmpV3SX53P557gs1635bXAxTuc0GhLSwMJGyuQJCxKdGMqu1i3v3dNSu8U5XRtaC2pzbSGA8WRrsQ2cUVB58qdKv14WsRRPlOpjS7noMh0nLpVc0HuVjWe6cQe94oKamiuYNfpVGf8ACvWn9vwwtiGuV2fmsoT/AMsK9fCuWGwTnLq19dPM0QvCndlEcHvxSGpoavPK46zzldB0Ft+OzYD40RLfunjN7yPuquXK6zCx2hkkjWyy+KDWvEFWbPrVX3QW34LTwZ8WVpb95vGb6MQ6V5uBlsK1OV/fW/pv/wAFNJ5ZLqSXhG/0P8n7FA6LXnwFoY45MfxH7qOOR6HUPWp7wjf6H+T9ihLXdtbDBaAPFdIx/MZHFp66j7wUsWprGTnDWNn5IVL7RtcCw6f3nhY2ztOb+M/zQch0u/Kqpo986g+0b3rfuCJ9rtbHSnEGBrnnkjADR0mlecrSuH53D9o3vVVapKvWjWejdl8lb1OSeaSkWLwi6oP8n7Fp6OaLQ2iHhHve12JzaNLKUFN45VueEXVB/k/YoW6NE5bTHwrHRgVLeNirlTc071fiFfHS9jPuW7TgiU/+V7rluunRGGCVsrJHuc2tASymYI2DlVLv6EwWuSmWF/CN6aPHfToVs0X0Wls0rpHujILC0YcVa4mnaBuUX4QrJSWOX67S087DXud6Fdi6P+0U1DI0728vQlUj/p3tYltNrePcjQ0/LFtPN8f9B1qnaO2rg7VC7ZiDTzP4p71lvm9OEisrNfBx0dz4i3P7rAeletI7q9zuhoKF0TCfPaKO9ND0rHiq0qtXbx0jl9fyVzk5SzLhYm/CJas4YvOefQ1v7ls3DL7lu509OM7E8A7SSGMB5Mh1qtaSXh7onDm58SJraby0OI7TiOhWvSuy8Hd4jbqj4Jp5gQO+i1wqOdatiI/pW7+fQsTvKUlwKldF3PtloIc451fK45mmWrlqQB/4rBfOgsbYnPgc/GwF1HEEOAzIFAKGiweDtw4SYbcLacwca94V3lIDSTqANeaiswODpVsPnmrt338jtKnGULsoWg18OZLwBNY5K4RucBWo5wD00WHTv539xn7lHaOAm1QU+u3q2+iqkNO/nf3GfuXn7SUsC0+Et32Kr3pfUk7DoPDLZ45A+Rsj2Nd9AtqRXVStOlV/Rq0vjtUWE+M5rHbi1xoQd+/oWSS/bayFkZc5kRaBHxA2rQAOK6lTlTMHapbQW5WPd7pc4ExkhrBrBp4zujV/4pxUK1anGhHK1rw5HVaUkoo3vCH8jF55/IVp6LXqyz2OaV2f9SjBtc4sbQfzYCtzwh/IxeefyFUkRSGMuo4xNdmfohzh3kNHo3q3GVpUcZKcVvt+2p2pJxqNok7qu6W3Wgl5NCcUztw3DcTSgHJyLpcEDWNDGANa0ANA1ABVbQG8IzG6CgbICXH/AHg7ecZDmpyq2r0uzKUI0tondy1f7F1GKUb8wiIvVLwiIgCIiAKK0jvwWaLFkZHVEY5d55B6htUqte03dDIayRxvIyBc1rjTdmFVVU5Qag7PmRle245DLI5zi5xJc4kuJ1knWSvK617x2XyEP4cfqT3jsvkIfw4/UvnvBaj/AFoy93fM5Ki617x2XyEP4cfqT3jsvkIfw4/UngtT4kO7PmclRda947L5CH8OP1J7x2XyEP4cfqTwWp8SHdnzIXwffN3/AGh/IxVXSq2GS1Sk6mng28zMu+p6V02zWSOMYY2NYCakNaGiu+g5gsbrthJJMcZJzJLGVJO05L0KuAnUw8KKlp5lsqTcVG5yBWDR/RKWZwfK0shGZrUOdyNGunL1LoMVhiaatYxp5GtB9AWdUUOxoxlmqSv0IRw6T3s+MYAAAKAZADVQbF9RF7pqCIiAIiIAqn4RPkYvPP5CrYsc1nY/J7WuA1YgD3rPiaW2pSpp2uQnHNGxWfB58hJ9p+xqtSxwwMYKMa1oOZwgAehZF3D0tjSjTbvY7COWNjlOkp/u5/PPcFe9J7gFpiq0DhmZxnfvYeQ9/SpR9giJJMbCTrJa0nros6x0ez1HaKbup+WvqVxpWvficy0av51llLX14JxpIDraRlipvGojdzBfdMLxE1pIYQ5rAGMpmDtJHSadC6I+wREkmOMk6yWtJ66ILuhGYjjBGriM9Szvs2rstjn9m99PIhsZZctytReD2LCMUkmKgxUwUrTOmWqqq142Y2S1FrTUxOa5hOsjJwr3Lqywy2ONxq5jHHeWtJ6yFbX7Lpyitl7LXElKgmvZ3FN0+tDXssz2+K8Pc3mIjIUporZGS2ARvFWOMgPbOo76qefY4yACxhDfFBa0gcwpkvcUTWijQGjcAAOoK6GDaxEq0mnmVrfb0JKn7bkzSuq4obPi4IEY6Yqkk5VoM+crnNwn+7h+0b3rqywMsEQNRGwEZghra9dFHEYFVHDJZKL0+xydK9rcCpeEbVB/k/Yom5NLnWaLgmxtcKl1S4g505ORdFmszH0xta6mrEAac1Vj97YfJx9hnqVdXA1XXdanOzfTojkqUs2ZMrtxaZvtE7YTG1odizDiTk0nVTkWzp1ZMdlx7Y3Nd0Hin8wPQpuOxRNNWsY07w1oPWAsr2BwIcAQdYIBHUtCw9SVGVOrK7fElkbi1JnJrksnC2iKPWHPFeYcZ3oBVx8INkxQsl2xuoeZ4p3hqscdhiaatYxpGohrQesBZZImuGFwDgdYIBHUVmo9m7OhOk3dy4/gjGjaLjzOW6L2XhLVE3YHYzzMGLvAHSul3jYWzRPidqeCK7jsPQaHoXuKxxtNWsY06qta0HrAWZX4PBLD03CTvfUlTp5FZnLI3WiwWipFHiozrge066HaDlzEKSvfTh8sRjYzg8Qo84sRodYGQpXVVX2ezMeML2te3c4AjqK1orlszTibDEDsIYyvRksq7OrU04Uqlovh/P7Feykt0XuKtoPcDw/3TIC0AERA5EkihdTdSoG+qjtOz/d/cZ+5dHWGWxxuNXMY47y1pPWQrZ9nLu6oQfG9+ZJ0fYyohoroZabBDG7I8Gwsd9V2EUPNsPIVS7ut8titBxChacMrN4/mYP6FdSYwAAAAAZADIDmCxS2KNxq5jHHeWtJ6yFKvgM+ScJWlG2/mdlSvZrVFT05tbJLNBIwgsc+oP3D6eRetCLKyWyzRvFWOeQew3Vy7VaTYYqYcDMINQMLaV30ovcMDGCjGtaDmcIAHoUlg28RtpNaWa+lhs/bzM5baoJbFaaA0fGasOxzTqPMRUEc4XSrpvNloibKzUdY2tcNbT/NyzzWSN+b2NcRqxNae9fYbOxmTGtaDrwgDuTCYOWGnLLL2Xw5CFNwb37jIiIvRLgiIgCIiAIiIAiIgCIiAIiIAiIgCIiAIiIAiIgCIiAIiIAiIgCIiAIiIAiIgCIiAIiIAiIgCIiAIiIAiIgCIiAIiIAiIgCIiAIiIAiIgCIiAIiIAiIgCIiAIiIAiIgCIiAIiIAiIgCIiAIiIAiIgCIiAIiIAiIgCIiAIiIAiIgCIiAIiIAiIgCIiAIiIAiIgCIiAIiIAiIgCIiAIiID/2Q=="/>
          <p:cNvSpPr>
            <a:spLocks noChangeAspect="1" noChangeArrowheads="1"/>
          </p:cNvSpPr>
          <p:nvPr/>
        </p:nvSpPr>
        <p:spPr bwMode="auto">
          <a:xfrm>
            <a:off x="63500" y="-144463"/>
            <a:ext cx="304800" cy="304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nl-NL">
              <a:latin typeface="Calibri" pitchFamily="34" charset="0"/>
            </a:endParaRPr>
          </a:p>
        </p:txBody>
      </p:sp>
      <p:sp>
        <p:nvSpPr>
          <p:cNvPr id="8" name="Tekstvak 6"/>
          <p:cNvSpPr txBox="1">
            <a:spLocks noChangeArrowheads="1"/>
          </p:cNvSpPr>
          <p:nvPr/>
        </p:nvSpPr>
        <p:spPr bwMode="auto">
          <a:xfrm>
            <a:off x="611560" y="1109785"/>
            <a:ext cx="4336626" cy="5262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 smtClean="0">
                <a:latin typeface="Aharoni" pitchFamily="2" charset="-79"/>
                <a:cs typeface="Aharoni" pitchFamily="2" charset="-79"/>
              </a:rPr>
              <a:t>Paginaontwerp</a:t>
            </a:r>
            <a:endParaRPr lang="en-US" sz="1600" dirty="0" smtClean="0">
              <a:latin typeface="Aharoni" pitchFamily="2" charset="-79"/>
              <a:cs typeface="Aharoni" pitchFamily="2" charset="-79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Aharoni" pitchFamily="2" charset="-79"/>
              <a:cs typeface="Aharoni" pitchFamily="2" charset="-79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 smtClean="0">
              <a:latin typeface="Aharoni" pitchFamily="2" charset="-79"/>
              <a:cs typeface="Aharoni" pitchFamily="2" charset="-79"/>
            </a:endParaRPr>
          </a:p>
          <a:p>
            <a:endParaRPr lang="en-US" sz="1600" dirty="0" smtClean="0">
              <a:latin typeface="Aharoni" pitchFamily="2" charset="-79"/>
              <a:cs typeface="Aharoni" pitchFamily="2" charset="-79"/>
            </a:endParaRPr>
          </a:p>
          <a:p>
            <a:endParaRPr lang="en-US" sz="1600" dirty="0">
              <a:latin typeface="Aharoni" pitchFamily="2" charset="-79"/>
              <a:cs typeface="Aharoni" pitchFamily="2" charset="-79"/>
            </a:endParaRPr>
          </a:p>
          <a:p>
            <a:endParaRPr lang="en-US" sz="1600" dirty="0" smtClean="0">
              <a:latin typeface="Aharoni" pitchFamily="2" charset="-79"/>
              <a:cs typeface="Aharoni" pitchFamily="2" charset="-79"/>
            </a:endParaRPr>
          </a:p>
          <a:p>
            <a:endParaRPr lang="en-US" sz="1600" dirty="0">
              <a:latin typeface="Aharoni" pitchFamily="2" charset="-79"/>
              <a:cs typeface="Aharoni" pitchFamily="2" charset="-79"/>
            </a:endParaRPr>
          </a:p>
          <a:p>
            <a:endParaRPr lang="en-US" sz="1600" dirty="0" smtClean="0">
              <a:latin typeface="Aharoni" pitchFamily="2" charset="-79"/>
              <a:cs typeface="Aharoni" pitchFamily="2" charset="-79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Aharoni" pitchFamily="2" charset="-79"/>
              <a:cs typeface="Aharoni" pitchFamily="2" charset="-79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 smtClean="0">
              <a:latin typeface="Aharoni" pitchFamily="2" charset="-79"/>
              <a:cs typeface="Aharoni" pitchFamily="2" charset="-79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Aharoni" pitchFamily="2" charset="-79"/>
              <a:cs typeface="Aharoni" pitchFamily="2" charset="-79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 smtClean="0">
              <a:latin typeface="Aharoni" pitchFamily="2" charset="-79"/>
              <a:cs typeface="Aharoni" pitchFamily="2" charset="-79"/>
            </a:endParaRPr>
          </a:p>
          <a:p>
            <a:endParaRPr lang="en-US" sz="1600" dirty="0" smtClean="0">
              <a:latin typeface="Aharoni" pitchFamily="2" charset="-79"/>
              <a:cs typeface="Aharoni" pitchFamily="2" charset="-79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Aharoni" pitchFamily="2" charset="-79"/>
              <a:cs typeface="Aharoni" pitchFamily="2" charset="-79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 smtClean="0">
                <a:latin typeface="Aharoni" pitchFamily="2" charset="-79"/>
                <a:cs typeface="Aharoni" pitchFamily="2" charset="-79"/>
              </a:rPr>
              <a:t>Grafisch</a:t>
            </a:r>
            <a:r>
              <a:rPr lang="en-US" sz="1600" dirty="0" smtClean="0">
                <a:latin typeface="Aharoni" pitchFamily="2" charset="-79"/>
                <a:cs typeface="Aharoni" pitchFamily="2" charset="-79"/>
              </a:rPr>
              <a:t> </a:t>
            </a:r>
            <a:r>
              <a:rPr lang="en-US" sz="1600" dirty="0" err="1" smtClean="0">
                <a:latin typeface="Aharoni" pitchFamily="2" charset="-79"/>
                <a:cs typeface="Aharoni" pitchFamily="2" charset="-79"/>
              </a:rPr>
              <a:t>ontwerp</a:t>
            </a:r>
            <a:endParaRPr lang="en-US" sz="1600" dirty="0" smtClean="0">
              <a:latin typeface="Aharoni" pitchFamily="2" charset="-79"/>
              <a:cs typeface="Aharoni" pitchFamily="2" charset="-79"/>
            </a:endParaRPr>
          </a:p>
          <a:p>
            <a:r>
              <a:rPr lang="en-US" sz="1600" dirty="0">
                <a:latin typeface="Aharoni" pitchFamily="2" charset="-79"/>
                <a:cs typeface="Aharoni" pitchFamily="2" charset="-79"/>
              </a:rPr>
              <a:t> </a:t>
            </a:r>
            <a:r>
              <a:rPr lang="en-US" sz="1600" dirty="0" err="1" smtClean="0">
                <a:latin typeface="Aharoni" pitchFamily="2" charset="-79"/>
                <a:cs typeface="Aharoni" pitchFamily="2" charset="-79"/>
              </a:rPr>
              <a:t>Tekstueel</a:t>
            </a:r>
            <a:r>
              <a:rPr lang="en-US" sz="1600" dirty="0" smtClean="0">
                <a:latin typeface="Aharoni" pitchFamily="2" charset="-79"/>
                <a:cs typeface="Aharoni" pitchFamily="2" charset="-79"/>
              </a:rPr>
              <a:t> + </a:t>
            </a:r>
            <a:r>
              <a:rPr lang="en-US" sz="1600" dirty="0" err="1" smtClean="0">
                <a:latin typeface="Aharoni" pitchFamily="2" charset="-79"/>
                <a:cs typeface="Aharoni" pitchFamily="2" charset="-79"/>
              </a:rPr>
              <a:t>opmaak</a:t>
            </a:r>
            <a:endParaRPr lang="en-US" sz="1600" dirty="0" smtClean="0">
              <a:latin typeface="Aharoni" pitchFamily="2" charset="-79"/>
              <a:cs typeface="Aharoni" pitchFamily="2" charset="-79"/>
            </a:endParaRPr>
          </a:p>
          <a:p>
            <a:endParaRPr lang="en-US" sz="1600" dirty="0" smtClean="0">
              <a:latin typeface="Aharoni" pitchFamily="2" charset="-79"/>
              <a:cs typeface="Aharoni" pitchFamily="2" charset="-79"/>
            </a:endParaRPr>
          </a:p>
          <a:p>
            <a:endParaRPr lang="en-US" sz="1600" dirty="0" smtClean="0">
              <a:latin typeface="Aharoni" pitchFamily="2" charset="-79"/>
              <a:cs typeface="Aharoni" pitchFamily="2" charset="-79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NL" sz="1600" dirty="0">
              <a:latin typeface="Aharoni" pitchFamily="2" charset="-79"/>
              <a:cs typeface="Aharoni" pitchFamily="2" charset="-79"/>
            </a:endParaRPr>
          </a:p>
          <a:p>
            <a:r>
              <a:rPr lang="nl-NL" sz="1600" dirty="0" smtClean="0">
                <a:latin typeface="Agency FB" pitchFamily="34" charset="0"/>
                <a:cs typeface="Aharoni" pitchFamily="2" charset="-79"/>
              </a:rPr>
              <a:t/>
            </a:r>
            <a:br>
              <a:rPr lang="nl-NL" sz="1600" dirty="0" smtClean="0">
                <a:latin typeface="Agency FB" pitchFamily="34" charset="0"/>
                <a:cs typeface="Aharoni" pitchFamily="2" charset="-79"/>
              </a:rPr>
            </a:br>
            <a:endParaRPr lang="nl-NL" sz="1600" dirty="0" smtClean="0">
              <a:latin typeface="Agency FB" pitchFamily="34" charset="0"/>
              <a:cs typeface="Aharoni" pitchFamily="2" charset="-79"/>
            </a:endParaRPr>
          </a:p>
        </p:txBody>
      </p:sp>
      <p:pic>
        <p:nvPicPr>
          <p:cNvPr id="14" name="Picture 4" descr="http://wireframesketcher.com/samples/YouTube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612" y="1412776"/>
            <a:ext cx="3442621" cy="3140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7478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AutoShape 2" descr="data:image/jpeg;base64,/9j/4AAQSkZJRgABAQAAAQABAAD/2wCEAAkGBxQSEhUUEhMUFRUXFxQXGBgXFRgcGRcZFxUcGhwdFRcYHCohGBolHBcXJTEiJSkrLi4uFx8zODMsNygtLisBCgoKDg0OGhAQGywmHiQuLCwsLCwsLSwsLCwwLCwsLCwsLCwsLCwsLCwsLDQsLCwsLCwsLDQsLCwsLCwsLSwsLP/AABEIAKMBNgMBIgACEQEDEQH/xAAcAAEAAwEAAwEAAAAAAAAAAAAABQYHBAIDCAH/xABPEAABAwIBBgkGCwUFCAMAAAABAAIDBBEFBgcSITFBEyIyUWFxgZGhUmJyk7HRFBVCVIKSorLB0uMWIzNDwghTVWODFyQ0RKPT4vBzw+H/xAAZAQADAQEBAAAAAAAAAAAAAAAAAgMEAQX/xAAnEQACAgEEAgICAgMAAAAAAAAAAQIRAwQSITFBURMUInEysUJhkf/aAAwDAQACEQMRAD8A3FERABERABERABERABFyTYhG3fc8w1+Oxcr8TceS0Dr1rtMCVXrkna3a4Dt/BV+uxZjP40zW9BcAfqjWe5QVVlnTt5AfJ1N0R3usfBUjilLpCuSRdJMSYNlz1D3rllxg7md5We1OW8h5ETG+kS72WUXUZS1L/wCZo9DWtHja/irR0svIryI0uXF5d2iOoe9R1Ti8u+W31Qs2lrZHcqR7utxP4rnVVpV7F3l9qMa56n/q/wD6o6bFmnbMT9IlVNE6wI5vZPy17D8u/euV9UzyvAqKRP8AEjm47nVPM4jqJXicQlHJmlHVI4ewrjRHxoLOwY/Vt5NTP6xx9pXsZl1Xs/5gkczmRnx0b+Kj0R8UfQbmT1NnTrG8tkDx6LmnvDreCl6TO83+dSuHTHIHeDg32qjuhadrR3L0voGHcR1H3qctPB+DqmzXKDOZh8ltKR8R5pI3Dvc27fFWXD8VgnF4JopR5j2u77HUvnWXCfJd3j3LjkwyRp0m7RsLTYjq2FRlpfQyyH1Ei+ccPy4xGlIAqJHAfJmGmD2v41uohXHBs9GwVdNbz4XX/wCm/YPpHqUJYZIdSRrqKCwDK+jrdVPUMc7yHXbJ9R9nHrAsp1SaoYIiIAIiIAIiIAIiIAIiIAIiIALxkkDRdxAA2kmwUJi2UscV2x2kf0Hit6zvPQPBVHE8aLuNM/qb+Vo9qpHG5CuSRcKvKFo1RjSPOdQ958FC4hjNheaUNHNe3c0az4qlVmULzqjGgOfa73BQ73lxu4kk7STc961Q03sRzLdV5YNbqhjLvOfqH1RrPgoOtygqJdshaOZnFHhrPaVFotMcUY9IRybCIicUIiIAIiIA9tNA6R7WMF3OIa0c5JsFYzkLU73QD/V/8V6cgYA6tjJ2RtfIeoNI9rgsKxmu4eommItwssklvTeXfisufPKEqRSEU1yb1+wtT5UHrf8AxXBjOTc9MwPk0CwnR0mO0gDa9jq6CsIW5YfBwGB0EWx0rpah3SCTo3+i9vckxaicppHZQSRGIiLaSCIiACIiACIiAPxzQdRFx0rhqMIidu0T5vu2LvRcaT7OlZq8BeNbCH21jc4d/vUvgOcbEKEhhkMzB/LqLuIHmyHjt6Lkgcy7166inbILPaHDp/A7lGeBPoZTo0vJXOtRVZDJCaaU2GjKRoOPmS8k9TtEnmV9XyviOTW0xG/mu/B3v711ZLZf12FuEdzJCNsEpNgP8p22PotdvQsWTC4lVKz6eRVfIzLukxJv7l+hKBd0L7CQW2kC9nt84c4vY6laFEYIiIAIiIAIi9NXUtiY58jg1rRck7kAeVRO1jS97g1oFyTsCoWPZVumuyK7I952OeOnyW9HfzKHykykdVP3thaeK3+p/O72d5NcqKku1DUPb1rZiweWTlM7qnFLao+/3BRb3km5JJ5yvFFsjFR6JN2ERS+AYbFKJ5ah7o4aeIySFgu6wudVwdwdu3LspKKtglZEIu34/wAB+d1nqv00+P8AAfndZ6r9NQ+zjG2M4kXb8f4D87rPVfpp8f4D87rPVfpo+zjDYziRd7cbwI/87Ut9KFx+7Gu6jwmkqrChxKnlcdkb7xvPU08Y/VTLU435DYyCRd2KYTNTO0Zoyy+w7Wu9Fw1FcKsmnyhScwqfgKDEqm9iynMbD50twPtaHesEW05azcBgFt9VVNH0Yxf70X2liy8vO7yMvDo/WNJIA1k6gvoHLaIRPp6ZvJp6aGMdYFvYGrEcmJ4o6ynfOdGJk0T3kAniseHEWGs3tbtWyYvlhglRM+Z9VVBz7XDYtQs0AWuw7gjBOMJXIJptcEMi7fj/AAH53Weq/TXm3FsDdqGITsPnwPI7dGNbfs4yWxkeisNPk5HUAmhraaqIF9AODX29G58bKFrKN8LyyVjmOG0OHiOcdIVIZIy/ixWmuz0IvZBEXua0bXODR1uNh7VL41Pg9HM+nqKqq4WPRD9GMFty0O1WYdxG9cnljDs6ot9EIi7fj/AfndZ6r9NPj/AfndZ6r9NT+zjO7GcSLt+P8B+d1nqv01+jHsB+d1Y/0v00fZxhsZwopWnmwic2hxQMP+fG5g+s4NC6MRyVniZwjQ2aK1xJC7SFue223SLjpTxzwl0zji0QS562iZK3RkaCN3OOo7l0IqtX2cKViWETUrhLC91mnSa9hIfGRvJGzrHgtYza53xMW02IlrJDYMn1Bkh5pRsY7zth6N9cVUyjyb1GSBvS6Mb+lg/DuWLNp/MSkZ+z6vRYHmgzomJzKKufeI2bDM464zsDJCdsfM48nYdXJ3xYioREQAWT5cZS/CZeCjP7mM7tj3Da7qGwdp3i1szjY58GptBhtJNdg5w23HcOwgdbhzLJIti1afFf5MnOXg9z33XgiL0EqJBERBwKQxubgMBrHg2dPLFCDzgEOI7W8IFHrxzuT8FhmG0/946Wod/T4SnuWbVOoUUx9mRIitua3J2OvxGOGYExaMj5ACQdFrDbWNY4xavOLFSRbccAwH5rVn/VP/cXi/JzAXavg9YzpEgPteVX4MnoXcjE0WuVuaukqQfiyscZQCRBUgAv32ZIABsvuPSRtWUVVO6N7o5Glr2Oc1zTta5psQekEFTcWnTGTsv2Q+cyWC1PX3qqN1mkP4z4h5UbjrNvJvu1W33LKLCRA5ron8JBK3hIZBrDmkA7ecXHYQegYUtqzTTmvw2aidrfTSxSRE7mSuIc0dAs8/THMrYMuyX+hJxtEXntn4OHDaW9iyB0z29MpAHi2RZSr9nwr+FxaZo5MLIoh2MDj9p7lQVFu3Y6CLSM22RtHU0dRV1xm0I5I4mCIgG5ALto18tnNaxVg/ZLAuav+sxNHHKStI42kYui2Z2RmBO1B9fH512G3ZolUfOFkX8XOidHMJ6edrnRSaOieKRdrhzjSbr38w2LkoSj2gTT6KnFIWkOaS1wIIINiCNYII2FbPm7yqdi0bsPrXaVQ1jn007uU4tGtjztcba77wDfWATiytOa6YsxaiLdvDNb2Ou0+BK5GTi7R1qzUcjqQvroWkcl5cejgwXa+1oCxzK7EPhFbUzA3Ek0rmnzS86NujRst4jkFPPitSP5EVS5vpucS23a0hfOCvqZbpL9CQVIIi3N2ROEUsVOyrp53zup4pJCyU203N421wtxg7VbZZRjFydIZujDEW3fEGA/Nav1v6i5p8hcFn1RVFVSvOwyBr2A+cAL2+kE7w5F4ObkY0pvJfKyqw+TTpZnM1guYdcb+h7DqOoWvtG4hdGW+R02GStZKWvZIC6KVnIkbzjmIuLjpG0EFVxSGN8hqoMWpXVtKwRzxW+FQDdf5bOg2Jvvsd4N4JVLNJjppMTg1/u5nCCQbi2Q6Iv1O0T2FX7KGh4CpliGxrzo+ieM37JC36XI5La/BHJGuSOREWsmVDK/AhYzxDpkaPvD8e/nWq5i8vjUs+A1L7zRtvC47ZI2jW0ne5vi30STWSFQK9kmH1jJYCWlrhJEeax5J5xuI3g9KwanFX5ItCXg+w0UXkvjbK2lhqY+TKwOtfku2OaekOBHYvxZChlGcfE+Gr3tB4sQbE3rGt3bpEj6IUM0WXLPPwtRI/y5ZH97i5da9bHGo0Z27YREVBQiIgD9awkgDaTYdZURn5qR8YRwNPFp6eGO3MTd33XM7lbMlKbhKyBv+Y1x6mcc/dWW5xcQ+EYnWSbjPI0dLYzoNP1WhYdY+UiuMri1TMdDoNxGq3xUwjaemUkjxjb3rK1s+QcHA4A9x21VVYejGB/VG7vWbGrkkUk6RzhEReuZj30MxZIx7dTmva4dYIVVz307WYxUaOrSETj1mJt++1+1XXJykM1VCwb5Gk+i06TvAFZvnRxIVGK1cg2CUxjqiAjuOg6F+1YdY+UWxlWWvf2bXH4ZU83we56xI23tKyFaxmevT0GLVuzQg4OM+foPNu8xd6xlDOcpa/4RV1E17iSaV46nPJHgQo1EQBt+Bw8BgNGy1nVEss5HOAS0Hu4MqPViyug4BtHS/N6WJp9Iix7eID2qur1NOqxohN8henPJJoUOFQ7yyeU84Diwt79I9y6I4y4ho2kgDrJsFDZ+asHEWwtPFp6eGK3MSC/2Pb3KWrfCQ2MzdXnMrQmXF6fmj4SR3QGxm32i1UZanmNh0BiNVvipuDafOlJI8Yh3rClboqWDLSu0cHrpb2NXVtY3XYkB/C91g8d6wxazndm4LDsNpx8sS1Du22h4Pd3LJk+V3NnI9Elk1QfCKunhtcSTRMPU54B7LErbMuqnTrZbbG6LB9Fov9rSWf5j6DhcWhceTC2WV3UGFo+09qs9bUcJI+Ty3vf9ZxP4q+kX5NiZHwelERbyJ784TeEwCFztsVZosO/Rcx5IHRr+yFjK17O1NwOFYfTHlSvkqT0AAht+sS/ZKyFeTldzdezTHo6sLcRNEW7RIwjrDhZb1nEH+/SejH9wLGsgaA1GI0kYF7zxE+ixwe77LStayzqeErZ3DYH6P1Ghp8WlW0i/N/oTJ0QqIi9AiFBZZUXCU5cBxozpDqOp34HsU6vVVxacb2nY5rh3iyWcd0WjqdMsH9m7Gi6KppHHkObMzXufxXgcwBaw9byizHNrlB8Bqny3tpQuZ3vY7+lfq8c0k/A3Rl0TtDnNPWLhSa8cr6Q0+IVDdwlLx6MnHFux1uxeS9fG7RmYRETnAiIgCx5EyiJ9RUu5NPTTSnrA9wcvn+R5cSSbkkknnJW410/AYHiEu+UxU7em5Gl9l7u5YYvM1LvIy8Ogt4rIPg+GYZTjV+4Mzh50xD/a56whtri+zfb8FtmJZ0sJnc10lHVktY1jbOaAGtvYWEnSUuGajO2dkrVHCv0Ly/2hYMNlDVnrk90i46nPAyIH4Bh0ELt0krjI8dWoWPaQtb1cfCZP42WerrRg1HJVTWbVzNdHSxHlC+2RzdwGo9w2uWBucSbnWSu7G8ZnrJTNUyulkOrSduA3NA1NGs6gANa4FinNzlbKpUqC2/KjDDheTDKd40ZqmSMyDYQ9x4Ug9LWRNafRUBmqyPaAMTrhaniN4WHbPKOTYHa0EdpHMCpTP3iz3wYfG88Z7ZKh7ebT0dADoALx2JdrqwsxtTeROH/CMQpIrXDp4tIeaHgu+yCoRaJmIow/FBI7ZBDNMe4R/wD2Lh0uuWdTwlbOdwfofUAafEFQq85pS9znna4lx63G59q8F7MVSSMzJfJGl4Ssgb54cfocf+lZTnAxD4RiVXLe4M8gafNY7Qb9loWxZFyiE1NU7ZT000naBceDXL5+c4k3OsnasGrdzorjXB+LaM31KYsCeRyqurDG9LWWt9pj+9Yuvo7JzDtCDBaUD5Pwl46XfvtfaXhRxfzT9c/8Gl0Ztn2qgcSELTxaeCGEDcNRf7HjuWdKey7xD4RiNXLe4dPKGnzWuLW/ZaFAqYxq2ZKHg4cSqrWLIGwsd0yk3setrO8LpUVm/wAuaGioZKWqgqJDLLwjjGWgWAZoi+mDqLL9qmP9oOC/Mqz1g/7q1YM0cadk5xbZ4KZydwThyZJTwdNHd0srjZoa3WQHHfYdm3mvBzZ0cOj/AOHwsvPPPLcD6PGuqflfnBrMRHByubHALWhiGjHq2aWsl27abC2oBPPV8VFHFj9nhnJyoGI1z5mC0TQIoRa1o2E2Nt1yXOtu0rblVkU5kfkvPiVQ2CAdL3kcWNl9bnfgN51LEVL1mPwsRGoxOVvEp2GOK/ypnix0TzhpDf8AV611veXElxuSSSeck3KnMenhhiioKT/h6cWLtV5ZPlOJG3WT0XJ3AKBXpabHtjb7ZCbthERaBAvx5sCeYH2L9UdlDU8HTyu3lpaOt2r8fBck6TZ1FCwTC31EhYwEkNLtXMCB+IX4tM/s74KJqmpmeLsZE2PXs0pHh3gIj3ovGNJdM8+Cn91VtGr+FJ0ayWE9pcL9LVRMPm0m23jV2bl9CYph7KiF8MguyRpaefXvHMQbEHnC+eMWw6ShqXwybWnUdz2HY4dBHcQRuW7TZOKZKa8nai8Y3hwBGwryWwkEROpADOpNwWD0EGx000s56QwEC/ZK3uWQLTs/U9qumpgeLT0sbepzib/ZDFmK8eb3SbNKVIItGzOYHTzurJ6qFs0VPBfQdsL3G7dY2G0bh9JW/hML/wAHh9c78iaGKc+YoHJLswpFuvCYX/g8PrXfkXtZiNCz+HhFGDuL2tf7WJ/rZPX9C74mJ4VhE9S/Qp4ZJXatTGF1r+VYcUdJ1LT8nc2MVHoz4w9t+UykjcHOf/8AK4G1r7gbbLu3KyVGWVSW6EZjgZ5MLA3xNyOyyr8khcS5xLidpJJJ6ydqrDSP/JivJ6JXFsVkrZWNsGMu2OKNvJjBIaABz7NfsGpUvPrWh+KvjHJgihhH1eE1est2KyUNSYpGSAAlj2vAOwlrgdfcpevxHD55HSzYVE+R5u5xmdcnp4ifPilKlBcI5CSXZgS1rM3BwdDidSd7I6dp6X30vvsU3wmF/wCDw+td+ReysxeH4MaalpGU0bpOEeGvLtJwAG9otsb3BRhp57la4Hc1RCoiL0SBJYnPwGBV0mx0z4oG9IuC630XP7lhy3mkxiH4MKaqpGVMbZDI0OeW2cQRcgNNzYu19K9fCYX/AIPD6135Fgy4ckptpFoySRieHUhmljibypHsYOt7g0e1fTWIVYhrKuYDiUNE7R6xHpADsLgqvSVuHRPZJHhMLXsc17XCU3a5puCOJtBAXrynxNwwjEal1g+qmjhHVpBzgPoOcOxJ8cscW5fo7uTaowkm+sr8RdmDUPD1EMI/myxx/XeG/is45xovoXHqLCqad8IwqF+hojS4RwuS0HZonZe23co/hML/AMHh9a78istPkatIXejCl5RsLiA0Ek6gALknoAW7MqsNbycHpvpP0vAsXVDlYYRakpaSmH+XEAfCw7wmWmyejm9Gd5LZqqyp/eVI+B041uknGi63mRmx7XaI16iVf311PR05o8NaWxn+LM7+JMbWNzYEDu5gANsbiOKTVBvNI5/MCdQ6mjUOwLjWnFplHmXLElO+giItJMIiIAKlZc4jpObC06m8Z3pEah2A+KsePYs2nj0tRebhjec856AvRmdyOdiNZw8wJp4XB8hI1SSbWs6dfGd0avlBZNVlpbEUxx8mzZnsmzQ4bGHi0s376QHaC8DRaQdhDA2457oruiwFgqxl3km2vh4tmzsuY3nYedj/ADT4HXzg2dF1Np2gas+ZmufTyOjlaWuabPYdrSP/AHqIUox4IuNYWtZcZFR17dJto6hos2S2pw8mS21vTtHeDilXTzUcropmFjhtadhHO07COkL0cWZSRCUaJJSWTdNwtVAznkYT1NOkfAFRFPUNeNR7N4VrzfstUulIJ4GGWSwFyTYNsANps4quSVQbOJcmR50a/h8VrHjZwpj9UBH/AEKrKaqMn657nPdSVRc4lxPASayTcnk85Xr/AGZrfmdV6iT8q8g0GnZuIeBwOpkIsaipbG087Y2tPt4Qdi9SmpqQ02E4bTOBa4sfM9pFiHPOkA4HYRwjh2KFXpaZVjITfIREWgQIiIAIiIAIiIAIiIAIiIAL1515uCwrD4N8sk1Qfo8Vt+tsvgV7Lcy9OezC6mSrhihp55I6emijuyJ7m6WsmxAts0e5ZNW/xSKY+zJleMy+H8Ni9NquI9OU9Ggw6J+uWKu/szW/M6r1En5VpOZfBpqU19VNDLEY6YsZwkbm6RedLi6Q1kGMDV5XSsKVuix2YvU8LPLJ5Uj3DqLjbwsuNAi9lKuDMEREHAiIgAiIgAuLFsUZTs0nnX8lo2uPR0dK4scyijgu1tnyeTfU30j+G3qUXkjkhWY1OSDoxggSTOHEYNui0fKdY6mjn1kXus+bUKHC7KRhfZ6MnMBqcarNBmoai95B0IY7+J22btJ7SPqfJzA4aGnjp4G2YwW17XHe5x3uJ1n3L0ZKZNQYdA2CmbZo1ucdb5Hb3PO8+A2CwUyvObbdssERFwAiIgAorKHJ6Ctj4Odl7clw1PYedjt3VsO8FSqLqddAYHlVkPU0BL23lhGsSsGto/zG7W9esdWxR+C5RyQP02PLHWtpNtrB3OadRGody+jCqPlPm0pqm74f93lOvij924+dHuPS23TdaYajxIm4einsy0rCLipJHox/lXl+2Nb84d9SP8qreOZL1lASZYzoD+bHxoz1m3F+kAuKDFPKHaPctUfjfhCOydxHEZZ36czy91gLm2oDcANQ2lcq9cNQ13JIPRv7l7FZV4FCIiDgREQAREQAREQAREQAREQAU5HlfWgACodYatbWE9pLbntUGi44p9o7ZPftjW/OHfUj/KuevykqpmGOWZzmG1xZovbn0QLqJRcWOK8ILYRETHAiIgAija/HoIr3fpO8lms9u4dpVaxDKyV/FibwYOoHlPPVuHYFKeaEe2MotltxDEY4BeR4bzDa49QGsqn4plRLMeDgDmBxsLa5HE6gBbZfmGvpVhyWzS4hXOEk4NNEdZfNcyOHmx8onZytEWOolblkbm9osNAMMenLvmks6TX5OqzB0NA6brHk1MpcLhFVBIyjIDMtLMWzYjpRR6iIQbSv3/vD/LB5uVt5O1bzh9DHBG2KFjY42izWtFgB1D2rpRZhwiIgAiIgAiIgAiIgAiIgD8IVRx7N1RVN3BhgeflRWaD1s5J7gelW9F1Sa6BqzD8azW1kNzCWVDfNOg/6jjbucepVOd89O7QlbJGfJlYQezSFyOpfTi9NVSskaWyMa9p2te0OB6wdSvHUSXYjgj5uixbym93uK6o6+M/Kt16lrmKZs6Ca5bG6Fx3xOIH1Ddo7lU8RzOyC5p6pruZsrC09r2k3+qFeOpQjgyrtcDsIPUv1ftdm8xGE6oNMeVE9p7gSHeChaqGqg/ixzx2/vI3gd7hZWWaLF2smUUAzGX87T2e5e1uNnewdhITfIjlE0iiRjg3sPePcvIY4zyX+HvXd8QpkoijfjuPmf3D3r8+PIvP7h70b4+wpkmiizj0XM/uHvXrdlDH5D/D3o+SPsKZMIoF+Ug3Rntdb8F6JMpX7mNHWSfcleWHs7tZZUVNlyimJsHNB5mtF/G66abCsRqf4cFW8HeI3tZ9YgN8Uj1EUd2Mss1Qxmt72t63Ae1RtTlFAzY4vPmj8TYLpw7NDic2t8cUA55ZQT12i0vGytuFZiWDXVVj3bOLDGGfbeXX7goy1T8DLGZlV5Wu/lsa3pcbnuFgPFemhw7EMRNoYp5gbi7W6MQ6C7UwdpX0Vg2bbDaaxZSse4W4015Dcbxp3DT1AK2NaALAWA3BZ55pS7Y6ikYNk7mJmfZ1bO2Jv93Dx39Re7itPUHLVsmMhKGgsaeBun/ev48nY53J6m2HQrIikMEREAEREAEREAEREAEREAEREAEREAEREAEREAEREAEREAcFZglNN/Fp4JPTiY72hQ9TkBhz9tJGPQ0mfcIX6i6pNBRS8fyIooidCEj/VlPtesxxqmbG8hgsOsn2oivjbfYjRGFeJRFUU8SrDkzhUUxtI3S+k4fdIREkujqNPyezd4dILvpy49M01u7hLK1U2QGGs2UNOfTYH/fuiLO2xybpMOhiFooo4x5jGt+6F1IiU6EREAEREAEREAEREAEREAEREAEREAf/Z"/>
          <p:cNvSpPr>
            <a:spLocks noChangeAspect="1" noChangeArrowheads="1"/>
          </p:cNvSpPr>
          <p:nvPr/>
        </p:nvSpPr>
        <p:spPr bwMode="auto">
          <a:xfrm>
            <a:off x="63500" y="-144463"/>
            <a:ext cx="1800225" cy="18002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nl-NL">
              <a:latin typeface="Calibri" pitchFamily="34" charset="0"/>
            </a:endParaRPr>
          </a:p>
        </p:txBody>
      </p:sp>
      <p:sp>
        <p:nvSpPr>
          <p:cNvPr id="9220" name="AutoShape 5" descr="data:image/jpeg;base64,/9j/4AAQSkZJRgABAQAAAQABAAD/2wCEAAkGBhASERMQEBQSEhASGBQUEBcTFRAXEhkXFhQXFxUUFRUXHCceFxojGRYWHy8gIygpLDAsFR8yNTAqNSYrLCkBCQoKDgwOGg8PGikkHyIzKzUsKiw1LykuKSwtLCwtLSwpLCwsLCwsLCwsLCwsLCksNCwsLCwpLCwsLCwsLSwpLP/AABEIAHMBtQMBIgACEQEDEQH/xAAbAAEAAgMBAQAAAAAAAAAAAAAABQYDBAcCAf/EAEgQAAEDAQQECAcPAwUBAQAAAAEAAgMRBAUSIQYxQVETImFxgZGSsQcyU3Kh0dIUFRYXMzRCUnOCk7LBwvAjJINDYqKz4VRj/8QAGgEBAAMBAQEAAAAAAAAAAAAAAAIDBAEFBv/EADcRAAIBAgMFBQcDAwUAAAAAAAABAgMRBBIxEyFBUWEFFBWh0SIyUnGBkbFCwfCC4fEjJDM0Y//aAAwDAQACEQMRAD8A7iiIgCIiAIiIAiIgCIiAIiIAiIgCIiAIiIAiIgCIiAIiIAiIgCIiAIiIAiIgCIiAIiIAiIgCIiAIiIAiIgCIiAIiIAiIgCIiAIiIAiIgCIiAIiIAi5kdM7b5QdiL2U+Gdt8oOxF7K8bxmhyl5epn7xHqdNRcy+Gdt8oOxF7KfDO2+UHYi9lPGaHKXl6jvEep01FzL4Z23yg7EXsp8M7b5QdiL2U8ZocpeXqO8R6nTUXNYdLbe9wY19XOIDQGRVJOoeKr7DKYYQ60yAlorI8gAV3AAdA2la8NjoYi7imktW7W/JOFVT0N1FS7f4QsyII6j60hOf3R61pfGBafqw9mT21VLtXDRdr3+Rx14I6Ci578YFq+rD2X+2nxgWr6sPZf7aj4th+v2ObeB0JFz34wLV9WHsv9tPjAtX1Yey/208Ww/X7DbwOhIue/GBavqw9l/trdubTK0zTxxFsVHmjqNfWgBJpxtwUodqUJyUVe76HVXi3YuqIoi+7XbGOb7libI0g48Ww1FPpDlW+pNU45mm/lvLW7K5Loqt76Xt/80f8AP8iyaMaRz2mR7JGsDWNqSwO8bEABXERqxdSzRxsHNQtJN6XTRBVFe28sqKnx6TW6SSVkEUTxG4g6waYiBWrxuWf30vb/AOaP+f5FxY6D0jJ/JM5tVyZaUUBft+TWezRS4WcK4tbI11S0EsJcBR28bys2jN+m0xuLwGysNHgVpn4pocxtHO0q1Ymm6my42uSzq+UmUUJpJfclnMOAMPCOwuxB2rLVQjevulN9Ps0TZIw0kvwnEHEUwuOwjcuzxMIZ7/ptf6hzSv0JpFVRfF6UDvc0ZaRXLXTmEhPoW1c+lzZX8DMwwzagHVoTuzAIPIVXHGU21F3V9Lpq5xVFoWBERbCwIiIAiIgCIiAIiIAiIgCIiAIiIAiIgCIiAIiIAiIgCIiAIURAcYITCuzovnvBP/Ty/uZO7dTjGFKLs6pem+kGuyxH7Yj0M/U9W9ZsT2ZHD03OVTy1f3IToqCu2UtEVg0R0f4eThHj+jGc9znaw3m2noG1eXRoyrTUI6spjFydkTmhOj+BvumQcdw/pg/Rafpc57udRend7F83AA8SKhdyvIr6AQOkroCp14aCSSyyS8K0Y3OdTC7IE1A17l9LisLOGGVGgr8zZODUMsSkIrf8XUnlmdh3rT4u3+WZ2HeteJ4bifg/HqZtjPkVBFb/AIu3+WZ2HetPi7f5ZnYd608NxPwea9RsZ8ioIrf8XUnlmdh3rT4un+WZ2HetPDcT8H49RsZ8ioK46BXOcRtLxRoBbFXaT4zhybOk7lvXfoDCwh0rnS02Uws6RUk9as7GAAAAADIAZAAagAvUwHZk4TVSrw0RdSotO8j0iLRvm9W2eJ0rszqYPrOOofzYCvenNQi5S0RqbsrsiNLb3cMNkgzmmyNNYadnIT6BU7lK3HdDbNEI25nW873HWebYOQKJ0TulxLrZPnNNm2uxp28lRq3Cm9WZY8NB1JOvPV6LkvV8SuCu8zKBcd+xWae1GXFx3kNwiup7694U58PbJ/8Ap2P/AFaGiMDXWi2YmtdR+WIA/wCpJvVq974vJx9hvqWXBxrukskkld6q/F9SFNSy7mV7wgmtmjO+Qf8AW9a9u/s7ay0DKC0Cku4E0xHro7tLY8IXzZn2g/63qWvq6xaLO6P6VAYzucBl16uYlKtJzrVHH3o5Wvmr/nQSjeTtruIbTrXZftD+1evCH83Z9p+x6gLXeZlhsrH/ACkMhY8HXQYcJPQKc7Sp/wAIfzdn2n7HrPOqqtOvNcVH8EHLMpP5FksfybPNb3BVzTu7wYmzjKSNzRiGvCTTXyOoR0qx2P5Nnmt7gq/p5bWtgEWt8jm0G2jTUnrAHSvSxmXu0s3Lz4eZdUtkdybum1mWCKQ63saTz0z9NVtrTueymKCKM62saHc9M/TVbi1U75Fm1sixabwiIrDoREQBERAEREAREQBERAEREAREQBERAEREAREQBERAEREARFr3hbmQxulkNGtHSdwHKTkuSkoq70GhG6UX8LNFxfln1EY3b3nkHfRcye8kkkkk5knWSdZK2r0vJ88rpX6zqGxoGpo5vWtVjCSAASSQABrJOoBfGY7FvE1N2i0/nU86rUzs27pux9olbEzbm47GtGtx/mshdVsNiZDG2KMUa0UG/lJ5Sc1G6MXCLNFnThX0Mh7mjkHfVTK+g7Owfd4Zpe8/Lp6mqjTyq71C0L4viOzR8I/PYxo1uO4etb65ppneBktLm14sXEbz63Hry+6Fdj8V3elmWr3IlVnkjcW/TO1SE4XcE3YGAelxzPoWj7/Wry83bf61oIvkZ4mrN3lJ/cwOcnxN/wB/rV5ebtv9ae/1q8vN23+taCzWSyPleI42lz3agO87hyqKq1W7KT8xeRdNBLVPIZXyyPe0YWtxOcRU1JpXkp1q3KPuK6RZ4WxDN2t53uOs82ocwCkF9phKcqVGMZ68T0aaaikwiItRMKraV3HaZ5Y3RBro2NFA8imLESat21Ab1K0rVvC9IoAHTOwBxoMnHOldgKz4mlCpTcajsvsQmk1ZlewXxvh/4epb9zC8OE/ujHweE+LhriqKahuqsnwvsXlR2ZPZWWyaSWWV4jjkDnurhGF41AnaNwKy01RUlas30zJ3IJRv73mV6C5bxhlmfBwYEriTUtOWJxbrGXjLZw3xvh/4epS9p0mskb3MfIA5po4YZMj0BYxpdYvLDsyeyq1Sw8PZVZrpmRzLFbs3maukV02i0WWJgwmYFrpMwBXg3B1OkqwsGQCx2a1Mkbjjc17TtaQR6FlXoU6UYyc073t5Fqir3KdfmiMr7SJoQ3A4tc8E0o4HjU59fPVSml10S2iFrIgC4PxGpplhcP1C2J9KLIxzmOlAc0kOGF5oRrGQUlDM17WvaatcA5p3gioKyxw+HltIwfva2a3ehBQg7pcSrsgvegaHQtAAAPF2dBWe6tFHCX3RapOGmGbdeEEajU66bMgApi8L3hgw8M/Birhyca0pXUDvCXffEE+LgXh+GmLJwpWtNYG4pGhQVRRlNya0Td/IKEb2bubiLHaLQ1jXPecLWglxOwBR1n0nsj3NYyUFziA0YZMyecLZKrCDSlJJsscktSVRad4XvDBh4Z+DFXDk41pSuoHeFp/C+xeVHZk9lRlXpQdpSSfzRxyitWTCKNsekVmleI45A55rQYXjUKnWNy8RaUWRzgxsoLnENAwyDMmgGY3p3ilrmX3QzR5kqixWm0sjY6R5wsaKuOeQ6Fp2LSCzTP4OKQOfQmlHjIa9YU5VIRkotq74HbpbiRRa1vvKKFofK7A0nCDQnOhNMhyFebvvWGcEwuxhtA7Jw184CbSGbJdX5cRdXsbaLRvC+oIPlXhpOoZl3PhFStGLTOxuNOELfOY8Drpkq5YilB5ZSSfzOOcVubJxF5jka4BzSHNOYIIIPKCFoW7SCzQvwSyBrqA0o85HVqCslUjBZpNJHW0tSRRQ/wALrF5UdmT2VIWO8IpRiie14GvCa05xrCjCtTm7Rkn8mcUk9GbCLVvC9IoAHTOwBxoMnHOldgKXfecU7S6J2NoNCaOGdAaZgbwpbSGbJdX5cTt1extIo+3X9Z4XYJZA11K0o4mnQDRbFht8czccRxMqQDRw1a6VAquKrByypq/LiMyvY2ERFYdCIiAIiIAiIgBK5tpbpB7okwMP9GM8X/cdRf8AoOTnU1ptpDhBs0Z4zh/VI2NP0Oc7eTnVGXzfauNu9hD6+hjr1P0oK66EaParVIPsQfS/9B17lTI3AEEgOAIJBrQ8hpnRWVun9oAoI4QBkAA+n5l5+BnQp1M9Xhoiqk4p3kdBRc/+MG0fUh6pPaT4wbR9SHqk9pe/4thub+xq28DoCgrRoXZXvc9wfieS53HOsmpWXRe+X2mJ0kgaCHlow1pQNadpO9Y9KNIhZmANoZn1wA6gNrj+g29C0VZ0KlHa1FePUnJxccz0MD9CLEBU4wN5fQLX+C92+UH4zVSbZbpJXYpXOe7/AHHuGodCwUXz88dQv7NFW6/4MjqR4ROiWfQ2wuzbV4GRpISOarVNWG7IYRSJjWA66DM85OZ6VF6E2Mx2VpORkLpOg0DfQ0HpU8vocLSp5I1FBJtGuEVZOwREWwsCIiAKp+EP5GLzz+Qq2Kp+EP5GLzz+QrD2h/1p/wA4lVX3GRGi+i8Vpjc97ntLXYRhw08UHaDvVjuzQyGCVszXyFzK0DsFM2kZ0byqnXPo5PaGOfEWBrThOJzga0B2A7wrLozozaLPNwkpYW4XN4rnE1JFMiBuXk4GKeS9H+r9yimtPZ+pVdJfnc/nnuCsV7aDRMhfJG+TExpfR+Ag4RUjICmpV3SX53P557gs1635bXAxTuc0GhLSwMJGyuQJCxKdGMqu1i3v3dNSu8U5XRtaC2pzbSGA8WRrsQ2cUVB58qdKv14WsRRPlOpjS7noMh0nLpVc0HuVjWe6cQe94oKamiuYNfpVGf8ACvWn9vwwtiGuV2fmsoT/AMsK9fCuWGwTnLq19dPM0QvCndlEcHvxSGpoavPK46zzldB0Ft+OzYD40RLfunjN7yPuquXK6zCx2hkkjWyy+KDWvEFWbPrVX3QW34LTwZ8WVpb95vGb6MQ6V5uBlsK1OV/fW/pv/wAFNJ5ZLqSXhG/0P8n7FA6LXnwFoY45MfxH7qOOR6HUPWp7wjf6H+T9ihLXdtbDBaAPFdIx/MZHFp66j7wUsWprGTnDWNn5IVL7RtcCw6f3nhY2ztOb+M/zQch0u/Kqpo986g+0b3rfuCJ9rtbHSnEGBrnnkjADR0mlecrSuH53D9o3vVVapKvWjWejdl8lb1OSeaSkWLwi6oP8n7Fp6OaLQ2iHhHve12JzaNLKUFN45VueEXVB/k/YoW6NE5bTHwrHRgVLeNirlTc071fiFfHS9jPuW7TgiU/+V7rluunRGGCVsrJHuc2tASymYI2DlVLv6EwWuSmWF/CN6aPHfToVs0X0Wls0rpHujILC0YcVa4mnaBuUX4QrJSWOX67S087DXud6Fdi6P+0U1DI0728vQlUj/p3tYltNrePcjQ0/LFtPN8f9B1qnaO2rg7VC7ZiDTzP4p71lvm9OEisrNfBx0dz4i3P7rAeletI7q9zuhoKF0TCfPaKO9ND0rHiq0qtXbx0jl9fyVzk5SzLhYm/CJas4YvOefQ1v7ls3DL7lu509OM7E8A7SSGMB5Mh1qtaSXh7onDm58SJraby0OI7TiOhWvSuy8Hd4jbqj4Jp5gQO+i1wqOdatiI/pW7+fQsTvKUlwKldF3PtloIc451fK45mmWrlqQB/4rBfOgsbYnPgc/GwF1HEEOAzIFAKGiweDtw4SYbcLacwca94V3lIDSTqANeaiswODpVsPnmrt338jtKnGULsoWg18OZLwBNY5K4RucBWo5wD00WHTv539xn7lHaOAm1QU+u3q2+iqkNO/nf3GfuXn7SUsC0+Et32Kr3pfUk7DoPDLZ45A+Rsj2Nd9AtqRXVStOlV/Rq0vjtUWE+M5rHbi1xoQd+/oWSS/bayFkZc5kRaBHxA2rQAOK6lTlTMHapbQW5WPd7pc4ExkhrBrBp4zujV/4pxUK1anGhHK1rw5HVaUkoo3vCH8jF55/IVp6LXqyz2OaV2f9SjBtc4sbQfzYCtzwh/IxeefyFUkRSGMuo4xNdmfohzh3kNHo3q3GVpUcZKcVvt+2p2pJxqNok7qu6W3Wgl5NCcUztw3DcTSgHJyLpcEDWNDGANa0ANA1ABVbQG8IzG6CgbICXH/AHg7ecZDmpyq2r0uzKUI0tondy1f7F1GKUb8wiIvVLwiIgCIiAKK0jvwWaLFkZHVEY5d55B6htUqte03dDIayRxvIyBc1rjTdmFVVU5Qag7PmRle245DLI5zi5xJc4kuJ1knWSvK617x2XyEP4cfqT3jsvkIfw4/UvnvBaj/AFoy93fM5Ki617x2XyEP4cfqT3jsvkIfw4/UngtT4kO7PmclRda947L5CH8OP1J7x2XyEP4cfqTwWp8SHdnzIXwffN3/AGh/IxVXSq2GS1Sk6mng28zMu+p6V02zWSOMYY2NYCakNaGiu+g5gsbrthJJMcZJzJLGVJO05L0KuAnUw8KKlp5lsqTcVG5yBWDR/RKWZwfK0shGZrUOdyNGunL1LoMVhiaatYxp5GtB9AWdUUOxoxlmqSv0IRw6T3s+MYAAAKAZADVQbF9RF7pqCIiAIiIAqn4RPkYvPP5CrYsc1nY/J7WuA1YgD3rPiaW2pSpp2uQnHNGxWfB58hJ9p+xqtSxwwMYKMa1oOZwgAehZF3D0tjSjTbvY7COWNjlOkp/u5/PPcFe9J7gFpiq0DhmZxnfvYeQ9/SpR9giJJMbCTrJa0nros6x0ez1HaKbup+WvqVxpWvficy0av51llLX14JxpIDraRlipvGojdzBfdMLxE1pIYQ5rAGMpmDtJHSadC6I+wREkmOMk6yWtJ66ILuhGYjjBGriM9Szvs2rstjn9m99PIhsZZctytReD2LCMUkmKgxUwUrTOmWqqq142Y2S1FrTUxOa5hOsjJwr3Lqywy2ONxq5jHHeWtJ6yFbX7Lpyitl7LXElKgmvZ3FN0+tDXssz2+K8Pc3mIjIUporZGS2ARvFWOMgPbOo76qefY4yACxhDfFBa0gcwpkvcUTWijQGjcAAOoK6GDaxEq0mnmVrfb0JKn7bkzSuq4obPi4IEY6Yqkk5VoM+crnNwn+7h+0b3rqywMsEQNRGwEZghra9dFHEYFVHDJZKL0+xydK9rcCpeEbVB/k/Yom5NLnWaLgmxtcKl1S4g505ORdFmszH0xta6mrEAac1Vj97YfJx9hnqVdXA1XXdanOzfTojkqUs2ZMrtxaZvtE7YTG1odizDiTk0nVTkWzp1ZMdlx7Y3Nd0Hin8wPQpuOxRNNWsY07w1oPWAsr2BwIcAQdYIBHUtCw9SVGVOrK7fElkbi1JnJrksnC2iKPWHPFeYcZ3oBVx8INkxQsl2xuoeZ4p3hqscdhiaatYxpGohrQesBZZImuGFwDgdYIBHUVmo9m7OhOk3dy4/gjGjaLjzOW6L2XhLVE3YHYzzMGLvAHSul3jYWzRPidqeCK7jsPQaHoXuKxxtNWsY06qta0HrAWZX4PBLD03CTvfUlTp5FZnLI3WiwWipFHiozrge066HaDlzEKSvfTh8sRjYzg8Qo84sRodYGQpXVVX2ezMeML2te3c4AjqK1orlszTibDEDsIYyvRksq7OrU04Uqlovh/P7Feykt0XuKtoPcDw/3TIC0AERA5EkihdTdSoG+qjtOz/d/cZ+5dHWGWxxuNXMY47y1pPWQrZ9nLu6oQfG9+ZJ0fYyohoroZabBDG7I8Gwsd9V2EUPNsPIVS7ut8titBxChacMrN4/mYP6FdSYwAAAAAZADIDmCxS2KNxq5jHHeWtJ6yFKvgM+ScJWlG2/mdlSvZrVFT05tbJLNBIwgsc+oP3D6eRetCLKyWyzRvFWOeQew3Vy7VaTYYqYcDMINQMLaV30ovcMDGCjGtaDmcIAHoUlg28RtpNaWa+lhs/bzM5baoJbFaaA0fGasOxzTqPMRUEc4XSrpvNloibKzUdY2tcNbT/NyzzWSN+b2NcRqxNae9fYbOxmTGtaDrwgDuTCYOWGnLLL2Xw5CFNwb37jIiIvRLgiIgCIiAIiIAiIgCIiAIiIAiIgCIiAIiIAiIgCIiAIiIAiIgCIiAIiIAiIgCIiAIiIAiIgCIiAIiIAiIgCIiAIiIAiIgCIiAIiIAiIgCIiAIiIAiIgCIiAIiIAiIgCIiAIiIAiIgCIiAIiIAiIgCIiAIiIAiIgCIiAIiIAiIgCIiAIiIAiIgCIiAIiIAiIgCIiAIiIAiIgCIiAIiID/2Q=="/>
          <p:cNvSpPr>
            <a:spLocks noChangeAspect="1" noChangeArrowheads="1"/>
          </p:cNvSpPr>
          <p:nvPr/>
        </p:nvSpPr>
        <p:spPr bwMode="auto">
          <a:xfrm>
            <a:off x="63500" y="-144463"/>
            <a:ext cx="304800" cy="304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nl-NL">
              <a:latin typeface="Calibri" pitchFamily="34" charset="0"/>
            </a:endParaRPr>
          </a:p>
        </p:txBody>
      </p:sp>
      <p:pic>
        <p:nvPicPr>
          <p:cNvPr id="2" name="Afbeelding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124744"/>
            <a:ext cx="8061933" cy="4392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206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AutoShape 2" descr="data:image/jpeg;base64,/9j/4AAQSkZJRgABAQAAAQABAAD/2wCEAAkGBxQSEhUUEhMUFRUXFxQXGBgXFRgcGRcZFxUcGhwdFRcYHCohGBolHBcXJTEiJSkrLi4uFx8zODMsNygtLisBCgoKDg0OGhAQGywmHiQuLCwsLCwsLSwsLCwwLCwsLCwsLCwsLCwsLCwsLDQsLCwsLCwsLDQsLCwsLCwsLSwsLP/AABEIAKMBNgMBIgACEQEDEQH/xAAcAAEAAwEAAwEAAAAAAAAAAAAABQYHBAIDCAH/xABPEAABAwIBBgkGCwUFCAMAAAABAAIDBBEFBgcSITFBEyIyUWFxgZGhUmJyk7HRFBVCVIKSorLB0uMWIzNDwghTVWODFyQ0RKPT4vBzw+H/xAAZAQADAQEBAAAAAAAAAAAAAAAAAgMEAQX/xAAnEQACAgEEAgICAgMAAAAAAAAAAQIRAwQSITFBURMUInEysUJhkf/aAAwDAQACEQMRAD8A3FERABERABERABERABFyTYhG3fc8w1+Oxcr8TceS0Dr1rtMCVXrkna3a4Dt/BV+uxZjP40zW9BcAfqjWe5QVVlnTt5AfJ1N0R3usfBUjilLpCuSRdJMSYNlz1D3rllxg7md5We1OW8h5ETG+kS72WUXUZS1L/wCZo9DWtHja/irR0svIryI0uXF5d2iOoe9R1Ti8u+W31Qs2lrZHcqR7utxP4rnVVpV7F3l9qMa56n/q/wD6o6bFmnbMT9IlVNE6wI5vZPy17D8u/euV9UzyvAqKRP8AEjm47nVPM4jqJXicQlHJmlHVI4ewrjRHxoLOwY/Vt5NTP6xx9pXsZl1Xs/5gkczmRnx0b+Kj0R8UfQbmT1NnTrG8tkDx6LmnvDreCl6TO83+dSuHTHIHeDg32qjuhadrR3L0voGHcR1H3qctPB+DqmzXKDOZh8ltKR8R5pI3Dvc27fFWXD8VgnF4JopR5j2u77HUvnWXCfJd3j3LjkwyRp0m7RsLTYjq2FRlpfQyyH1Ei+ccPy4xGlIAqJHAfJmGmD2v41uohXHBs9GwVdNbz4XX/wCm/YPpHqUJYZIdSRrqKCwDK+jrdVPUMc7yHXbJ9R9nHrAsp1SaoYIiIAIiIAIiIAIiIAIiIAIiIALxkkDRdxAA2kmwUJi2UscV2x2kf0Hit6zvPQPBVHE8aLuNM/qb+Vo9qpHG5CuSRcKvKFo1RjSPOdQ958FC4hjNheaUNHNe3c0az4qlVmULzqjGgOfa73BQ73lxu4kk7STc961Q03sRzLdV5YNbqhjLvOfqH1RrPgoOtygqJdshaOZnFHhrPaVFotMcUY9IRybCIicUIiIAIiIA9tNA6R7WMF3OIa0c5JsFYzkLU73QD/V/8V6cgYA6tjJ2RtfIeoNI9rgsKxmu4eommItwssklvTeXfisufPKEqRSEU1yb1+wtT5UHrf8AxXBjOTc9MwPk0CwnR0mO0gDa9jq6CsIW5YfBwGB0EWx0rpah3SCTo3+i9vckxaicppHZQSRGIiLaSCIiACIiACIiAPxzQdRFx0rhqMIidu0T5vu2LvRcaT7OlZq8BeNbCH21jc4d/vUvgOcbEKEhhkMzB/LqLuIHmyHjt6Lkgcy7166inbILPaHDp/A7lGeBPoZTo0vJXOtRVZDJCaaU2GjKRoOPmS8k9TtEnmV9XyviOTW0xG/mu/B3v711ZLZf12FuEdzJCNsEpNgP8p22PotdvQsWTC4lVKz6eRVfIzLukxJv7l+hKBd0L7CQW2kC9nt84c4vY6laFEYIiIAIiIAIi9NXUtiY58jg1rRck7kAeVRO1jS97g1oFyTsCoWPZVumuyK7I952OeOnyW9HfzKHykykdVP3thaeK3+p/O72d5NcqKku1DUPb1rZiweWTlM7qnFLao+/3BRb3km5JJ5yvFFsjFR6JN2ERS+AYbFKJ5ah7o4aeIySFgu6wudVwdwdu3LspKKtglZEIu34/wAB+d1nqv00+P8AAfndZ6r9NQ+zjG2M4kXb8f4D87rPVfpp8f4D87rPVfpo+zjDYziRd7cbwI/87Ut9KFx+7Gu6jwmkqrChxKnlcdkb7xvPU08Y/VTLU435DYyCRd2KYTNTO0Zoyy+w7Wu9Fw1FcKsmnyhScwqfgKDEqm9iynMbD50twPtaHesEW05azcBgFt9VVNH0Yxf70X2liy8vO7yMvDo/WNJIA1k6gvoHLaIRPp6ZvJp6aGMdYFvYGrEcmJ4o6ynfOdGJk0T3kAniseHEWGs3tbtWyYvlhglRM+Z9VVBz7XDYtQs0AWuw7gjBOMJXIJptcEMi7fj/AAH53Weq/TXm3FsDdqGITsPnwPI7dGNbfs4yWxkeisNPk5HUAmhraaqIF9AODX29G58bKFrKN8LyyVjmOG0OHiOcdIVIZIy/ixWmuz0IvZBEXua0bXODR1uNh7VL41Pg9HM+nqKqq4WPRD9GMFty0O1WYdxG9cnljDs6ot9EIi7fj/AfndZ6r9NPj/AfndZ6r9NT+zjO7GcSLt+P8B+d1nqv01+jHsB+d1Y/0v00fZxhsZwopWnmwic2hxQMP+fG5g+s4NC6MRyVniZwjQ2aK1xJC7SFue223SLjpTxzwl0zji0QS562iZK3RkaCN3OOo7l0IqtX2cKViWETUrhLC91mnSa9hIfGRvJGzrHgtYza53xMW02IlrJDYMn1Bkh5pRsY7zth6N9cVUyjyb1GSBvS6Mb+lg/DuWLNp/MSkZ+z6vRYHmgzomJzKKufeI2bDM464zsDJCdsfM48nYdXJ3xYioREQAWT5cZS/CZeCjP7mM7tj3Da7qGwdp3i1szjY58GptBhtJNdg5w23HcOwgdbhzLJIti1afFf5MnOXg9z33XgiL0EqJBERBwKQxubgMBrHg2dPLFCDzgEOI7W8IFHrxzuT8FhmG0/946Wod/T4SnuWbVOoUUx9mRIitua3J2OvxGOGYExaMj5ACQdFrDbWNY4xavOLFSRbccAwH5rVn/VP/cXi/JzAXavg9YzpEgPteVX4MnoXcjE0WuVuaukqQfiyscZQCRBUgAv32ZIABsvuPSRtWUVVO6N7o5Glr2Oc1zTta5psQekEFTcWnTGTsv2Q+cyWC1PX3qqN1mkP4z4h5UbjrNvJvu1W33LKLCRA5ron8JBK3hIZBrDmkA7ecXHYQegYUtqzTTmvw2aidrfTSxSRE7mSuIc0dAs8/THMrYMuyX+hJxtEXntn4OHDaW9iyB0z29MpAHi2RZSr9nwr+FxaZo5MLIoh2MDj9p7lQVFu3Y6CLSM22RtHU0dRV1xm0I5I4mCIgG5ALto18tnNaxVg/ZLAuav+sxNHHKStI42kYui2Z2RmBO1B9fH512G3ZolUfOFkX8XOidHMJ6edrnRSaOieKRdrhzjSbr38w2LkoSj2gTT6KnFIWkOaS1wIIINiCNYII2FbPm7yqdi0bsPrXaVQ1jn007uU4tGtjztcba77wDfWATiytOa6YsxaiLdvDNb2Ou0+BK5GTi7R1qzUcjqQvroWkcl5cejgwXa+1oCxzK7EPhFbUzA3Ek0rmnzS86NujRst4jkFPPitSP5EVS5vpucS23a0hfOCvqZbpL9CQVIIi3N2ROEUsVOyrp53zup4pJCyU203N421wtxg7VbZZRjFydIZujDEW3fEGA/Nav1v6i5p8hcFn1RVFVSvOwyBr2A+cAL2+kE7w5F4ObkY0pvJfKyqw+TTpZnM1guYdcb+h7DqOoWvtG4hdGW+R02GStZKWvZIC6KVnIkbzjmIuLjpG0EFVxSGN8hqoMWpXVtKwRzxW+FQDdf5bOg2Jvvsd4N4JVLNJjppMTg1/u5nCCQbi2Q6Iv1O0T2FX7KGh4CpliGxrzo+ieM37JC36XI5La/BHJGuSOREWsmVDK/AhYzxDpkaPvD8e/nWq5i8vjUs+A1L7zRtvC47ZI2jW0ne5vi30STWSFQK9kmH1jJYCWlrhJEeax5J5xuI3g9KwanFX5ItCXg+w0UXkvjbK2lhqY+TKwOtfku2OaekOBHYvxZChlGcfE+Gr3tB4sQbE3rGt3bpEj6IUM0WXLPPwtRI/y5ZH97i5da9bHGo0Z27YREVBQiIgD9awkgDaTYdZURn5qR8YRwNPFp6eGO3MTd33XM7lbMlKbhKyBv+Y1x6mcc/dWW5xcQ+EYnWSbjPI0dLYzoNP1WhYdY+UiuMri1TMdDoNxGq3xUwjaemUkjxjb3rK1s+QcHA4A9x21VVYejGB/VG7vWbGrkkUk6RzhEReuZj30MxZIx7dTmva4dYIVVz307WYxUaOrSETj1mJt++1+1XXJykM1VCwb5Gk+i06TvAFZvnRxIVGK1cg2CUxjqiAjuOg6F+1YdY+UWxlWWvf2bXH4ZU83we56xI23tKyFaxmevT0GLVuzQg4OM+foPNu8xd6xlDOcpa/4RV1E17iSaV46nPJHgQo1EQBt+Bw8BgNGy1nVEss5HOAS0Hu4MqPViyug4BtHS/N6WJp9Iix7eID2qur1NOqxohN8henPJJoUOFQ7yyeU84Diwt79I9y6I4y4ho2kgDrJsFDZ+asHEWwtPFp6eGK3MSC/2Pb3KWrfCQ2MzdXnMrQmXF6fmj4SR3QGxm32i1UZanmNh0BiNVvipuDafOlJI8Yh3rClboqWDLSu0cHrpb2NXVtY3XYkB/C91g8d6wxazndm4LDsNpx8sS1Du22h4Pd3LJk+V3NnI9Elk1QfCKunhtcSTRMPU54B7LErbMuqnTrZbbG6LB9Fov9rSWf5j6DhcWhceTC2WV3UGFo+09qs9bUcJI+Ty3vf9ZxP4q+kX5NiZHwelERbyJ784TeEwCFztsVZosO/Rcx5IHRr+yFjK17O1NwOFYfTHlSvkqT0AAht+sS/ZKyFeTldzdezTHo6sLcRNEW7RIwjrDhZb1nEH+/SejH9wLGsgaA1GI0kYF7zxE+ixwe77LStayzqeErZ3DYH6P1Ghp8WlW0i/N/oTJ0QqIi9AiFBZZUXCU5cBxozpDqOp34HsU6vVVxacb2nY5rh3iyWcd0WjqdMsH9m7Gi6KppHHkObMzXufxXgcwBaw9byizHNrlB8Bqny3tpQuZ3vY7+lfq8c0k/A3Rl0TtDnNPWLhSa8cr6Q0+IVDdwlLx6MnHFux1uxeS9fG7RmYRETnAiIgCx5EyiJ9RUu5NPTTSnrA9wcvn+R5cSSbkkknnJW410/AYHiEu+UxU7em5Gl9l7u5YYvM1LvIy8Ogt4rIPg+GYZTjV+4Mzh50xD/a56whtri+zfb8FtmJZ0sJnc10lHVktY1jbOaAGtvYWEnSUuGajO2dkrVHCv0Ly/2hYMNlDVnrk90i46nPAyIH4Bh0ELt0krjI8dWoWPaQtb1cfCZP42WerrRg1HJVTWbVzNdHSxHlC+2RzdwGo9w2uWBucSbnWSu7G8ZnrJTNUyulkOrSduA3NA1NGs6gANa4FinNzlbKpUqC2/KjDDheTDKd40ZqmSMyDYQ9x4Ug9LWRNafRUBmqyPaAMTrhaniN4WHbPKOTYHa0EdpHMCpTP3iz3wYfG88Z7ZKh7ebT0dADoALx2JdrqwsxtTeROH/CMQpIrXDp4tIeaHgu+yCoRaJmIow/FBI7ZBDNMe4R/wD2Lh0uuWdTwlbOdwfofUAafEFQq85pS9znna4lx63G59q8F7MVSSMzJfJGl4Ssgb54cfocf+lZTnAxD4RiVXLe4M8gafNY7Qb9loWxZFyiE1NU7ZT000naBceDXL5+c4k3OsnasGrdzorjXB+LaM31KYsCeRyqurDG9LWWt9pj+9Yuvo7JzDtCDBaUD5Pwl46XfvtfaXhRxfzT9c/8Gl0Ztn2qgcSELTxaeCGEDcNRf7HjuWdKey7xD4RiNXLe4dPKGnzWuLW/ZaFAqYxq2ZKHg4cSqrWLIGwsd0yk3setrO8LpUVm/wAuaGioZKWqgqJDLLwjjGWgWAZoi+mDqLL9qmP9oOC/Mqz1g/7q1YM0cadk5xbZ4KZydwThyZJTwdNHd0srjZoa3WQHHfYdm3mvBzZ0cOj/AOHwsvPPPLcD6PGuqflfnBrMRHByubHALWhiGjHq2aWsl27abC2oBPPV8VFHFj9nhnJyoGI1z5mC0TQIoRa1o2E2Nt1yXOtu0rblVkU5kfkvPiVQ2CAdL3kcWNl9bnfgN51LEVL1mPwsRGoxOVvEp2GOK/ypnix0TzhpDf8AV611veXElxuSSSeck3KnMenhhiioKT/h6cWLtV5ZPlOJG3WT0XJ3AKBXpabHtjb7ZCbthERaBAvx5sCeYH2L9UdlDU8HTyu3lpaOt2r8fBck6TZ1FCwTC31EhYwEkNLtXMCB+IX4tM/s74KJqmpmeLsZE2PXs0pHh3gIj3ovGNJdM8+Cn91VtGr+FJ0ayWE9pcL9LVRMPm0m23jV2bl9CYph7KiF8MguyRpaefXvHMQbEHnC+eMWw6ShqXwybWnUdz2HY4dBHcQRuW7TZOKZKa8nai8Y3hwBGwryWwkEROpADOpNwWD0EGx000s56QwEC/ZK3uWQLTs/U9qumpgeLT0sbepzib/ZDFmK8eb3SbNKVIItGzOYHTzurJ6qFs0VPBfQdsL3G7dY2G0bh9JW/hML/wAHh9c78iaGKc+YoHJLswpFuvCYX/g8PrXfkXtZiNCz+HhFGDuL2tf7WJ/rZPX9C74mJ4VhE9S/Qp4ZJXatTGF1r+VYcUdJ1LT8nc2MVHoz4w9t+UykjcHOf/8AK4G1r7gbbLu3KyVGWVSW6EZjgZ5MLA3xNyOyyr8khcS5xLidpJJJ6ydqrDSP/JivJ6JXFsVkrZWNsGMu2OKNvJjBIaABz7NfsGpUvPrWh+KvjHJgihhH1eE1est2KyUNSYpGSAAlj2vAOwlrgdfcpevxHD55HSzYVE+R5u5xmdcnp4ifPilKlBcI5CSXZgS1rM3BwdDidSd7I6dp6X30vvsU3wmF/wCDw+td+ReysxeH4MaalpGU0bpOEeGvLtJwAG9otsb3BRhp57la4Hc1RCoiL0SBJYnPwGBV0mx0z4oG9IuC630XP7lhy3mkxiH4MKaqpGVMbZDI0OeW2cQRcgNNzYu19K9fCYX/AIPD6135Fgy4ckptpFoySRieHUhmljibypHsYOt7g0e1fTWIVYhrKuYDiUNE7R6xHpADsLgqvSVuHRPZJHhMLXsc17XCU3a5puCOJtBAXrynxNwwjEal1g+qmjhHVpBzgPoOcOxJ8cscW5fo7uTaowkm+sr8RdmDUPD1EMI/myxx/XeG/is45xovoXHqLCqad8IwqF+hojS4RwuS0HZonZe23co/hML/AMHh9a78istPkatIXejCl5RsLiA0Ek6gALknoAW7MqsNbycHpvpP0vAsXVDlYYRakpaSmH+XEAfCw7wmWmyejm9Gd5LZqqyp/eVI+B041uknGi63mRmx7XaI16iVf311PR05o8NaWxn+LM7+JMbWNzYEDu5gANsbiOKTVBvNI5/MCdQ6mjUOwLjWnFplHmXLElO+giItJMIiIAKlZc4jpObC06m8Z3pEah2A+KsePYs2nj0tRebhjec856AvRmdyOdiNZw8wJp4XB8hI1SSbWs6dfGd0avlBZNVlpbEUxx8mzZnsmzQ4bGHi0s376QHaC8DRaQdhDA2457oruiwFgqxl3km2vh4tmzsuY3nYedj/ADT4HXzg2dF1Np2gas+ZmufTyOjlaWuabPYdrSP/AHqIUox4IuNYWtZcZFR17dJto6hos2S2pw8mS21vTtHeDilXTzUcropmFjhtadhHO07COkL0cWZSRCUaJJSWTdNwtVAznkYT1NOkfAFRFPUNeNR7N4VrzfstUulIJ4GGWSwFyTYNsANps4quSVQbOJcmR50a/h8VrHjZwpj9UBH/AEKrKaqMn657nPdSVRc4lxPASayTcnk85Xr/AGZrfmdV6iT8q8g0GnZuIeBwOpkIsaipbG087Y2tPt4Qdi9SmpqQ02E4bTOBa4sfM9pFiHPOkA4HYRwjh2KFXpaZVjITfIREWgQIiIAIiIAIiIAIiIAIiIAL1515uCwrD4N8sk1Qfo8Vt+tsvgV7Lcy9OezC6mSrhihp55I6emijuyJ7m6WsmxAts0e5ZNW/xSKY+zJleMy+H8Ni9NquI9OU9Ggw6J+uWKu/szW/M6r1En5VpOZfBpqU19VNDLEY6YsZwkbm6RedLi6Q1kGMDV5XSsKVuix2YvU8LPLJ5Uj3DqLjbwsuNAi9lKuDMEREHAiIgAiIgAuLFsUZTs0nnX8lo2uPR0dK4scyijgu1tnyeTfU30j+G3qUXkjkhWY1OSDoxggSTOHEYNui0fKdY6mjn1kXus+bUKHC7KRhfZ6MnMBqcarNBmoai95B0IY7+J22btJ7SPqfJzA4aGnjp4G2YwW17XHe5x3uJ1n3L0ZKZNQYdA2CmbZo1ucdb5Hb3PO8+A2CwUyvObbdssERFwAiIgAorKHJ6Ctj4Odl7clw1PYedjt3VsO8FSqLqddAYHlVkPU0BL23lhGsSsGto/zG7W9esdWxR+C5RyQP02PLHWtpNtrB3OadRGody+jCqPlPm0pqm74f93lOvij924+dHuPS23TdaYajxIm4einsy0rCLipJHox/lXl+2Nb84d9SP8qreOZL1lASZYzoD+bHxoz1m3F+kAuKDFPKHaPctUfjfhCOydxHEZZ36czy91gLm2oDcANQ2lcq9cNQ13JIPRv7l7FZV4FCIiDgREQAREQAREQAREQAREQAU5HlfWgACodYatbWE9pLbntUGi44p9o7ZPftjW/OHfUj/KuevykqpmGOWZzmG1xZovbn0QLqJRcWOK8ILYRETHAiIgAija/HoIr3fpO8lms9u4dpVaxDKyV/FibwYOoHlPPVuHYFKeaEe2MotltxDEY4BeR4bzDa49QGsqn4plRLMeDgDmBxsLa5HE6gBbZfmGvpVhyWzS4hXOEk4NNEdZfNcyOHmx8onZytEWOolblkbm9osNAMMenLvmks6TX5OqzB0NA6brHk1MpcLhFVBIyjIDMtLMWzYjpRR6iIQbSv3/vD/LB5uVt5O1bzh9DHBG2KFjY42izWtFgB1D2rpRZhwiIgAiIgAiIgAiIgAiIgD8IVRx7N1RVN3BhgeflRWaD1s5J7gelW9F1Sa6BqzD8azW1kNzCWVDfNOg/6jjbucepVOd89O7QlbJGfJlYQezSFyOpfTi9NVSskaWyMa9p2te0OB6wdSvHUSXYjgj5uixbym93uK6o6+M/Kt16lrmKZs6Ca5bG6Fx3xOIH1Ddo7lU8RzOyC5p6pruZsrC09r2k3+qFeOpQjgyrtcDsIPUv1ftdm8xGE6oNMeVE9p7gSHeChaqGqg/ixzx2/vI3gd7hZWWaLF2smUUAzGX87T2e5e1uNnewdhITfIjlE0iiRjg3sPePcvIY4zyX+HvXd8QpkoijfjuPmf3D3r8+PIvP7h70b4+wpkmiizj0XM/uHvXrdlDH5D/D3o+SPsKZMIoF+Ug3Rntdb8F6JMpX7mNHWSfcleWHs7tZZUVNlyimJsHNB5mtF/G66abCsRqf4cFW8HeI3tZ9YgN8Uj1EUd2Mss1Qxmt72t63Ae1RtTlFAzY4vPmj8TYLpw7NDic2t8cUA55ZQT12i0vGytuFZiWDXVVj3bOLDGGfbeXX7goy1T8DLGZlV5Wu/lsa3pcbnuFgPFemhw7EMRNoYp5gbi7W6MQ6C7UwdpX0Vg2bbDaaxZSse4W4015Dcbxp3DT1AK2NaALAWA3BZ55pS7Y6ikYNk7mJmfZ1bO2Jv93Dx39Re7itPUHLVsmMhKGgsaeBun/ev48nY53J6m2HQrIikMEREAEREAEREAEREAEREAEREAEREAEREAEREAEREAEREAcFZglNN/Fp4JPTiY72hQ9TkBhz9tJGPQ0mfcIX6i6pNBRS8fyIooidCEj/VlPtesxxqmbG8hgsOsn2oivjbfYjRGFeJRFUU8SrDkzhUUxtI3S+k4fdIREkujqNPyezd4dILvpy49M01u7hLK1U2QGGs2UNOfTYH/fuiLO2xybpMOhiFooo4x5jGt+6F1IiU6EREAEREAEREAEREAEREAEREAEREAf/Z"/>
          <p:cNvSpPr>
            <a:spLocks noChangeAspect="1" noChangeArrowheads="1"/>
          </p:cNvSpPr>
          <p:nvPr/>
        </p:nvSpPr>
        <p:spPr bwMode="auto">
          <a:xfrm>
            <a:off x="63500" y="-144463"/>
            <a:ext cx="1800225" cy="18002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nl-NL">
              <a:latin typeface="Calibri" pitchFamily="34" charset="0"/>
            </a:endParaRPr>
          </a:p>
        </p:txBody>
      </p:sp>
      <p:sp>
        <p:nvSpPr>
          <p:cNvPr id="9220" name="AutoShape 5" descr="data:image/jpeg;base64,/9j/4AAQSkZJRgABAQAAAQABAAD/2wCEAAkGBhASERMQEBQSEhASGBQUEBcTFRAXEhkXFhQXFxUUFRUXHCceFxojGRYWHy8gIygpLDAsFR8yNTAqNSYrLCkBCQoKDgwOGg8PGikkHyIzKzUsKiw1LykuKSwtLCwtLSwpLCwsLCwsLCwsLCwsLCksNCwsLCwpLCwsLCwsLSwpLP/AABEIAHMBtQMBIgACEQEDEQH/xAAbAAEAAgMBAQAAAAAAAAAAAAAABQYDBAcCAf/EAEgQAAEDAQQECAcPAwUBAQAAAAEAAgMRBAUSIQYxQVETImFxgZGSsQcyU3Kh0dIUFRYXMzRCUnOCk7LBwvAjJINDYqKz4VRj/8QAGgEBAAMBAQEAAAAAAAAAAAAAAAIDBAEFBv/EADcRAAIBAgMFBQcDAwUAAAAAAAABAgMRBBIxEyFBUWEFFBWh0SIyUnGBkbFCwfCC4fEjJDM0Y//aAAwDAQACEQMRAD8A7iiIgCIiAIiIAiIgCIiAIiIAiIgCIiAIiIAiIgCIiAIiIAiIgCIiAIiIAiIgCIiAIiIAiIgCIiAIiIAiIgCIiAIiIAiIgCIiAIiIAiIgCIiAIiIAi5kdM7b5QdiL2U+Gdt8oOxF7K8bxmhyl5epn7xHqdNRcy+Gdt8oOxF7KfDO2+UHYi9lPGaHKXl6jvEep01FzL4Z23yg7EXsp8M7b5QdiL2U8ZocpeXqO8R6nTUXNYdLbe9wY19XOIDQGRVJOoeKr7DKYYQ60yAlorI8gAV3AAdA2la8NjoYi7imktW7W/JOFVT0N1FS7f4QsyII6j60hOf3R61pfGBafqw9mT21VLtXDRdr3+Rx14I6Ci578YFq+rD2X+2nxgWr6sPZf7aj4th+v2ObeB0JFz34wLV9WHsv9tPjAtX1Yey/208Ww/X7DbwOhIue/GBavqw9l/trdubTK0zTxxFsVHmjqNfWgBJpxtwUodqUJyUVe76HVXi3YuqIoi+7XbGOb7libI0g48Ww1FPpDlW+pNU45mm/lvLW7K5Loqt76Xt/80f8AP8iyaMaRz2mR7JGsDWNqSwO8bEABXERqxdSzRxsHNQtJN6XTRBVFe28sqKnx6TW6SSVkEUTxG4g6waYiBWrxuWf30vb/AOaP+f5FxY6D0jJ/JM5tVyZaUUBft+TWezRS4WcK4tbI11S0EsJcBR28bys2jN+m0xuLwGysNHgVpn4pocxtHO0q1Ymm6my42uSzq+UmUUJpJfclnMOAMPCOwuxB2rLVQjevulN9Ps0TZIw0kvwnEHEUwuOwjcuzxMIZ7/ptf6hzSv0JpFVRfF6UDvc0ZaRXLXTmEhPoW1c+lzZX8DMwwzagHVoTuzAIPIVXHGU21F3V9Lpq5xVFoWBERbCwIiIAiIgCIiAIiIAiIgCIiAIiIAiIgCIiAIiIAiIgCIiAIURAcYITCuzovnvBP/Ty/uZO7dTjGFKLs6pem+kGuyxH7Yj0M/U9W9ZsT2ZHD03OVTy1f3IToqCu2UtEVg0R0f4eThHj+jGc9znaw3m2noG1eXRoyrTUI6spjFydkTmhOj+BvumQcdw/pg/Rafpc57udRend7F83AA8SKhdyvIr6AQOkroCp14aCSSyyS8K0Y3OdTC7IE1A17l9LisLOGGVGgr8zZODUMsSkIrf8XUnlmdh3rT4u3+WZ2HeteJ4bifg/HqZtjPkVBFb/AIu3+WZ2HetPi7f5ZnYd608NxPwea9RsZ8ioIrf8XUnlmdh3rT4un+WZ2HetPDcT8H49RsZ8ioK46BXOcRtLxRoBbFXaT4zhybOk7lvXfoDCwh0rnS02Uws6RUk9as7GAAAAADIAZAAagAvUwHZk4TVSrw0RdSotO8j0iLRvm9W2eJ0rszqYPrOOofzYCvenNQi5S0RqbsrsiNLb3cMNkgzmmyNNYadnIT6BU7lK3HdDbNEI25nW873HWebYOQKJ0TulxLrZPnNNm2uxp28lRq3Cm9WZY8NB1JOvPV6LkvV8SuCu8zKBcd+xWae1GXFx3kNwiup7694U58PbJ/8Ap2P/AFaGiMDXWi2YmtdR+WIA/wCpJvVq974vJx9hvqWXBxrukskkld6q/F9SFNSy7mV7wgmtmjO+Qf8AW9a9u/s7ay0DKC0Cku4E0xHro7tLY8IXzZn2g/63qWvq6xaLO6P6VAYzucBl16uYlKtJzrVHH3o5Wvmr/nQSjeTtruIbTrXZftD+1evCH83Z9p+x6gLXeZlhsrH/ACkMhY8HXQYcJPQKc7Sp/wAIfzdn2n7HrPOqqtOvNcVH8EHLMpP5FksfybPNb3BVzTu7wYmzjKSNzRiGvCTTXyOoR0qx2P5Nnmt7gq/p5bWtgEWt8jm0G2jTUnrAHSvSxmXu0s3Lz4eZdUtkdybum1mWCKQ63saTz0z9NVtrTueymKCKM62saHc9M/TVbi1U75Fm1sixabwiIrDoREQBERAEREAREQBERAEREAREQBERAEREAREQBERAEREARFr3hbmQxulkNGtHSdwHKTkuSkoq70GhG6UX8LNFxfln1EY3b3nkHfRcye8kkkkk5knWSdZK2r0vJ88rpX6zqGxoGpo5vWtVjCSAASSQABrJOoBfGY7FvE1N2i0/nU86rUzs27pux9olbEzbm47GtGtx/mshdVsNiZDG2KMUa0UG/lJ5Sc1G6MXCLNFnThX0Mh7mjkHfVTK+g7Owfd4Zpe8/Lp6mqjTyq71C0L4viOzR8I/PYxo1uO4etb65ppneBktLm14sXEbz63Hry+6Fdj8V3elmWr3IlVnkjcW/TO1SE4XcE3YGAelxzPoWj7/Wry83bf61oIvkZ4mrN3lJ/cwOcnxN/wB/rV5ebtv9ae/1q8vN23+taCzWSyPleI42lz3agO87hyqKq1W7KT8xeRdNBLVPIZXyyPe0YWtxOcRU1JpXkp1q3KPuK6RZ4WxDN2t53uOs82ocwCkF9phKcqVGMZ68T0aaaikwiItRMKraV3HaZ5Y3RBro2NFA8imLESat21Ab1K0rVvC9IoAHTOwBxoMnHOldgKz4mlCpTcajsvsQmk1ZlewXxvh/4epb9zC8OE/ujHweE+LhriqKahuqsnwvsXlR2ZPZWWyaSWWV4jjkDnurhGF41AnaNwKy01RUlas30zJ3IJRv73mV6C5bxhlmfBwYEriTUtOWJxbrGXjLZw3xvh/4epS9p0mskb3MfIA5po4YZMj0BYxpdYvLDsyeyq1Sw8PZVZrpmRzLFbs3maukV02i0WWJgwmYFrpMwBXg3B1OkqwsGQCx2a1Mkbjjc17TtaQR6FlXoU6UYyc073t5Fqir3KdfmiMr7SJoQ3A4tc8E0o4HjU59fPVSml10S2iFrIgC4PxGpplhcP1C2J9KLIxzmOlAc0kOGF5oRrGQUlDM17WvaatcA5p3gioKyxw+HltIwfva2a3ehBQg7pcSrsgvegaHQtAAAPF2dBWe6tFHCX3RapOGmGbdeEEajU66bMgApi8L3hgw8M/Birhyca0pXUDvCXffEE+LgXh+GmLJwpWtNYG4pGhQVRRlNya0Td/IKEb2bubiLHaLQ1jXPecLWglxOwBR1n0nsj3NYyUFziA0YZMyecLZKrCDSlJJsscktSVRad4XvDBh4Z+DFXDk41pSuoHeFp/C+xeVHZk9lRlXpQdpSSfzRxyitWTCKNsekVmleI45A55rQYXjUKnWNy8RaUWRzgxsoLnENAwyDMmgGY3p3ilrmX3QzR5kqixWm0sjY6R5wsaKuOeQ6Fp2LSCzTP4OKQOfQmlHjIa9YU5VIRkotq74HbpbiRRa1vvKKFofK7A0nCDQnOhNMhyFebvvWGcEwuxhtA7Jw184CbSGbJdX5cRdXsbaLRvC+oIPlXhpOoZl3PhFStGLTOxuNOELfOY8Drpkq5YilB5ZSSfzOOcVubJxF5jka4BzSHNOYIIIPKCFoW7SCzQvwSyBrqA0o85HVqCslUjBZpNJHW0tSRRQ/wALrF5UdmT2VIWO8IpRiie14GvCa05xrCjCtTm7Rkn8mcUk9GbCLVvC9IoAHTOwBxoMnHOldgKXfecU7S6J2NoNCaOGdAaZgbwpbSGbJdX5cTt1extIo+3X9Z4XYJZA11K0o4mnQDRbFht8czccRxMqQDRw1a6VAquKrByypq/LiMyvY2ERFYdCIiAIiIAiIgBK5tpbpB7okwMP9GM8X/cdRf8AoOTnU1ptpDhBs0Z4zh/VI2NP0Oc7eTnVGXzfauNu9hD6+hjr1P0oK66EaParVIPsQfS/9B17lTI3AEEgOAIJBrQ8hpnRWVun9oAoI4QBkAA+n5l5+BnQp1M9Xhoiqk4p3kdBRc/+MG0fUh6pPaT4wbR9SHqk9pe/4thub+xq28DoCgrRoXZXvc9wfieS53HOsmpWXRe+X2mJ0kgaCHlow1pQNadpO9Y9KNIhZmANoZn1wA6gNrj+g29C0VZ0KlHa1FePUnJxccz0MD9CLEBU4wN5fQLX+C92+UH4zVSbZbpJXYpXOe7/AHHuGodCwUXz88dQv7NFW6/4MjqR4ROiWfQ2wuzbV4GRpISOarVNWG7IYRSJjWA66DM85OZ6VF6E2Mx2VpORkLpOg0DfQ0HpU8vocLSp5I1FBJtGuEVZOwREWwsCIiAKp+EP5GLzz+Qq2Kp+EP5GLzz+QrD2h/1p/wA4lVX3GRGi+i8Vpjc97ntLXYRhw08UHaDvVjuzQyGCVszXyFzK0DsFM2kZ0byqnXPo5PaGOfEWBrThOJzga0B2A7wrLozozaLPNwkpYW4XN4rnE1JFMiBuXk4GKeS9H+r9yimtPZ+pVdJfnc/nnuCsV7aDRMhfJG+TExpfR+Ag4RUjICmpV3SX53P557gs1635bXAxTuc0GhLSwMJGyuQJCxKdGMqu1i3v3dNSu8U5XRtaC2pzbSGA8WRrsQ2cUVB58qdKv14WsRRPlOpjS7noMh0nLpVc0HuVjWe6cQe94oKamiuYNfpVGf8ACvWn9vwwtiGuV2fmsoT/AMsK9fCuWGwTnLq19dPM0QvCndlEcHvxSGpoavPK46zzldB0Ft+OzYD40RLfunjN7yPuquXK6zCx2hkkjWyy+KDWvEFWbPrVX3QW34LTwZ8WVpb95vGb6MQ6V5uBlsK1OV/fW/pv/wAFNJ5ZLqSXhG/0P8n7FA6LXnwFoY45MfxH7qOOR6HUPWp7wjf6H+T9ihLXdtbDBaAPFdIx/MZHFp66j7wUsWprGTnDWNn5IVL7RtcCw6f3nhY2ztOb+M/zQch0u/Kqpo986g+0b3rfuCJ9rtbHSnEGBrnnkjADR0mlecrSuH53D9o3vVVapKvWjWejdl8lb1OSeaSkWLwi6oP8n7Fp6OaLQ2iHhHve12JzaNLKUFN45VueEXVB/k/YoW6NE5bTHwrHRgVLeNirlTc071fiFfHS9jPuW7TgiU/+V7rluunRGGCVsrJHuc2tASymYI2DlVLv6EwWuSmWF/CN6aPHfToVs0X0Wls0rpHujILC0YcVa4mnaBuUX4QrJSWOX67S087DXud6Fdi6P+0U1DI0728vQlUj/p3tYltNrePcjQ0/LFtPN8f9B1qnaO2rg7VC7ZiDTzP4p71lvm9OEisrNfBx0dz4i3P7rAeletI7q9zuhoKF0TCfPaKO9ND0rHiq0qtXbx0jl9fyVzk5SzLhYm/CJas4YvOefQ1v7ls3DL7lu509OM7E8A7SSGMB5Mh1qtaSXh7onDm58SJraby0OI7TiOhWvSuy8Hd4jbqj4Jp5gQO+i1wqOdatiI/pW7+fQsTvKUlwKldF3PtloIc451fK45mmWrlqQB/4rBfOgsbYnPgc/GwF1HEEOAzIFAKGiweDtw4SYbcLacwca94V3lIDSTqANeaiswODpVsPnmrt338jtKnGULsoWg18OZLwBNY5K4RucBWo5wD00WHTv539xn7lHaOAm1QU+u3q2+iqkNO/nf3GfuXn7SUsC0+Et32Kr3pfUk7DoPDLZ45A+Rsj2Nd9AtqRXVStOlV/Rq0vjtUWE+M5rHbi1xoQd+/oWSS/bayFkZc5kRaBHxA2rQAOK6lTlTMHapbQW5WPd7pc4ExkhrBrBp4zujV/4pxUK1anGhHK1rw5HVaUkoo3vCH8jF55/IVp6LXqyz2OaV2f9SjBtc4sbQfzYCtzwh/IxeefyFUkRSGMuo4xNdmfohzh3kNHo3q3GVpUcZKcVvt+2p2pJxqNok7qu6W3Wgl5NCcUztw3DcTSgHJyLpcEDWNDGANa0ANA1ABVbQG8IzG6CgbICXH/AHg7ecZDmpyq2r0uzKUI0tondy1f7F1GKUb8wiIvVLwiIgCIiAKK0jvwWaLFkZHVEY5d55B6htUqte03dDIayRxvIyBc1rjTdmFVVU5Qag7PmRle245DLI5zi5xJc4kuJ1knWSvK617x2XyEP4cfqT3jsvkIfw4/UvnvBaj/AFoy93fM5Ki617x2XyEP4cfqT3jsvkIfw4/UngtT4kO7PmclRda947L5CH8OP1J7x2XyEP4cfqTwWp8SHdnzIXwffN3/AGh/IxVXSq2GS1Sk6mng28zMu+p6V02zWSOMYY2NYCakNaGiu+g5gsbrthJJMcZJzJLGVJO05L0KuAnUw8KKlp5lsqTcVG5yBWDR/RKWZwfK0shGZrUOdyNGunL1LoMVhiaatYxp5GtB9AWdUUOxoxlmqSv0IRw6T3s+MYAAAKAZADVQbF9RF7pqCIiAIiIAqn4RPkYvPP5CrYsc1nY/J7WuA1YgD3rPiaW2pSpp2uQnHNGxWfB58hJ9p+xqtSxwwMYKMa1oOZwgAehZF3D0tjSjTbvY7COWNjlOkp/u5/PPcFe9J7gFpiq0DhmZxnfvYeQ9/SpR9giJJMbCTrJa0nros6x0ez1HaKbup+WvqVxpWvficy0av51llLX14JxpIDraRlipvGojdzBfdMLxE1pIYQ5rAGMpmDtJHSadC6I+wREkmOMk6yWtJ66ILuhGYjjBGriM9Szvs2rstjn9m99PIhsZZctytReD2LCMUkmKgxUwUrTOmWqqq142Y2S1FrTUxOa5hOsjJwr3Lqywy2ONxq5jHHeWtJ6yFbX7Lpyitl7LXElKgmvZ3FN0+tDXssz2+K8Pc3mIjIUporZGS2ARvFWOMgPbOo76qefY4yACxhDfFBa0gcwpkvcUTWijQGjcAAOoK6GDaxEq0mnmVrfb0JKn7bkzSuq4obPi4IEY6Yqkk5VoM+crnNwn+7h+0b3rqywMsEQNRGwEZghra9dFHEYFVHDJZKL0+xydK9rcCpeEbVB/k/Yom5NLnWaLgmxtcKl1S4g505ORdFmszH0xta6mrEAac1Vj97YfJx9hnqVdXA1XXdanOzfTojkqUs2ZMrtxaZvtE7YTG1odizDiTk0nVTkWzp1ZMdlx7Y3Nd0Hin8wPQpuOxRNNWsY07w1oPWAsr2BwIcAQdYIBHUtCw9SVGVOrK7fElkbi1JnJrksnC2iKPWHPFeYcZ3oBVx8INkxQsl2xuoeZ4p3hqscdhiaatYxpGohrQesBZZImuGFwDgdYIBHUVmo9m7OhOk3dy4/gjGjaLjzOW6L2XhLVE3YHYzzMGLvAHSul3jYWzRPidqeCK7jsPQaHoXuKxxtNWsY06qta0HrAWZX4PBLD03CTvfUlTp5FZnLI3WiwWipFHiozrge066HaDlzEKSvfTh8sRjYzg8Qo84sRodYGQpXVVX2ezMeML2te3c4AjqK1orlszTibDEDsIYyvRksq7OrU04Uqlovh/P7Feykt0XuKtoPcDw/3TIC0AERA5EkihdTdSoG+qjtOz/d/cZ+5dHWGWxxuNXMY47y1pPWQrZ9nLu6oQfG9+ZJ0fYyohoroZabBDG7I8Gwsd9V2EUPNsPIVS7ut8titBxChacMrN4/mYP6FdSYwAAAAAZADIDmCxS2KNxq5jHHeWtJ6yFKvgM+ScJWlG2/mdlSvZrVFT05tbJLNBIwgsc+oP3D6eRetCLKyWyzRvFWOeQew3Vy7VaTYYqYcDMINQMLaV30ovcMDGCjGtaDmcIAHoUlg28RtpNaWa+lhs/bzM5baoJbFaaA0fGasOxzTqPMRUEc4XSrpvNloibKzUdY2tcNbT/NyzzWSN+b2NcRqxNae9fYbOxmTGtaDrwgDuTCYOWGnLLL2Xw5CFNwb37jIiIvRLgiIgCIiAIiIAiIgCIiAIiIAiIgCIiAIiIAiIgCIiAIiIAiIgCIiAIiIAiIgCIiAIiIAiIgCIiAIiIAiIgCIiAIiIAiIgCIiAIiIAiIgCIiAIiIAiIgCIiAIiIAiIgCIiAIiIAiIgCIiAIiIAiIgCIiAIiIAiIgCIiAIiIAiIgCIiAIiIAiIgCIiAIiIAiIgCIiAIiIAiIgCIiAIiID/2Q=="/>
          <p:cNvSpPr>
            <a:spLocks noChangeAspect="1" noChangeArrowheads="1"/>
          </p:cNvSpPr>
          <p:nvPr/>
        </p:nvSpPr>
        <p:spPr bwMode="auto">
          <a:xfrm>
            <a:off x="63500" y="-144463"/>
            <a:ext cx="304800" cy="304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nl-NL">
              <a:latin typeface="Calibri" pitchFamily="34" charset="0"/>
            </a:endParaRPr>
          </a:p>
        </p:txBody>
      </p:sp>
      <p:sp>
        <p:nvSpPr>
          <p:cNvPr id="9223" name="Tekstvak 6"/>
          <p:cNvSpPr txBox="1">
            <a:spLocks noChangeArrowheads="1"/>
          </p:cNvSpPr>
          <p:nvPr/>
        </p:nvSpPr>
        <p:spPr bwMode="auto">
          <a:xfrm>
            <a:off x="468313" y="980728"/>
            <a:ext cx="8280151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4400" dirty="0" err="1" smtClean="0">
                <a:solidFill>
                  <a:srgbClr val="FF0000"/>
                </a:solidFill>
                <a:latin typeface="Aharoni" pitchFamily="2" charset="-79"/>
                <a:ea typeface="+mj-ea"/>
                <a:cs typeface="Aharoni" pitchFamily="2" charset="-79"/>
              </a:rPr>
              <a:t>Normaliseren</a:t>
            </a:r>
            <a:endParaRPr lang="en-US" sz="4400" dirty="0" smtClean="0">
              <a:solidFill>
                <a:srgbClr val="FF0000"/>
              </a:solidFill>
              <a:latin typeface="Aharoni" pitchFamily="2" charset="-79"/>
              <a:ea typeface="+mj-ea"/>
              <a:cs typeface="Aharoni" pitchFamily="2" charset="-79"/>
            </a:endParaRPr>
          </a:p>
        </p:txBody>
      </p:sp>
      <p:sp>
        <p:nvSpPr>
          <p:cNvPr id="8" name="Tekstvak 6"/>
          <p:cNvSpPr txBox="1">
            <a:spLocks noChangeArrowheads="1"/>
          </p:cNvSpPr>
          <p:nvPr/>
        </p:nvSpPr>
        <p:spPr bwMode="auto">
          <a:xfrm>
            <a:off x="611560" y="1746721"/>
            <a:ext cx="792088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nl-NL" sz="1600" dirty="0">
                <a:latin typeface="Aharoni" pitchFamily="2" charset="-79"/>
                <a:cs typeface="Aharoni" pitchFamily="2" charset="-79"/>
              </a:rPr>
              <a:t>Normaliseren is een </a:t>
            </a:r>
            <a:r>
              <a:rPr lang="nl-NL" sz="1600" dirty="0" err="1">
                <a:latin typeface="Aharoni" pitchFamily="2" charset="-79"/>
                <a:cs typeface="Aharoni" pitchFamily="2" charset="-79"/>
              </a:rPr>
              <a:t>bottom-upaanpak</a:t>
            </a:r>
            <a:r>
              <a:rPr lang="nl-NL" sz="1600" dirty="0">
                <a:latin typeface="Aharoni" pitchFamily="2" charset="-79"/>
                <a:cs typeface="Aharoni" pitchFamily="2" charset="-79"/>
              </a:rPr>
              <a:t> om vanuit bekende informatie</a:t>
            </a:r>
          </a:p>
          <a:p>
            <a:r>
              <a:rPr lang="nl-NL" sz="1600" dirty="0">
                <a:latin typeface="Aharoni" pitchFamily="2" charset="-79"/>
                <a:cs typeface="Aharoni" pitchFamily="2" charset="-79"/>
              </a:rPr>
              <a:t>een gegevensmodel te ontwerpen. Door het normaliseren </a:t>
            </a:r>
            <a:r>
              <a:rPr lang="nl-NL" sz="1600" dirty="0" smtClean="0">
                <a:latin typeface="Aharoni" pitchFamily="2" charset="-79"/>
                <a:cs typeface="Aharoni" pitchFamily="2" charset="-79"/>
              </a:rPr>
              <a:t>van gegevens </a:t>
            </a:r>
            <a:r>
              <a:rPr lang="nl-NL" sz="1600" dirty="0">
                <a:latin typeface="Aharoni" pitchFamily="2" charset="-79"/>
                <a:cs typeface="Aharoni" pitchFamily="2" charset="-79"/>
              </a:rPr>
              <a:t>voorkom je drie problemen</a:t>
            </a:r>
            <a:r>
              <a:rPr lang="nl-NL" sz="1600" dirty="0" smtClean="0">
                <a:latin typeface="Aharoni" pitchFamily="2" charset="-79"/>
                <a:cs typeface="Aharoni" pitchFamily="2" charset="-79"/>
              </a:rPr>
              <a:t>:</a:t>
            </a:r>
          </a:p>
          <a:p>
            <a:endParaRPr lang="en-US" sz="1600" dirty="0">
              <a:latin typeface="Aharoni" pitchFamily="2" charset="-79"/>
              <a:cs typeface="Aharoni" pitchFamily="2" charset="-79"/>
            </a:endParaRPr>
          </a:p>
          <a:p>
            <a:pPr marL="342900" indent="-342900">
              <a:buFont typeface="+mj-lt"/>
              <a:buAutoNum type="arabicPeriod"/>
            </a:pPr>
            <a:r>
              <a:rPr lang="nl-NL" sz="1600" dirty="0" smtClean="0">
                <a:latin typeface="Aharoni" pitchFamily="2" charset="-79"/>
                <a:cs typeface="Aharoni" pitchFamily="2" charset="-79"/>
              </a:rPr>
              <a:t>Overbodige </a:t>
            </a:r>
            <a:r>
              <a:rPr lang="nl-NL" sz="1600" dirty="0">
                <a:latin typeface="Aharoni" pitchFamily="2" charset="-79"/>
                <a:cs typeface="Aharoni" pitchFamily="2" charset="-79"/>
              </a:rPr>
              <a:t>gegevens: dat zijn gegevens die meermalen </a:t>
            </a:r>
            <a:r>
              <a:rPr lang="nl-NL" sz="1600" dirty="0" smtClean="0">
                <a:latin typeface="Aharoni" pitchFamily="2" charset="-79"/>
                <a:cs typeface="Aharoni" pitchFamily="2" charset="-79"/>
              </a:rPr>
              <a:t>ingevoerd</a:t>
            </a:r>
            <a:br>
              <a:rPr lang="nl-NL" sz="1600" dirty="0" smtClean="0">
                <a:latin typeface="Aharoni" pitchFamily="2" charset="-79"/>
                <a:cs typeface="Aharoni" pitchFamily="2" charset="-79"/>
              </a:rPr>
            </a:br>
            <a:r>
              <a:rPr lang="nl-NL" sz="1600" dirty="0" smtClean="0">
                <a:latin typeface="Aharoni" pitchFamily="2" charset="-79"/>
                <a:cs typeface="Aharoni" pitchFamily="2" charset="-79"/>
              </a:rPr>
              <a:t>moeten </a:t>
            </a:r>
            <a:r>
              <a:rPr lang="nl-NL" sz="1600" dirty="0">
                <a:latin typeface="Aharoni" pitchFamily="2" charset="-79"/>
                <a:cs typeface="Aharoni" pitchFamily="2" charset="-79"/>
              </a:rPr>
              <a:t>worden</a:t>
            </a:r>
            <a:r>
              <a:rPr lang="nl-NL" sz="1600" dirty="0" smtClean="0">
                <a:latin typeface="Aharoni" pitchFamily="2" charset="-79"/>
                <a:cs typeface="Aharoni" pitchFamily="2" charset="-79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nl-NL" sz="1600" dirty="0" smtClean="0">
                <a:latin typeface="Aharoni" pitchFamily="2" charset="-79"/>
                <a:cs typeface="Aharoni" pitchFamily="2" charset="-79"/>
              </a:rPr>
              <a:t>Inconsistente </a:t>
            </a:r>
            <a:r>
              <a:rPr lang="nl-NL" sz="1600" dirty="0">
                <a:latin typeface="Aharoni" pitchFamily="2" charset="-79"/>
                <a:cs typeface="Aharoni" pitchFamily="2" charset="-79"/>
              </a:rPr>
              <a:t>gegevens: stel dat het adres van een klant </a:t>
            </a:r>
            <a:r>
              <a:rPr lang="nl-NL" sz="1600" dirty="0" smtClean="0">
                <a:latin typeface="Aharoni" pitchFamily="2" charset="-79"/>
                <a:cs typeface="Aharoni" pitchFamily="2" charset="-79"/>
              </a:rPr>
              <a:t>verandert</a:t>
            </a:r>
            <a:br>
              <a:rPr lang="nl-NL" sz="1600" dirty="0" smtClean="0">
                <a:latin typeface="Aharoni" pitchFamily="2" charset="-79"/>
                <a:cs typeface="Aharoni" pitchFamily="2" charset="-79"/>
              </a:rPr>
            </a:br>
            <a:r>
              <a:rPr lang="nl-NL" sz="1600" dirty="0" smtClean="0">
                <a:latin typeface="Aharoni" pitchFamily="2" charset="-79"/>
                <a:cs typeface="Aharoni" pitchFamily="2" charset="-79"/>
              </a:rPr>
              <a:t>en </a:t>
            </a:r>
            <a:r>
              <a:rPr lang="nl-NL" sz="1600" dirty="0">
                <a:latin typeface="Aharoni" pitchFamily="2" charset="-79"/>
                <a:cs typeface="Aharoni" pitchFamily="2" charset="-79"/>
              </a:rPr>
              <a:t>dat deze wijziging op meerdere plaatsen moet worden aangebracht</a:t>
            </a:r>
            <a:r>
              <a:rPr lang="nl-NL" sz="1600" dirty="0" smtClean="0">
                <a:latin typeface="Aharoni" pitchFamily="2" charset="-79"/>
                <a:cs typeface="Aharoni" pitchFamily="2" charset="-79"/>
              </a:rPr>
              <a:t>.</a:t>
            </a:r>
            <a:br>
              <a:rPr lang="nl-NL" sz="1600" dirty="0" smtClean="0">
                <a:latin typeface="Aharoni" pitchFamily="2" charset="-79"/>
                <a:cs typeface="Aharoni" pitchFamily="2" charset="-79"/>
              </a:rPr>
            </a:br>
            <a:r>
              <a:rPr lang="nl-NL" sz="1600" dirty="0" smtClean="0">
                <a:latin typeface="Aharoni" pitchFamily="2" charset="-79"/>
                <a:cs typeface="Aharoni" pitchFamily="2" charset="-79"/>
              </a:rPr>
              <a:t>Als </a:t>
            </a:r>
            <a:r>
              <a:rPr lang="nl-NL" sz="1600" dirty="0">
                <a:latin typeface="Aharoni" pitchFamily="2" charset="-79"/>
                <a:cs typeface="Aharoni" pitchFamily="2" charset="-79"/>
              </a:rPr>
              <a:t>dat niet gebeurt, heeft dit een inconsistente (</a:t>
            </a:r>
            <a:r>
              <a:rPr lang="nl-NL" sz="1600" dirty="0" smtClean="0">
                <a:latin typeface="Aharoni" pitchFamily="2" charset="-79"/>
                <a:cs typeface="Aharoni" pitchFamily="2" charset="-79"/>
              </a:rPr>
              <a:t>tegenstrijdige)</a:t>
            </a:r>
            <a:br>
              <a:rPr lang="nl-NL" sz="1600" dirty="0" smtClean="0">
                <a:latin typeface="Aharoni" pitchFamily="2" charset="-79"/>
                <a:cs typeface="Aharoni" pitchFamily="2" charset="-79"/>
              </a:rPr>
            </a:br>
            <a:r>
              <a:rPr lang="nl-NL" sz="1600" dirty="0" smtClean="0">
                <a:latin typeface="Aharoni" pitchFamily="2" charset="-79"/>
                <a:cs typeface="Aharoni" pitchFamily="2" charset="-79"/>
              </a:rPr>
              <a:t>gegevensverzameling </a:t>
            </a:r>
            <a:r>
              <a:rPr lang="nl-NL" sz="1600" dirty="0">
                <a:latin typeface="Aharoni" pitchFamily="2" charset="-79"/>
                <a:cs typeface="Aharoni" pitchFamily="2" charset="-79"/>
              </a:rPr>
              <a:t>tot gevolg</a:t>
            </a:r>
            <a:r>
              <a:rPr lang="nl-NL" sz="1600" dirty="0" smtClean="0">
                <a:latin typeface="Aharoni" pitchFamily="2" charset="-79"/>
                <a:cs typeface="Aharoni" pitchFamily="2" charset="-79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nl-NL" sz="1600" dirty="0" smtClean="0">
                <a:latin typeface="Aharoni" pitchFamily="2" charset="-79"/>
                <a:cs typeface="Aharoni" pitchFamily="2" charset="-79"/>
              </a:rPr>
              <a:t>Inefficiëntie</a:t>
            </a:r>
            <a:r>
              <a:rPr lang="nl-NL" sz="1600" dirty="0">
                <a:latin typeface="Aharoni" pitchFamily="2" charset="-79"/>
                <a:cs typeface="Aharoni" pitchFamily="2" charset="-79"/>
              </a:rPr>
              <a:t>: het is zeer inefficiënt om dezelfde gegevens op </a:t>
            </a:r>
            <a:r>
              <a:rPr lang="nl-NL" sz="1600" dirty="0" smtClean="0">
                <a:latin typeface="Aharoni" pitchFamily="2" charset="-79"/>
                <a:cs typeface="Aharoni" pitchFamily="2" charset="-79"/>
              </a:rPr>
              <a:t>meerdere</a:t>
            </a:r>
            <a:br>
              <a:rPr lang="nl-NL" sz="1600" dirty="0" smtClean="0">
                <a:latin typeface="Aharoni" pitchFamily="2" charset="-79"/>
                <a:cs typeface="Aharoni" pitchFamily="2" charset="-79"/>
              </a:rPr>
            </a:br>
            <a:r>
              <a:rPr lang="nl-NL" sz="1600" dirty="0" smtClean="0">
                <a:latin typeface="Aharoni" pitchFamily="2" charset="-79"/>
                <a:cs typeface="Aharoni" pitchFamily="2" charset="-79"/>
              </a:rPr>
              <a:t>plaatsen </a:t>
            </a:r>
            <a:r>
              <a:rPr lang="nl-NL" sz="1600" dirty="0">
                <a:latin typeface="Aharoni" pitchFamily="2" charset="-79"/>
                <a:cs typeface="Aharoni" pitchFamily="2" charset="-79"/>
              </a:rPr>
              <a:t>bij te houden</a:t>
            </a:r>
            <a:r>
              <a:rPr lang="nl-NL" sz="1600" dirty="0" smtClean="0">
                <a:latin typeface="Aharoni" pitchFamily="2" charset="-79"/>
                <a:cs typeface="Aharoni" pitchFamily="2" charset="-79"/>
              </a:rPr>
              <a:t>.</a:t>
            </a:r>
            <a:br>
              <a:rPr lang="nl-NL" sz="1600" dirty="0" smtClean="0">
                <a:latin typeface="Aharoni" pitchFamily="2" charset="-79"/>
                <a:cs typeface="Aharoni" pitchFamily="2" charset="-79"/>
              </a:rPr>
            </a:br>
            <a:endParaRPr lang="nl-NL" sz="1600" dirty="0">
              <a:latin typeface="Aharoni" pitchFamily="2" charset="-79"/>
              <a:cs typeface="Aharoni" pitchFamily="2" charset="-79"/>
            </a:endParaRPr>
          </a:p>
          <a:p>
            <a:r>
              <a:rPr lang="nl-NL" sz="1600" dirty="0">
                <a:latin typeface="Aharoni" pitchFamily="2" charset="-79"/>
                <a:cs typeface="Aharoni" pitchFamily="2" charset="-79"/>
              </a:rPr>
              <a:t>Dit soort problemen (overbodige, inconsistente en inefficiënte gegevens)</a:t>
            </a:r>
          </a:p>
          <a:p>
            <a:r>
              <a:rPr lang="nl-NL" sz="1600" dirty="0">
                <a:latin typeface="Aharoni" pitchFamily="2" charset="-79"/>
                <a:cs typeface="Aharoni" pitchFamily="2" charset="-79"/>
              </a:rPr>
              <a:t>kan worden voorkomen met normaliseren.</a:t>
            </a:r>
            <a:endParaRPr lang="en-US" sz="1600" dirty="0" smtClean="0">
              <a:latin typeface="Aharoni" pitchFamily="2" charset="-79"/>
              <a:cs typeface="Aharoni" pitchFamily="2" charset="-79"/>
            </a:endParaRPr>
          </a:p>
          <a:p>
            <a:endParaRPr lang="en-US" sz="1600" dirty="0" smtClean="0">
              <a:latin typeface="Aharoni" pitchFamily="2" charset="-79"/>
              <a:cs typeface="Aharoni" pitchFamily="2" charset="-79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 smtClean="0">
              <a:latin typeface="Aharoni" pitchFamily="2" charset="-79"/>
              <a:cs typeface="Aharoni" pitchFamily="2" charset="-79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NL" sz="1600" dirty="0">
              <a:latin typeface="Aharoni" pitchFamily="2" charset="-79"/>
              <a:cs typeface="Aharoni" pitchFamily="2" charset="-79"/>
            </a:endParaRPr>
          </a:p>
          <a:p>
            <a:r>
              <a:rPr lang="nl-NL" sz="1600" dirty="0" smtClean="0">
                <a:latin typeface="Agency FB" pitchFamily="34" charset="0"/>
                <a:cs typeface="Aharoni" pitchFamily="2" charset="-79"/>
              </a:rPr>
              <a:t/>
            </a:r>
            <a:br>
              <a:rPr lang="nl-NL" sz="1600" dirty="0" smtClean="0">
                <a:latin typeface="Agency FB" pitchFamily="34" charset="0"/>
                <a:cs typeface="Aharoni" pitchFamily="2" charset="-79"/>
              </a:rPr>
            </a:br>
            <a:endParaRPr lang="nl-NL" sz="1600" dirty="0" smtClean="0">
              <a:latin typeface="Agency FB" pitchFamily="34" charset="0"/>
              <a:cs typeface="Aharoni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543220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AutoShape 2" descr="data:image/jpeg;base64,/9j/4AAQSkZJRgABAQAAAQABAAD/2wCEAAkGBxQSEhUUEhMUFRUXFxQXGBgXFRgcGRcZFxUcGhwdFRcYHCohGBolHBcXJTEiJSkrLi4uFx8zODMsNygtLisBCgoKDg0OGhAQGywmHiQuLCwsLCwsLSwsLCwwLCwsLCwsLCwsLCwsLCwsLDQsLCwsLCwsLDQsLCwsLCwsLSwsLP/AABEIAKMBNgMBIgACEQEDEQH/xAAcAAEAAwEAAwEAAAAAAAAAAAAABQYHBAIDCAH/xABPEAABAwIBBgkGCwUFCAMAAAABAAIDBBEFBgcSITFBEyIyUWFxgZGhUmJyk7HRFBVCVIKSorLB0uMWIzNDwghTVWODFyQ0RKPT4vBzw+H/xAAZAQADAQEBAAAAAAAAAAAAAAAAAgMEAQX/xAAnEQACAgEEAgICAgMAAAAAAAAAAQIRAwQSITFBURMUInEysUJhkf/aAAwDAQACEQMRAD8A3FERABERABERABERABFyTYhG3fc8w1+Oxcr8TceS0Dr1rtMCVXrkna3a4Dt/BV+uxZjP40zW9BcAfqjWe5QVVlnTt5AfJ1N0R3usfBUjilLpCuSRdJMSYNlz1D3rllxg7md5We1OW8h5ETG+kS72WUXUZS1L/wCZo9DWtHja/irR0svIryI0uXF5d2iOoe9R1Ti8u+W31Qs2lrZHcqR7utxP4rnVVpV7F3l9qMa56n/q/wD6o6bFmnbMT9IlVNE6wI5vZPy17D8u/euV9UzyvAqKRP8AEjm47nVPM4jqJXicQlHJmlHVI4ewrjRHxoLOwY/Vt5NTP6xx9pXsZl1Xs/5gkczmRnx0b+Kj0R8UfQbmT1NnTrG8tkDx6LmnvDreCl6TO83+dSuHTHIHeDg32qjuhadrR3L0voGHcR1H3qctPB+DqmzXKDOZh8ltKR8R5pI3Dvc27fFWXD8VgnF4JopR5j2u77HUvnWXCfJd3j3LjkwyRp0m7RsLTYjq2FRlpfQyyH1Ei+ccPy4xGlIAqJHAfJmGmD2v41uohXHBs9GwVdNbz4XX/wCm/YPpHqUJYZIdSRrqKCwDK+jrdVPUMc7yHXbJ9R9nHrAsp1SaoYIiIAIiIAIiIAIiIAIiIAIiIALxkkDRdxAA2kmwUJi2UscV2x2kf0Hit6zvPQPBVHE8aLuNM/qb+Vo9qpHG5CuSRcKvKFo1RjSPOdQ958FC4hjNheaUNHNe3c0az4qlVmULzqjGgOfa73BQ73lxu4kk7STc961Q03sRzLdV5YNbqhjLvOfqH1RrPgoOtygqJdshaOZnFHhrPaVFotMcUY9IRybCIicUIiIAIiIA9tNA6R7WMF3OIa0c5JsFYzkLU73QD/V/8V6cgYA6tjJ2RtfIeoNI9rgsKxmu4eommItwssklvTeXfisufPKEqRSEU1yb1+wtT5UHrf8AxXBjOTc9MwPk0CwnR0mO0gDa9jq6CsIW5YfBwGB0EWx0rpah3SCTo3+i9vckxaicppHZQSRGIiLaSCIiACIiACIiAPxzQdRFx0rhqMIidu0T5vu2LvRcaT7OlZq8BeNbCH21jc4d/vUvgOcbEKEhhkMzB/LqLuIHmyHjt6Lkgcy7166inbILPaHDp/A7lGeBPoZTo0vJXOtRVZDJCaaU2GjKRoOPmS8k9TtEnmV9XyviOTW0xG/mu/B3v711ZLZf12FuEdzJCNsEpNgP8p22PotdvQsWTC4lVKz6eRVfIzLukxJv7l+hKBd0L7CQW2kC9nt84c4vY6laFEYIiIAIiIAIi9NXUtiY58jg1rRck7kAeVRO1jS97g1oFyTsCoWPZVumuyK7I952OeOnyW9HfzKHykykdVP3thaeK3+p/O72d5NcqKku1DUPb1rZiweWTlM7qnFLao+/3BRb3km5JJ5yvFFsjFR6JN2ERS+AYbFKJ5ah7o4aeIySFgu6wudVwdwdu3LspKKtglZEIu34/wAB+d1nqv00+P8AAfndZ6r9NQ+zjG2M4kXb8f4D87rPVfpp8f4D87rPVfpo+zjDYziRd7cbwI/87Ut9KFx+7Gu6jwmkqrChxKnlcdkb7xvPU08Y/VTLU435DYyCRd2KYTNTO0Zoyy+w7Wu9Fw1FcKsmnyhScwqfgKDEqm9iynMbD50twPtaHesEW05azcBgFt9VVNH0Yxf70X2liy8vO7yMvDo/WNJIA1k6gvoHLaIRPp6ZvJp6aGMdYFvYGrEcmJ4o6ynfOdGJk0T3kAniseHEWGs3tbtWyYvlhglRM+Z9VVBz7XDYtQs0AWuw7gjBOMJXIJptcEMi7fj/AAH53Weq/TXm3FsDdqGITsPnwPI7dGNbfs4yWxkeisNPk5HUAmhraaqIF9AODX29G58bKFrKN8LyyVjmOG0OHiOcdIVIZIy/ixWmuz0IvZBEXua0bXODR1uNh7VL41Pg9HM+nqKqq4WPRD9GMFty0O1WYdxG9cnljDs6ot9EIi7fj/AfndZ6r9NPj/AfndZ6r9NT+zjO7GcSLt+P8B+d1nqv01+jHsB+d1Y/0v00fZxhsZwopWnmwic2hxQMP+fG5g+s4NC6MRyVniZwjQ2aK1xJC7SFue223SLjpTxzwl0zji0QS562iZK3RkaCN3OOo7l0IqtX2cKViWETUrhLC91mnSa9hIfGRvJGzrHgtYza53xMW02IlrJDYMn1Bkh5pRsY7zth6N9cVUyjyb1GSBvS6Mb+lg/DuWLNp/MSkZ+z6vRYHmgzomJzKKufeI2bDM464zsDJCdsfM48nYdXJ3xYioREQAWT5cZS/CZeCjP7mM7tj3Da7qGwdp3i1szjY58GptBhtJNdg5w23HcOwgdbhzLJIti1afFf5MnOXg9z33XgiL0EqJBERBwKQxubgMBrHg2dPLFCDzgEOI7W8IFHrxzuT8FhmG0/946Wod/T4SnuWbVOoUUx9mRIitua3J2OvxGOGYExaMj5ACQdFrDbWNY4xavOLFSRbccAwH5rVn/VP/cXi/JzAXavg9YzpEgPteVX4MnoXcjE0WuVuaukqQfiyscZQCRBUgAv32ZIABsvuPSRtWUVVO6N7o5Glr2Oc1zTta5psQekEFTcWnTGTsv2Q+cyWC1PX3qqN1mkP4z4h5UbjrNvJvu1W33LKLCRA5ron8JBK3hIZBrDmkA7ecXHYQegYUtqzTTmvw2aidrfTSxSRE7mSuIc0dAs8/THMrYMuyX+hJxtEXntn4OHDaW9iyB0z29MpAHi2RZSr9nwr+FxaZo5MLIoh2MDj9p7lQVFu3Y6CLSM22RtHU0dRV1xm0I5I4mCIgG5ALto18tnNaxVg/ZLAuav+sxNHHKStI42kYui2Z2RmBO1B9fH512G3ZolUfOFkX8XOidHMJ6edrnRSaOieKRdrhzjSbr38w2LkoSj2gTT6KnFIWkOaS1wIIINiCNYII2FbPm7yqdi0bsPrXaVQ1jn007uU4tGtjztcba77wDfWATiytOa6YsxaiLdvDNb2Ou0+BK5GTi7R1qzUcjqQvroWkcl5cejgwXa+1oCxzK7EPhFbUzA3Ek0rmnzS86NujRst4jkFPPitSP5EVS5vpucS23a0hfOCvqZbpL9CQVIIi3N2ROEUsVOyrp53zup4pJCyU203N421wtxg7VbZZRjFydIZujDEW3fEGA/Nav1v6i5p8hcFn1RVFVSvOwyBr2A+cAL2+kE7w5F4ObkY0pvJfKyqw+TTpZnM1guYdcb+h7DqOoWvtG4hdGW+R02GStZKWvZIC6KVnIkbzjmIuLjpG0EFVxSGN8hqoMWpXVtKwRzxW+FQDdf5bOg2Jvvsd4N4JVLNJjppMTg1/u5nCCQbi2Q6Iv1O0T2FX7KGh4CpliGxrzo+ieM37JC36XI5La/BHJGuSOREWsmVDK/AhYzxDpkaPvD8e/nWq5i8vjUs+A1L7zRtvC47ZI2jW0ne5vi30STWSFQK9kmH1jJYCWlrhJEeax5J5xuI3g9KwanFX5ItCXg+w0UXkvjbK2lhqY+TKwOtfku2OaekOBHYvxZChlGcfE+Gr3tB4sQbE3rGt3bpEj6IUM0WXLPPwtRI/y5ZH97i5da9bHGo0Z27YREVBQiIgD9awkgDaTYdZURn5qR8YRwNPFp6eGO3MTd33XM7lbMlKbhKyBv+Y1x6mcc/dWW5xcQ+EYnWSbjPI0dLYzoNP1WhYdY+UiuMri1TMdDoNxGq3xUwjaemUkjxjb3rK1s+QcHA4A9x21VVYejGB/VG7vWbGrkkUk6RzhEReuZj30MxZIx7dTmva4dYIVVz307WYxUaOrSETj1mJt++1+1XXJykM1VCwb5Gk+i06TvAFZvnRxIVGK1cg2CUxjqiAjuOg6F+1YdY+UWxlWWvf2bXH4ZU83we56xI23tKyFaxmevT0GLVuzQg4OM+foPNu8xd6xlDOcpa/4RV1E17iSaV46nPJHgQo1EQBt+Bw8BgNGy1nVEss5HOAS0Hu4MqPViyug4BtHS/N6WJp9Iix7eID2qur1NOqxohN8henPJJoUOFQ7yyeU84Diwt79I9y6I4y4ho2kgDrJsFDZ+asHEWwtPFp6eGK3MSC/2Pb3KWrfCQ2MzdXnMrQmXF6fmj4SR3QGxm32i1UZanmNh0BiNVvipuDafOlJI8Yh3rClboqWDLSu0cHrpb2NXVtY3XYkB/C91g8d6wxazndm4LDsNpx8sS1Du22h4Pd3LJk+V3NnI9Elk1QfCKunhtcSTRMPU54B7LErbMuqnTrZbbG6LB9Fov9rSWf5j6DhcWhceTC2WV3UGFo+09qs9bUcJI+Ty3vf9ZxP4q+kX5NiZHwelERbyJ784TeEwCFztsVZosO/Rcx5IHRr+yFjK17O1NwOFYfTHlSvkqT0AAht+sS/ZKyFeTldzdezTHo6sLcRNEW7RIwjrDhZb1nEH+/SejH9wLGsgaA1GI0kYF7zxE+ixwe77LStayzqeErZ3DYH6P1Ghp8WlW0i/N/oTJ0QqIi9AiFBZZUXCU5cBxozpDqOp34HsU6vVVxacb2nY5rh3iyWcd0WjqdMsH9m7Gi6KppHHkObMzXufxXgcwBaw9byizHNrlB8Bqny3tpQuZ3vY7+lfq8c0k/A3Rl0TtDnNPWLhSa8cr6Q0+IVDdwlLx6MnHFux1uxeS9fG7RmYRETnAiIgCx5EyiJ9RUu5NPTTSnrA9wcvn+R5cSSbkkknnJW410/AYHiEu+UxU7em5Gl9l7u5YYvM1LvIy8Ogt4rIPg+GYZTjV+4Mzh50xD/a56whtri+zfb8FtmJZ0sJnc10lHVktY1jbOaAGtvYWEnSUuGajO2dkrVHCv0Ly/2hYMNlDVnrk90i46nPAyIH4Bh0ELt0krjI8dWoWPaQtb1cfCZP42WerrRg1HJVTWbVzNdHSxHlC+2RzdwGo9w2uWBucSbnWSu7G8ZnrJTNUyulkOrSduA3NA1NGs6gANa4FinNzlbKpUqC2/KjDDheTDKd40ZqmSMyDYQ9x4Ug9LWRNafRUBmqyPaAMTrhaniN4WHbPKOTYHa0EdpHMCpTP3iz3wYfG88Z7ZKh7ebT0dADoALx2JdrqwsxtTeROH/CMQpIrXDp4tIeaHgu+yCoRaJmIow/FBI7ZBDNMe4R/wD2Lh0uuWdTwlbOdwfofUAafEFQq85pS9znna4lx63G59q8F7MVSSMzJfJGl4Ssgb54cfocf+lZTnAxD4RiVXLe4M8gafNY7Qb9loWxZFyiE1NU7ZT000naBceDXL5+c4k3OsnasGrdzorjXB+LaM31KYsCeRyqurDG9LWWt9pj+9Yuvo7JzDtCDBaUD5Pwl46XfvtfaXhRxfzT9c/8Gl0Ztn2qgcSELTxaeCGEDcNRf7HjuWdKey7xD4RiNXLe4dPKGnzWuLW/ZaFAqYxq2ZKHg4cSqrWLIGwsd0yk3setrO8LpUVm/wAuaGioZKWqgqJDLLwjjGWgWAZoi+mDqLL9qmP9oOC/Mqz1g/7q1YM0cadk5xbZ4KZydwThyZJTwdNHd0srjZoa3WQHHfYdm3mvBzZ0cOj/AOHwsvPPPLcD6PGuqflfnBrMRHByubHALWhiGjHq2aWsl27abC2oBPPV8VFHFj9nhnJyoGI1z5mC0TQIoRa1o2E2Nt1yXOtu0rblVkU5kfkvPiVQ2CAdL3kcWNl9bnfgN51LEVL1mPwsRGoxOVvEp2GOK/ypnix0TzhpDf8AV611veXElxuSSSeck3KnMenhhiioKT/h6cWLtV5ZPlOJG3WT0XJ3AKBXpabHtjb7ZCbthERaBAvx5sCeYH2L9UdlDU8HTyu3lpaOt2r8fBck6TZ1FCwTC31EhYwEkNLtXMCB+IX4tM/s74KJqmpmeLsZE2PXs0pHh3gIj3ovGNJdM8+Cn91VtGr+FJ0ayWE9pcL9LVRMPm0m23jV2bl9CYph7KiF8MguyRpaefXvHMQbEHnC+eMWw6ShqXwybWnUdz2HY4dBHcQRuW7TZOKZKa8nai8Y3hwBGwryWwkEROpADOpNwWD0EGx000s56QwEC/ZK3uWQLTs/U9qumpgeLT0sbepzib/ZDFmK8eb3SbNKVIItGzOYHTzurJ6qFs0VPBfQdsL3G7dY2G0bh9JW/hML/wAHh9c78iaGKc+YoHJLswpFuvCYX/g8PrXfkXtZiNCz+HhFGDuL2tf7WJ/rZPX9C74mJ4VhE9S/Qp4ZJXatTGF1r+VYcUdJ1LT8nc2MVHoz4w9t+UykjcHOf/8AK4G1r7gbbLu3KyVGWVSW6EZjgZ5MLA3xNyOyyr8khcS5xLidpJJJ6ydqrDSP/JivJ6JXFsVkrZWNsGMu2OKNvJjBIaABz7NfsGpUvPrWh+KvjHJgihhH1eE1est2KyUNSYpGSAAlj2vAOwlrgdfcpevxHD55HSzYVE+R5u5xmdcnp4ifPilKlBcI5CSXZgS1rM3BwdDidSd7I6dp6X30vvsU3wmF/wCDw+td+ReysxeH4MaalpGU0bpOEeGvLtJwAG9otsb3BRhp57la4Hc1RCoiL0SBJYnPwGBV0mx0z4oG9IuC630XP7lhy3mkxiH4MKaqpGVMbZDI0OeW2cQRcgNNzYu19K9fCYX/AIPD6135Fgy4ckptpFoySRieHUhmljibypHsYOt7g0e1fTWIVYhrKuYDiUNE7R6xHpADsLgqvSVuHRPZJHhMLXsc17XCU3a5puCOJtBAXrynxNwwjEal1g+qmjhHVpBzgPoOcOxJ8cscW5fo7uTaowkm+sr8RdmDUPD1EMI/myxx/XeG/is45xovoXHqLCqad8IwqF+hojS4RwuS0HZonZe23co/hML/AMHh9a78istPkatIXejCl5RsLiA0Ek6gALknoAW7MqsNbycHpvpP0vAsXVDlYYRakpaSmH+XEAfCw7wmWmyejm9Gd5LZqqyp/eVI+B041uknGi63mRmx7XaI16iVf311PR05o8NaWxn+LM7+JMbWNzYEDu5gANsbiOKTVBvNI5/MCdQ6mjUOwLjWnFplHmXLElO+giItJMIiIAKlZc4jpObC06m8Z3pEah2A+KsePYs2nj0tRebhjec856AvRmdyOdiNZw8wJp4XB8hI1SSbWs6dfGd0avlBZNVlpbEUxx8mzZnsmzQ4bGHi0s376QHaC8DRaQdhDA2457oruiwFgqxl3km2vh4tmzsuY3nYedj/ADT4HXzg2dF1Np2gas+ZmufTyOjlaWuabPYdrSP/AHqIUox4IuNYWtZcZFR17dJto6hos2S2pw8mS21vTtHeDilXTzUcropmFjhtadhHO07COkL0cWZSRCUaJJSWTdNwtVAznkYT1NOkfAFRFPUNeNR7N4VrzfstUulIJ4GGWSwFyTYNsANps4quSVQbOJcmR50a/h8VrHjZwpj9UBH/AEKrKaqMn657nPdSVRc4lxPASayTcnk85Xr/AGZrfmdV6iT8q8g0GnZuIeBwOpkIsaipbG087Y2tPt4Qdi9SmpqQ02E4bTOBa4sfM9pFiHPOkA4HYRwjh2KFXpaZVjITfIREWgQIiIAIiIAIiIAIiIAIiIAL1515uCwrD4N8sk1Qfo8Vt+tsvgV7Lcy9OezC6mSrhihp55I6emijuyJ7m6WsmxAts0e5ZNW/xSKY+zJleMy+H8Ni9NquI9OU9Ggw6J+uWKu/szW/M6r1En5VpOZfBpqU19VNDLEY6YsZwkbm6RedLi6Q1kGMDV5XSsKVuix2YvU8LPLJ5Uj3DqLjbwsuNAi9lKuDMEREHAiIgAiIgAuLFsUZTs0nnX8lo2uPR0dK4scyijgu1tnyeTfU30j+G3qUXkjkhWY1OSDoxggSTOHEYNui0fKdY6mjn1kXus+bUKHC7KRhfZ6MnMBqcarNBmoai95B0IY7+J22btJ7SPqfJzA4aGnjp4G2YwW17XHe5x3uJ1n3L0ZKZNQYdA2CmbZo1ucdb5Hb3PO8+A2CwUyvObbdssERFwAiIgAorKHJ6Ctj4Odl7clw1PYedjt3VsO8FSqLqddAYHlVkPU0BL23lhGsSsGto/zG7W9esdWxR+C5RyQP02PLHWtpNtrB3OadRGody+jCqPlPm0pqm74f93lOvij924+dHuPS23TdaYajxIm4einsy0rCLipJHox/lXl+2Nb84d9SP8qreOZL1lASZYzoD+bHxoz1m3F+kAuKDFPKHaPctUfjfhCOydxHEZZ36czy91gLm2oDcANQ2lcq9cNQ13JIPRv7l7FZV4FCIiDgREQAREQAREQAREQAREQAU5HlfWgACodYatbWE9pLbntUGi44p9o7ZPftjW/OHfUj/KuevykqpmGOWZzmG1xZovbn0QLqJRcWOK8ILYRETHAiIgAija/HoIr3fpO8lms9u4dpVaxDKyV/FibwYOoHlPPVuHYFKeaEe2MotltxDEY4BeR4bzDa49QGsqn4plRLMeDgDmBxsLa5HE6gBbZfmGvpVhyWzS4hXOEk4NNEdZfNcyOHmx8onZytEWOolblkbm9osNAMMenLvmks6TX5OqzB0NA6brHk1MpcLhFVBIyjIDMtLMWzYjpRR6iIQbSv3/vD/LB5uVt5O1bzh9DHBG2KFjY42izWtFgB1D2rpRZhwiIgAiIgAiIgAiIgAiIgD8IVRx7N1RVN3BhgeflRWaD1s5J7gelW9F1Sa6BqzD8azW1kNzCWVDfNOg/6jjbucepVOd89O7QlbJGfJlYQezSFyOpfTi9NVSskaWyMa9p2te0OB6wdSvHUSXYjgj5uixbym93uK6o6+M/Kt16lrmKZs6Ca5bG6Fx3xOIH1Ddo7lU8RzOyC5p6pruZsrC09r2k3+qFeOpQjgyrtcDsIPUv1ftdm8xGE6oNMeVE9p7gSHeChaqGqg/ixzx2/vI3gd7hZWWaLF2smUUAzGX87T2e5e1uNnewdhITfIjlE0iiRjg3sPePcvIY4zyX+HvXd8QpkoijfjuPmf3D3r8+PIvP7h70b4+wpkmiizj0XM/uHvXrdlDH5D/D3o+SPsKZMIoF+Ug3Rntdb8F6JMpX7mNHWSfcleWHs7tZZUVNlyimJsHNB5mtF/G66abCsRqf4cFW8HeI3tZ9YgN8Uj1EUd2Mss1Qxmt72t63Ae1RtTlFAzY4vPmj8TYLpw7NDic2t8cUA55ZQT12i0vGytuFZiWDXVVj3bOLDGGfbeXX7goy1T8DLGZlV5Wu/lsa3pcbnuFgPFemhw7EMRNoYp5gbi7W6MQ6C7UwdpX0Vg2bbDaaxZSse4W4015Dcbxp3DT1AK2NaALAWA3BZ55pS7Y6ikYNk7mJmfZ1bO2Jv93Dx39Re7itPUHLVsmMhKGgsaeBun/ev48nY53J6m2HQrIikMEREAEREAEREAEREAEREAEREAEREAEREAEREAEREAEREAcFZglNN/Fp4JPTiY72hQ9TkBhz9tJGPQ0mfcIX6i6pNBRS8fyIooidCEj/VlPtesxxqmbG8hgsOsn2oivjbfYjRGFeJRFUU8SrDkzhUUxtI3S+k4fdIREkujqNPyezd4dILvpy49M01u7hLK1U2QGGs2UNOfTYH/fuiLO2xybpMOhiFooo4x5jGt+6F1IiU6EREAEREAEREAEREAEREAEREAEREAf/Z"/>
          <p:cNvSpPr>
            <a:spLocks noChangeAspect="1" noChangeArrowheads="1"/>
          </p:cNvSpPr>
          <p:nvPr/>
        </p:nvSpPr>
        <p:spPr bwMode="auto">
          <a:xfrm>
            <a:off x="63500" y="-144463"/>
            <a:ext cx="1800225" cy="18002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nl-NL">
              <a:latin typeface="Calibri" pitchFamily="34" charset="0"/>
            </a:endParaRPr>
          </a:p>
        </p:txBody>
      </p:sp>
      <p:sp>
        <p:nvSpPr>
          <p:cNvPr id="9220" name="AutoShape 5" descr="data:image/jpeg;base64,/9j/4AAQSkZJRgABAQAAAQABAAD/2wCEAAkGBhASERMQEBQSEhASGBQUEBcTFRAXEhkXFhQXFxUUFRUXHCceFxojGRYWHy8gIygpLDAsFR8yNTAqNSYrLCkBCQoKDgwOGg8PGikkHyIzKzUsKiw1LykuKSwtLCwtLSwpLCwsLCwsLCwsLCwsLCksNCwsLCwpLCwsLCwsLSwpLP/AABEIAHMBtQMBIgACEQEDEQH/xAAbAAEAAgMBAQAAAAAAAAAAAAAABQYDBAcCAf/EAEgQAAEDAQQECAcPAwUBAQAAAAEAAgMRBAUSIQYxQVETImFxgZGSsQcyU3Kh0dIUFRYXMzRCUnOCk7LBwvAjJINDYqKz4VRj/8QAGgEBAAMBAQEAAAAAAAAAAAAAAAIDBAEFBv/EADcRAAIBAgMFBQcDAwUAAAAAAAABAgMRBBIxEyFBUWEFFBWh0SIyUnGBkbFCwfCC4fEjJDM0Y//aAAwDAQACEQMRAD8A7iiIgCIiAIiIAiIgCIiAIiIAiIgCIiAIiIAiIgCIiAIiIAiIgCIiAIiIAiIgCIiAIiIAiIgCIiAIiIAiIgCIiAIiIAiIgCIiAIiIAiIgCIiAIiIAi5kdM7b5QdiL2U+Gdt8oOxF7K8bxmhyl5epn7xHqdNRcy+Gdt8oOxF7KfDO2+UHYi9lPGaHKXl6jvEep01FzL4Z23yg7EXsp8M7b5QdiL2U8ZocpeXqO8R6nTUXNYdLbe9wY19XOIDQGRVJOoeKr7DKYYQ60yAlorI8gAV3AAdA2la8NjoYi7imktW7W/JOFVT0N1FS7f4QsyII6j60hOf3R61pfGBafqw9mT21VLtXDRdr3+Rx14I6Ci578YFq+rD2X+2nxgWr6sPZf7aj4th+v2ObeB0JFz34wLV9WHsv9tPjAtX1Yey/208Ww/X7DbwOhIue/GBavqw9l/trdubTK0zTxxFsVHmjqNfWgBJpxtwUodqUJyUVe76HVXi3YuqIoi+7XbGOb7libI0g48Ww1FPpDlW+pNU45mm/lvLW7K5Loqt76Xt/80f8AP8iyaMaRz2mR7JGsDWNqSwO8bEABXERqxdSzRxsHNQtJN6XTRBVFe28sqKnx6TW6SSVkEUTxG4g6waYiBWrxuWf30vb/AOaP+f5FxY6D0jJ/JM5tVyZaUUBft+TWezRS4WcK4tbI11S0EsJcBR28bys2jN+m0xuLwGysNHgVpn4pocxtHO0q1Ymm6my42uSzq+UmUUJpJfclnMOAMPCOwuxB2rLVQjevulN9Ps0TZIw0kvwnEHEUwuOwjcuzxMIZ7/ptf6hzSv0JpFVRfF6UDvc0ZaRXLXTmEhPoW1c+lzZX8DMwwzagHVoTuzAIPIVXHGU21F3V9Lpq5xVFoWBERbCwIiIAiIgCIiAIiIAiIgCIiAIiIAiIgCIiAIiIAiIgCIiAIURAcYITCuzovnvBP/Ty/uZO7dTjGFKLs6pem+kGuyxH7Yj0M/U9W9ZsT2ZHD03OVTy1f3IToqCu2UtEVg0R0f4eThHj+jGc9znaw3m2noG1eXRoyrTUI6spjFydkTmhOj+BvumQcdw/pg/Rafpc57udRend7F83AA8SKhdyvIr6AQOkroCp14aCSSyyS8K0Y3OdTC7IE1A17l9LisLOGGVGgr8zZODUMsSkIrf8XUnlmdh3rT4u3+WZ2HeteJ4bifg/HqZtjPkVBFb/AIu3+WZ2HetPi7f5ZnYd608NxPwea9RsZ8ioIrf8XUnlmdh3rT4un+WZ2HetPDcT8H49RsZ8ioK46BXOcRtLxRoBbFXaT4zhybOk7lvXfoDCwh0rnS02Uws6RUk9as7GAAAAADIAZAAagAvUwHZk4TVSrw0RdSotO8j0iLRvm9W2eJ0rszqYPrOOofzYCvenNQi5S0RqbsrsiNLb3cMNkgzmmyNNYadnIT6BU7lK3HdDbNEI25nW873HWebYOQKJ0TulxLrZPnNNm2uxp28lRq3Cm9WZY8NB1JOvPV6LkvV8SuCu8zKBcd+xWae1GXFx3kNwiup7694U58PbJ/8Ap2P/AFaGiMDXWi2YmtdR+WIA/wCpJvVq974vJx9hvqWXBxrukskkld6q/F9SFNSy7mV7wgmtmjO+Qf8AW9a9u/s7ay0DKC0Cku4E0xHro7tLY8IXzZn2g/63qWvq6xaLO6P6VAYzucBl16uYlKtJzrVHH3o5Wvmr/nQSjeTtruIbTrXZftD+1evCH83Z9p+x6gLXeZlhsrH/ACkMhY8HXQYcJPQKc7Sp/wAIfzdn2n7HrPOqqtOvNcVH8EHLMpP5FksfybPNb3BVzTu7wYmzjKSNzRiGvCTTXyOoR0qx2P5Nnmt7gq/p5bWtgEWt8jm0G2jTUnrAHSvSxmXu0s3Lz4eZdUtkdybum1mWCKQ63saTz0z9NVtrTueymKCKM62saHc9M/TVbi1U75Fm1sixabwiIrDoREQBERAEREAREQBERAEREAREQBERAEREAREQBERAEREARFr3hbmQxulkNGtHSdwHKTkuSkoq70GhG6UX8LNFxfln1EY3b3nkHfRcye8kkkkk5knWSdZK2r0vJ88rpX6zqGxoGpo5vWtVjCSAASSQABrJOoBfGY7FvE1N2i0/nU86rUzs27pux9olbEzbm47GtGtx/mshdVsNiZDG2KMUa0UG/lJ5Sc1G6MXCLNFnThX0Mh7mjkHfVTK+g7Owfd4Zpe8/Lp6mqjTyq71C0L4viOzR8I/PYxo1uO4etb65ppneBktLm14sXEbz63Hry+6Fdj8V3elmWr3IlVnkjcW/TO1SE4XcE3YGAelxzPoWj7/Wry83bf61oIvkZ4mrN3lJ/cwOcnxN/wB/rV5ebtv9ae/1q8vN23+taCzWSyPleI42lz3agO87hyqKq1W7KT8xeRdNBLVPIZXyyPe0YWtxOcRU1JpXkp1q3KPuK6RZ4WxDN2t53uOs82ocwCkF9phKcqVGMZ68T0aaaikwiItRMKraV3HaZ5Y3RBro2NFA8imLESat21Ab1K0rVvC9IoAHTOwBxoMnHOldgKz4mlCpTcajsvsQmk1ZlewXxvh/4epb9zC8OE/ujHweE+LhriqKahuqsnwvsXlR2ZPZWWyaSWWV4jjkDnurhGF41AnaNwKy01RUlas30zJ3IJRv73mV6C5bxhlmfBwYEriTUtOWJxbrGXjLZw3xvh/4epS9p0mskb3MfIA5po4YZMj0BYxpdYvLDsyeyq1Sw8PZVZrpmRzLFbs3maukV02i0WWJgwmYFrpMwBXg3B1OkqwsGQCx2a1Mkbjjc17TtaQR6FlXoU6UYyc073t5Fqir3KdfmiMr7SJoQ3A4tc8E0o4HjU59fPVSml10S2iFrIgC4PxGpplhcP1C2J9KLIxzmOlAc0kOGF5oRrGQUlDM17WvaatcA5p3gioKyxw+HltIwfva2a3ehBQg7pcSrsgvegaHQtAAAPF2dBWe6tFHCX3RapOGmGbdeEEajU66bMgApi8L3hgw8M/Birhyca0pXUDvCXffEE+LgXh+GmLJwpWtNYG4pGhQVRRlNya0Td/IKEb2bubiLHaLQ1jXPecLWglxOwBR1n0nsj3NYyUFziA0YZMyecLZKrCDSlJJsscktSVRad4XvDBh4Z+DFXDk41pSuoHeFp/C+xeVHZk9lRlXpQdpSSfzRxyitWTCKNsekVmleI45A55rQYXjUKnWNy8RaUWRzgxsoLnENAwyDMmgGY3p3ilrmX3QzR5kqixWm0sjY6R5wsaKuOeQ6Fp2LSCzTP4OKQOfQmlHjIa9YU5VIRkotq74HbpbiRRa1vvKKFofK7A0nCDQnOhNMhyFebvvWGcEwuxhtA7Jw184CbSGbJdX5cRdXsbaLRvC+oIPlXhpOoZl3PhFStGLTOxuNOELfOY8Drpkq5YilB5ZSSfzOOcVubJxF5jka4BzSHNOYIIIPKCFoW7SCzQvwSyBrqA0o85HVqCslUjBZpNJHW0tSRRQ/wALrF5UdmT2VIWO8IpRiie14GvCa05xrCjCtTm7Rkn8mcUk9GbCLVvC9IoAHTOwBxoMnHOldgKXfecU7S6J2NoNCaOGdAaZgbwpbSGbJdX5cTt1extIo+3X9Z4XYJZA11K0o4mnQDRbFht8czccRxMqQDRw1a6VAquKrByypq/LiMyvY2ERFYdCIiAIiIAiIgBK5tpbpB7okwMP9GM8X/cdRf8AoOTnU1ptpDhBs0Z4zh/VI2NP0Oc7eTnVGXzfauNu9hD6+hjr1P0oK66EaParVIPsQfS/9B17lTI3AEEgOAIJBrQ8hpnRWVun9oAoI4QBkAA+n5l5+BnQp1M9Xhoiqk4p3kdBRc/+MG0fUh6pPaT4wbR9SHqk9pe/4thub+xq28DoCgrRoXZXvc9wfieS53HOsmpWXRe+X2mJ0kgaCHlow1pQNadpO9Y9KNIhZmANoZn1wA6gNrj+g29C0VZ0KlHa1FePUnJxccz0MD9CLEBU4wN5fQLX+C92+UH4zVSbZbpJXYpXOe7/AHHuGodCwUXz88dQv7NFW6/4MjqR4ROiWfQ2wuzbV4GRpISOarVNWG7IYRSJjWA66DM85OZ6VF6E2Mx2VpORkLpOg0DfQ0HpU8vocLSp5I1FBJtGuEVZOwREWwsCIiAKp+EP5GLzz+Qq2Kp+EP5GLzz+QrD2h/1p/wA4lVX3GRGi+i8Vpjc97ntLXYRhw08UHaDvVjuzQyGCVszXyFzK0DsFM2kZ0byqnXPo5PaGOfEWBrThOJzga0B2A7wrLozozaLPNwkpYW4XN4rnE1JFMiBuXk4GKeS9H+r9yimtPZ+pVdJfnc/nnuCsV7aDRMhfJG+TExpfR+Ag4RUjICmpV3SX53P557gs1635bXAxTuc0GhLSwMJGyuQJCxKdGMqu1i3v3dNSu8U5XRtaC2pzbSGA8WRrsQ2cUVB58qdKv14WsRRPlOpjS7noMh0nLpVc0HuVjWe6cQe94oKamiuYNfpVGf8ACvWn9vwwtiGuV2fmsoT/AMsK9fCuWGwTnLq19dPM0QvCndlEcHvxSGpoavPK46zzldB0Ft+OzYD40RLfunjN7yPuquXK6zCx2hkkjWyy+KDWvEFWbPrVX3QW34LTwZ8WVpb95vGb6MQ6V5uBlsK1OV/fW/pv/wAFNJ5ZLqSXhG/0P8n7FA6LXnwFoY45MfxH7qOOR6HUPWp7wjf6H+T9ihLXdtbDBaAPFdIx/MZHFp66j7wUsWprGTnDWNn5IVL7RtcCw6f3nhY2ztOb+M/zQch0u/Kqpo986g+0b3rfuCJ9rtbHSnEGBrnnkjADR0mlecrSuH53D9o3vVVapKvWjWejdl8lb1OSeaSkWLwi6oP8n7Fp6OaLQ2iHhHve12JzaNLKUFN45VueEXVB/k/YoW6NE5bTHwrHRgVLeNirlTc071fiFfHS9jPuW7TgiU/+V7rluunRGGCVsrJHuc2tASymYI2DlVLv6EwWuSmWF/CN6aPHfToVs0X0Wls0rpHujILC0YcVa4mnaBuUX4QrJSWOX67S087DXud6Fdi6P+0U1DI0728vQlUj/p3tYltNrePcjQ0/LFtPN8f9B1qnaO2rg7VC7ZiDTzP4p71lvm9OEisrNfBx0dz4i3P7rAeletI7q9zuhoKF0TCfPaKO9ND0rHiq0qtXbx0jl9fyVzk5SzLhYm/CJas4YvOefQ1v7ls3DL7lu509OM7E8A7SSGMB5Mh1qtaSXh7onDm58SJraby0OI7TiOhWvSuy8Hd4jbqj4Jp5gQO+i1wqOdatiI/pW7+fQsTvKUlwKldF3PtloIc451fK45mmWrlqQB/4rBfOgsbYnPgc/GwF1HEEOAzIFAKGiweDtw4SYbcLacwca94V3lIDSTqANeaiswODpVsPnmrt338jtKnGULsoWg18OZLwBNY5K4RucBWo5wD00WHTv539xn7lHaOAm1QU+u3q2+iqkNO/nf3GfuXn7SUsC0+Et32Kr3pfUk7DoPDLZ45A+Rsj2Nd9AtqRXVStOlV/Rq0vjtUWE+M5rHbi1xoQd+/oWSS/bayFkZc5kRaBHxA2rQAOK6lTlTMHapbQW5WPd7pc4ExkhrBrBp4zujV/4pxUK1anGhHK1rw5HVaUkoo3vCH8jF55/IVp6LXqyz2OaV2f9SjBtc4sbQfzYCtzwh/IxeefyFUkRSGMuo4xNdmfohzh3kNHo3q3GVpUcZKcVvt+2p2pJxqNok7qu6W3Wgl5NCcUztw3DcTSgHJyLpcEDWNDGANa0ANA1ABVbQG8IzG6CgbICXH/AHg7ecZDmpyq2r0uzKUI0tondy1f7F1GKUb8wiIvVLwiIgCIiAKK0jvwWaLFkZHVEY5d55B6htUqte03dDIayRxvIyBc1rjTdmFVVU5Qag7PmRle245DLI5zi5xJc4kuJ1knWSvK617x2XyEP4cfqT3jsvkIfw4/UvnvBaj/AFoy93fM5Ki617x2XyEP4cfqT3jsvkIfw4/UngtT4kO7PmclRda947L5CH8OP1J7x2XyEP4cfqTwWp8SHdnzIXwffN3/AGh/IxVXSq2GS1Sk6mng28zMu+p6V02zWSOMYY2NYCakNaGiu+g5gsbrthJJMcZJzJLGVJO05L0KuAnUw8KKlp5lsqTcVG5yBWDR/RKWZwfK0shGZrUOdyNGunL1LoMVhiaatYxp5GtB9AWdUUOxoxlmqSv0IRw6T3s+MYAAAKAZADVQbF9RF7pqCIiAIiIAqn4RPkYvPP5CrYsc1nY/J7WuA1YgD3rPiaW2pSpp2uQnHNGxWfB58hJ9p+xqtSxwwMYKMa1oOZwgAehZF3D0tjSjTbvY7COWNjlOkp/u5/PPcFe9J7gFpiq0DhmZxnfvYeQ9/SpR9giJJMbCTrJa0nros6x0ez1HaKbup+WvqVxpWvficy0av51llLX14JxpIDraRlipvGojdzBfdMLxE1pIYQ5rAGMpmDtJHSadC6I+wREkmOMk6yWtJ66ILuhGYjjBGriM9Szvs2rstjn9m99PIhsZZctytReD2LCMUkmKgxUwUrTOmWqqq142Y2S1FrTUxOa5hOsjJwr3Lqywy2ONxq5jHHeWtJ6yFbX7Lpyitl7LXElKgmvZ3FN0+tDXssz2+K8Pc3mIjIUporZGS2ARvFWOMgPbOo76qefY4yACxhDfFBa0gcwpkvcUTWijQGjcAAOoK6GDaxEq0mnmVrfb0JKn7bkzSuq4obPi4IEY6Yqkk5VoM+crnNwn+7h+0b3rqywMsEQNRGwEZghra9dFHEYFVHDJZKL0+xydK9rcCpeEbVB/k/Yom5NLnWaLgmxtcKl1S4g505ORdFmszH0xta6mrEAac1Vj97YfJx9hnqVdXA1XXdanOzfTojkqUs2ZMrtxaZvtE7YTG1odizDiTk0nVTkWzp1ZMdlx7Y3Nd0Hin8wPQpuOxRNNWsY07w1oPWAsr2BwIcAQdYIBHUtCw9SVGVOrK7fElkbi1JnJrksnC2iKPWHPFeYcZ3oBVx8INkxQsl2xuoeZ4p3hqscdhiaatYxpGohrQesBZZImuGFwDgdYIBHUVmo9m7OhOk3dy4/gjGjaLjzOW6L2XhLVE3YHYzzMGLvAHSul3jYWzRPidqeCK7jsPQaHoXuKxxtNWsY06qta0HrAWZX4PBLD03CTvfUlTp5FZnLI3WiwWipFHiozrge066HaDlzEKSvfTh8sRjYzg8Qo84sRodYGQpXVVX2ezMeML2te3c4AjqK1orlszTibDEDsIYyvRksq7OrU04Uqlovh/P7Feykt0XuKtoPcDw/3TIC0AERA5EkihdTdSoG+qjtOz/d/cZ+5dHWGWxxuNXMY47y1pPWQrZ9nLu6oQfG9+ZJ0fYyohoroZabBDG7I8Gwsd9V2EUPNsPIVS7ut8titBxChacMrN4/mYP6FdSYwAAAAAZADIDmCxS2KNxq5jHHeWtJ6yFKvgM+ScJWlG2/mdlSvZrVFT05tbJLNBIwgsc+oP3D6eRetCLKyWyzRvFWOeQew3Vy7VaTYYqYcDMINQMLaV30ovcMDGCjGtaDmcIAHoUlg28RtpNaWa+lhs/bzM5baoJbFaaA0fGasOxzTqPMRUEc4XSrpvNloibKzUdY2tcNbT/NyzzWSN+b2NcRqxNae9fYbOxmTGtaDrwgDuTCYOWGnLLL2Xw5CFNwb37jIiIvRLgiIgCIiAIiIAiIgCIiAIiIAiIgCIiAIiIAiIgCIiAIiIAiIgCIiAIiIAiIgCIiAIiIAiIgCIiAIiIAiIgCIiAIiIAiIgCIiAIiIAiIgCIiAIiIAiIgCIiAIiIAiIgCIiAIiIAiIgCIiAIiIAiIgCIiAIiIAiIgCIiAIiIAiIgCIiAIiIAiIgCIiAIiIAiIgCIiAIiIAiIgCIiAIiID/2Q=="/>
          <p:cNvSpPr>
            <a:spLocks noChangeAspect="1" noChangeArrowheads="1"/>
          </p:cNvSpPr>
          <p:nvPr/>
        </p:nvSpPr>
        <p:spPr bwMode="auto">
          <a:xfrm>
            <a:off x="63500" y="-144463"/>
            <a:ext cx="304800" cy="304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nl-NL">
              <a:latin typeface="Calibri" pitchFamily="34" charset="0"/>
            </a:endParaRPr>
          </a:p>
        </p:txBody>
      </p:sp>
      <p:sp>
        <p:nvSpPr>
          <p:cNvPr id="9223" name="Tekstvak 6"/>
          <p:cNvSpPr txBox="1">
            <a:spLocks noChangeArrowheads="1"/>
          </p:cNvSpPr>
          <p:nvPr/>
        </p:nvSpPr>
        <p:spPr bwMode="auto">
          <a:xfrm>
            <a:off x="468313" y="980728"/>
            <a:ext cx="8280151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4400" dirty="0" err="1">
                <a:solidFill>
                  <a:srgbClr val="FF0000"/>
                </a:solidFill>
                <a:latin typeface="Aharoni" pitchFamily="2" charset="-79"/>
                <a:ea typeface="+mj-ea"/>
                <a:cs typeface="Aharoni" pitchFamily="2" charset="-79"/>
              </a:rPr>
              <a:t>Soorten</a:t>
            </a:r>
            <a:r>
              <a:rPr lang="fr-FR" sz="4400" dirty="0">
                <a:solidFill>
                  <a:srgbClr val="FF0000"/>
                </a:solidFill>
                <a:latin typeface="Aharoni" pitchFamily="2" charset="-79"/>
                <a:ea typeface="+mj-ea"/>
                <a:cs typeface="Aharoni" pitchFamily="2" charset="-79"/>
              </a:rPr>
              <a:t> </a:t>
            </a:r>
            <a:r>
              <a:rPr lang="fr-FR" sz="4400" dirty="0" err="1">
                <a:solidFill>
                  <a:srgbClr val="FF0000"/>
                </a:solidFill>
                <a:latin typeface="Aharoni" pitchFamily="2" charset="-79"/>
                <a:ea typeface="+mj-ea"/>
                <a:cs typeface="Aharoni" pitchFamily="2" charset="-79"/>
              </a:rPr>
              <a:t>gegevens</a:t>
            </a:r>
            <a:endParaRPr lang="en-US" sz="4400" dirty="0" smtClean="0">
              <a:solidFill>
                <a:srgbClr val="FF0000"/>
              </a:solidFill>
              <a:latin typeface="Aharoni" pitchFamily="2" charset="-79"/>
              <a:ea typeface="+mj-ea"/>
              <a:cs typeface="Aharoni" pitchFamily="2" charset="-79"/>
            </a:endParaRPr>
          </a:p>
        </p:txBody>
      </p:sp>
      <p:sp>
        <p:nvSpPr>
          <p:cNvPr id="8" name="Tekstvak 6"/>
          <p:cNvSpPr txBox="1">
            <a:spLocks noChangeArrowheads="1"/>
          </p:cNvSpPr>
          <p:nvPr/>
        </p:nvSpPr>
        <p:spPr bwMode="auto">
          <a:xfrm>
            <a:off x="611560" y="1746721"/>
            <a:ext cx="7920880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nl-NL" sz="1600" dirty="0">
                <a:latin typeface="Aharoni" pitchFamily="2" charset="-79"/>
                <a:cs typeface="Aharoni" pitchFamily="2" charset="-79"/>
              </a:rPr>
              <a:t>We nemen als voorbeeld de volgende gegevens van een onlinebestelling</a:t>
            </a:r>
          </a:p>
          <a:p>
            <a:r>
              <a:rPr lang="nl-NL" sz="1600" dirty="0">
                <a:latin typeface="Aharoni" pitchFamily="2" charset="-79"/>
                <a:cs typeface="Aharoni" pitchFamily="2" charset="-79"/>
              </a:rPr>
              <a:t>van de MP3shop. Er zijn drie verschillende soorten gegevens:</a:t>
            </a:r>
            <a:endParaRPr lang="en-US" sz="1600" dirty="0" smtClean="0">
              <a:latin typeface="Aharoni" pitchFamily="2" charset="-79"/>
              <a:cs typeface="Aharoni" pitchFamily="2" charset="-79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 smtClean="0">
              <a:latin typeface="Aharoni" pitchFamily="2" charset="-79"/>
              <a:cs typeface="Aharoni" pitchFamily="2" charset="-79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NL" sz="1600" dirty="0">
              <a:latin typeface="Aharoni" pitchFamily="2" charset="-79"/>
              <a:cs typeface="Aharoni" pitchFamily="2" charset="-79"/>
            </a:endParaRPr>
          </a:p>
          <a:p>
            <a:r>
              <a:rPr lang="nl-NL" sz="1600" dirty="0" smtClean="0">
                <a:latin typeface="Agency FB" pitchFamily="34" charset="0"/>
                <a:cs typeface="Aharoni" pitchFamily="2" charset="-79"/>
              </a:rPr>
              <a:t/>
            </a:r>
            <a:br>
              <a:rPr lang="nl-NL" sz="1600" dirty="0" smtClean="0">
                <a:latin typeface="Agency FB" pitchFamily="34" charset="0"/>
                <a:cs typeface="Aharoni" pitchFamily="2" charset="-79"/>
              </a:rPr>
            </a:br>
            <a:endParaRPr lang="nl-NL" sz="1600" dirty="0" smtClean="0">
              <a:latin typeface="Agency FB" pitchFamily="34" charset="0"/>
              <a:cs typeface="Aharoni" pitchFamily="2" charset="-79"/>
            </a:endParaRPr>
          </a:p>
        </p:txBody>
      </p:sp>
      <p:pic>
        <p:nvPicPr>
          <p:cNvPr id="2" name="Afbeelding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265" y="2402323"/>
            <a:ext cx="4146760" cy="2834495"/>
          </a:xfrm>
          <a:prstGeom prst="rect">
            <a:avLst/>
          </a:prstGeom>
        </p:spPr>
      </p:pic>
      <p:sp>
        <p:nvSpPr>
          <p:cNvPr id="9" name="Tekstvak 6"/>
          <p:cNvSpPr txBox="1">
            <a:spLocks noChangeArrowheads="1"/>
          </p:cNvSpPr>
          <p:nvPr/>
        </p:nvSpPr>
        <p:spPr bwMode="auto">
          <a:xfrm>
            <a:off x="4896036" y="2399432"/>
            <a:ext cx="3744416" cy="32932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nl-NL" sz="1600" dirty="0">
                <a:latin typeface="Aharoni" pitchFamily="2" charset="-79"/>
                <a:cs typeface="Aharoni" pitchFamily="2" charset="-79"/>
              </a:rPr>
              <a:t>1. </a:t>
            </a:r>
            <a:r>
              <a:rPr lang="nl-NL" sz="1600" dirty="0">
                <a:solidFill>
                  <a:srgbClr val="FF0000"/>
                </a:solidFill>
                <a:latin typeface="Aharoni" pitchFamily="2" charset="-79"/>
                <a:cs typeface="Aharoni" pitchFamily="2" charset="-79"/>
              </a:rPr>
              <a:t>Constante gegevens</a:t>
            </a:r>
            <a:r>
              <a:rPr lang="nl-NL" sz="1600" dirty="0">
                <a:latin typeface="Aharoni" pitchFamily="2" charset="-79"/>
                <a:cs typeface="Aharoni" pitchFamily="2" charset="-79"/>
              </a:rPr>
              <a:t>: dat zijn </a:t>
            </a:r>
            <a:r>
              <a:rPr lang="nl-NL" sz="1600" dirty="0">
                <a:solidFill>
                  <a:srgbClr val="FF0000"/>
                </a:solidFill>
                <a:latin typeface="Aharoni" pitchFamily="2" charset="-79"/>
                <a:cs typeface="Aharoni" pitchFamily="2" charset="-79"/>
              </a:rPr>
              <a:t>gegevens die zelden gewijzigd worden</a:t>
            </a:r>
            <a:r>
              <a:rPr lang="nl-NL" sz="1600" dirty="0" smtClean="0">
                <a:latin typeface="Aharoni" pitchFamily="2" charset="-79"/>
                <a:cs typeface="Aharoni" pitchFamily="2" charset="-79"/>
              </a:rPr>
              <a:t>. Bijvoorbeeld </a:t>
            </a:r>
            <a:r>
              <a:rPr lang="nl-NL" sz="1600" dirty="0">
                <a:latin typeface="Aharoni" pitchFamily="2" charset="-79"/>
                <a:cs typeface="Aharoni" pitchFamily="2" charset="-79"/>
              </a:rPr>
              <a:t>naam en adresgegevens van een bedrijf of </a:t>
            </a:r>
            <a:r>
              <a:rPr lang="nl-NL" sz="1600" dirty="0" smtClean="0">
                <a:latin typeface="Aharoni" pitchFamily="2" charset="-79"/>
                <a:cs typeface="Aharoni" pitchFamily="2" charset="-79"/>
              </a:rPr>
              <a:t>een btw-percentage.</a:t>
            </a:r>
            <a:br>
              <a:rPr lang="nl-NL" sz="1600" dirty="0" smtClean="0">
                <a:latin typeface="Aharoni" pitchFamily="2" charset="-79"/>
                <a:cs typeface="Aharoni" pitchFamily="2" charset="-79"/>
              </a:rPr>
            </a:br>
            <a:endParaRPr lang="nl-NL" sz="1600" dirty="0">
              <a:latin typeface="Aharoni" pitchFamily="2" charset="-79"/>
              <a:cs typeface="Aharoni" pitchFamily="2" charset="-79"/>
            </a:endParaRPr>
          </a:p>
          <a:p>
            <a:r>
              <a:rPr lang="nl-NL" sz="1600" dirty="0">
                <a:latin typeface="Aharoni" pitchFamily="2" charset="-79"/>
                <a:cs typeface="Aharoni" pitchFamily="2" charset="-79"/>
              </a:rPr>
              <a:t>2. </a:t>
            </a:r>
            <a:r>
              <a:rPr lang="nl-NL" sz="1600" dirty="0">
                <a:solidFill>
                  <a:srgbClr val="FF0000"/>
                </a:solidFill>
                <a:latin typeface="Aharoni" pitchFamily="2" charset="-79"/>
                <a:cs typeface="Aharoni" pitchFamily="2" charset="-79"/>
              </a:rPr>
              <a:t>Procesgegevens</a:t>
            </a:r>
            <a:r>
              <a:rPr lang="nl-NL" sz="1600" dirty="0">
                <a:latin typeface="Aharoni" pitchFamily="2" charset="-79"/>
                <a:cs typeface="Aharoni" pitchFamily="2" charset="-79"/>
              </a:rPr>
              <a:t>: procesgegevens </a:t>
            </a:r>
            <a:r>
              <a:rPr lang="nl-NL" sz="1600" dirty="0">
                <a:solidFill>
                  <a:srgbClr val="FF0000"/>
                </a:solidFill>
                <a:latin typeface="Aharoni" pitchFamily="2" charset="-79"/>
                <a:cs typeface="Aharoni" pitchFamily="2" charset="-79"/>
              </a:rPr>
              <a:t>kunnen uit andere gegevens </a:t>
            </a:r>
            <a:r>
              <a:rPr lang="nl-NL" sz="1600" dirty="0" smtClean="0">
                <a:solidFill>
                  <a:srgbClr val="FF0000"/>
                </a:solidFill>
                <a:latin typeface="Aharoni" pitchFamily="2" charset="-79"/>
                <a:cs typeface="Aharoni" pitchFamily="2" charset="-79"/>
              </a:rPr>
              <a:t>afgeleid worden</a:t>
            </a:r>
            <a:r>
              <a:rPr lang="nl-NL" sz="1600" dirty="0">
                <a:latin typeface="Aharoni" pitchFamily="2" charset="-79"/>
                <a:cs typeface="Aharoni" pitchFamily="2" charset="-79"/>
              </a:rPr>
              <a:t>, bijvoorbeeld: bedrag of totaal</a:t>
            </a:r>
            <a:r>
              <a:rPr lang="nl-NL" sz="1600" dirty="0" smtClean="0">
                <a:latin typeface="Aharoni" pitchFamily="2" charset="-79"/>
                <a:cs typeface="Aharoni" pitchFamily="2" charset="-79"/>
              </a:rPr>
              <a:t>.</a:t>
            </a:r>
            <a:br>
              <a:rPr lang="nl-NL" sz="1600" dirty="0" smtClean="0">
                <a:latin typeface="Aharoni" pitchFamily="2" charset="-79"/>
                <a:cs typeface="Aharoni" pitchFamily="2" charset="-79"/>
              </a:rPr>
            </a:br>
            <a:endParaRPr lang="nl-NL" sz="1600" dirty="0">
              <a:latin typeface="Aharoni" pitchFamily="2" charset="-79"/>
              <a:cs typeface="Aharoni" pitchFamily="2" charset="-79"/>
            </a:endParaRPr>
          </a:p>
          <a:p>
            <a:r>
              <a:rPr lang="nl-NL" sz="1600" dirty="0">
                <a:latin typeface="Aharoni" pitchFamily="2" charset="-79"/>
                <a:cs typeface="Aharoni" pitchFamily="2" charset="-79"/>
              </a:rPr>
              <a:t>3. </a:t>
            </a:r>
            <a:r>
              <a:rPr lang="nl-NL" sz="1600" dirty="0">
                <a:solidFill>
                  <a:srgbClr val="FF0000"/>
                </a:solidFill>
                <a:latin typeface="Aharoni" pitchFamily="2" charset="-79"/>
                <a:cs typeface="Aharoni" pitchFamily="2" charset="-79"/>
              </a:rPr>
              <a:t>Elementaire gegevens</a:t>
            </a:r>
            <a:r>
              <a:rPr lang="nl-NL" sz="1600" dirty="0">
                <a:latin typeface="Aharoni" pitchFamily="2" charset="-79"/>
                <a:cs typeface="Aharoni" pitchFamily="2" charset="-79"/>
              </a:rPr>
              <a:t>: dat zijn </a:t>
            </a:r>
            <a:r>
              <a:rPr lang="nl-NL" sz="1600" dirty="0">
                <a:solidFill>
                  <a:srgbClr val="FF0000"/>
                </a:solidFill>
                <a:latin typeface="Aharoni" pitchFamily="2" charset="-79"/>
                <a:cs typeface="Aharoni" pitchFamily="2" charset="-79"/>
              </a:rPr>
              <a:t>alle andere gegevens</a:t>
            </a:r>
            <a:r>
              <a:rPr lang="nl-NL" sz="1600" dirty="0" smtClean="0">
                <a:solidFill>
                  <a:srgbClr val="FF0000"/>
                </a:solidFill>
                <a:latin typeface="Aharoni" pitchFamily="2" charset="-79"/>
                <a:cs typeface="Aharoni" pitchFamily="2" charset="-79"/>
              </a:rPr>
              <a:t>.</a:t>
            </a:r>
            <a:endParaRPr lang="nl-NL" sz="1600" dirty="0" smtClean="0">
              <a:solidFill>
                <a:srgbClr val="FF0000"/>
              </a:solidFill>
              <a:latin typeface="Agency FB" pitchFamily="34" charset="0"/>
              <a:cs typeface="Aharoni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241120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AutoShape 2" descr="data:image/jpeg;base64,/9j/4AAQSkZJRgABAQAAAQABAAD/2wCEAAkGBxQSEhUUEhMUFRUXFxQXGBgXFRgcGRcZFxUcGhwdFRcYHCohGBolHBcXJTEiJSkrLi4uFx8zODMsNygtLisBCgoKDg0OGhAQGywmHiQuLCwsLCwsLSwsLCwwLCwsLCwsLCwsLCwsLCwsLDQsLCwsLCwsLDQsLCwsLCwsLSwsLP/AABEIAKMBNgMBIgACEQEDEQH/xAAcAAEAAwEAAwEAAAAAAAAAAAAABQYHBAIDCAH/xABPEAABAwIBBgkGCwUFCAMAAAABAAIDBBEFBgcSITFBEyIyUWFxgZGhUmJyk7HRFBVCVIKSorLB0uMWIzNDwghTVWODFyQ0RKPT4vBzw+H/xAAZAQADAQEBAAAAAAAAAAAAAAAAAgMEAQX/xAAnEQACAgEEAgICAgMAAAAAAAAAAQIRAwQSITFBURMUInEysUJhkf/aAAwDAQACEQMRAD8A3FERABERABERABERABFyTYhG3fc8w1+Oxcr8TceS0Dr1rtMCVXrkna3a4Dt/BV+uxZjP40zW9BcAfqjWe5QVVlnTt5AfJ1N0R3usfBUjilLpCuSRdJMSYNlz1D3rllxg7md5We1OW8h5ETG+kS72WUXUZS1L/wCZo9DWtHja/irR0svIryI0uXF5d2iOoe9R1Ti8u+W31Qs2lrZHcqR7utxP4rnVVpV7F3l9qMa56n/q/wD6o6bFmnbMT9IlVNE6wI5vZPy17D8u/euV9UzyvAqKRP8AEjm47nVPM4jqJXicQlHJmlHVI4ewrjRHxoLOwY/Vt5NTP6xx9pXsZl1Xs/5gkczmRnx0b+Kj0R8UfQbmT1NnTrG8tkDx6LmnvDreCl6TO83+dSuHTHIHeDg32qjuhadrR3L0voGHcR1H3qctPB+DqmzXKDOZh8ltKR8R5pI3Dvc27fFWXD8VgnF4JopR5j2u77HUvnWXCfJd3j3LjkwyRp0m7RsLTYjq2FRlpfQyyH1Ei+ccPy4xGlIAqJHAfJmGmD2v41uohXHBs9GwVdNbz4XX/wCm/YPpHqUJYZIdSRrqKCwDK+jrdVPUMc7yHXbJ9R9nHrAsp1SaoYIiIAIiIAIiIAIiIAIiIAIiIALxkkDRdxAA2kmwUJi2UscV2x2kf0Hit6zvPQPBVHE8aLuNM/qb+Vo9qpHG5CuSRcKvKFo1RjSPOdQ958FC4hjNheaUNHNe3c0az4qlVmULzqjGgOfa73BQ73lxu4kk7STc961Q03sRzLdV5YNbqhjLvOfqH1RrPgoOtygqJdshaOZnFHhrPaVFotMcUY9IRybCIicUIiIAIiIA9tNA6R7WMF3OIa0c5JsFYzkLU73QD/V/8V6cgYA6tjJ2RtfIeoNI9rgsKxmu4eommItwssklvTeXfisufPKEqRSEU1yb1+wtT5UHrf8AxXBjOTc9MwPk0CwnR0mO0gDa9jq6CsIW5YfBwGB0EWx0rpah3SCTo3+i9vckxaicppHZQSRGIiLaSCIiACIiACIiAPxzQdRFx0rhqMIidu0T5vu2LvRcaT7OlZq8BeNbCH21jc4d/vUvgOcbEKEhhkMzB/LqLuIHmyHjt6Lkgcy7166inbILPaHDp/A7lGeBPoZTo0vJXOtRVZDJCaaU2GjKRoOPmS8k9TtEnmV9XyviOTW0xG/mu/B3v711ZLZf12FuEdzJCNsEpNgP8p22PotdvQsWTC4lVKz6eRVfIzLukxJv7l+hKBd0L7CQW2kC9nt84c4vY6laFEYIiIAIiIAIi9NXUtiY58jg1rRck7kAeVRO1jS97g1oFyTsCoWPZVumuyK7I952OeOnyW9HfzKHykykdVP3thaeK3+p/O72d5NcqKku1DUPb1rZiweWTlM7qnFLao+/3BRb3km5JJ5yvFFsjFR6JN2ERS+AYbFKJ5ah7o4aeIySFgu6wudVwdwdu3LspKKtglZEIu34/wAB+d1nqv00+P8AAfndZ6r9NQ+zjG2M4kXb8f4D87rPVfpp8f4D87rPVfpo+zjDYziRd7cbwI/87Ut9KFx+7Gu6jwmkqrChxKnlcdkb7xvPU08Y/VTLU435DYyCRd2KYTNTO0Zoyy+w7Wu9Fw1FcKsmnyhScwqfgKDEqm9iynMbD50twPtaHesEW05azcBgFt9VVNH0Yxf70X2liy8vO7yMvDo/WNJIA1k6gvoHLaIRPp6ZvJp6aGMdYFvYGrEcmJ4o6ynfOdGJk0T3kAniseHEWGs3tbtWyYvlhglRM+Z9VVBz7XDYtQs0AWuw7gjBOMJXIJptcEMi7fj/AAH53Weq/TXm3FsDdqGITsPnwPI7dGNbfs4yWxkeisNPk5HUAmhraaqIF9AODX29G58bKFrKN8LyyVjmOG0OHiOcdIVIZIy/ixWmuz0IvZBEXua0bXODR1uNh7VL41Pg9HM+nqKqq4WPRD9GMFty0O1WYdxG9cnljDs6ot9EIi7fj/AfndZ6r9NPj/AfndZ6r9NT+zjO7GcSLt+P8B+d1nqv01+jHsB+d1Y/0v00fZxhsZwopWnmwic2hxQMP+fG5g+s4NC6MRyVniZwjQ2aK1xJC7SFue223SLjpTxzwl0zji0QS562iZK3RkaCN3OOo7l0IqtX2cKViWETUrhLC91mnSa9hIfGRvJGzrHgtYza53xMW02IlrJDYMn1Bkh5pRsY7zth6N9cVUyjyb1GSBvS6Mb+lg/DuWLNp/MSkZ+z6vRYHmgzomJzKKufeI2bDM464zsDJCdsfM48nYdXJ3xYioREQAWT5cZS/CZeCjP7mM7tj3Da7qGwdp3i1szjY58GptBhtJNdg5w23HcOwgdbhzLJIti1afFf5MnOXg9z33XgiL0EqJBERBwKQxubgMBrHg2dPLFCDzgEOI7W8IFHrxzuT8FhmG0/946Wod/T4SnuWbVOoUUx9mRIitua3J2OvxGOGYExaMj5ACQdFrDbWNY4xavOLFSRbccAwH5rVn/VP/cXi/JzAXavg9YzpEgPteVX4MnoXcjE0WuVuaukqQfiyscZQCRBUgAv32ZIABsvuPSRtWUVVO6N7o5Glr2Oc1zTta5psQekEFTcWnTGTsv2Q+cyWC1PX3qqN1mkP4z4h5UbjrNvJvu1W33LKLCRA5ron8JBK3hIZBrDmkA7ecXHYQegYUtqzTTmvw2aidrfTSxSRE7mSuIc0dAs8/THMrYMuyX+hJxtEXntn4OHDaW9iyB0z29MpAHi2RZSr9nwr+FxaZo5MLIoh2MDj9p7lQVFu3Y6CLSM22RtHU0dRV1xm0I5I4mCIgG5ALto18tnNaxVg/ZLAuav+sxNHHKStI42kYui2Z2RmBO1B9fH512G3ZolUfOFkX8XOidHMJ6edrnRSaOieKRdrhzjSbr38w2LkoSj2gTT6KnFIWkOaS1wIIINiCNYII2FbPm7yqdi0bsPrXaVQ1jn007uU4tGtjztcba77wDfWATiytOa6YsxaiLdvDNb2Ou0+BK5GTi7R1qzUcjqQvroWkcl5cejgwXa+1oCxzK7EPhFbUzA3Ek0rmnzS86NujRst4jkFPPitSP5EVS5vpucS23a0hfOCvqZbpL9CQVIIi3N2ROEUsVOyrp53zup4pJCyU203N421wtxg7VbZZRjFydIZujDEW3fEGA/Nav1v6i5p8hcFn1RVFVSvOwyBr2A+cAL2+kE7w5F4ObkY0pvJfKyqw+TTpZnM1guYdcb+h7DqOoWvtG4hdGW+R02GStZKWvZIC6KVnIkbzjmIuLjpG0EFVxSGN8hqoMWpXVtKwRzxW+FQDdf5bOg2Jvvsd4N4JVLNJjppMTg1/u5nCCQbi2Q6Iv1O0T2FX7KGh4CpliGxrzo+ieM37JC36XI5La/BHJGuSOREWsmVDK/AhYzxDpkaPvD8e/nWq5i8vjUs+A1L7zRtvC47ZI2jW0ne5vi30STWSFQK9kmH1jJYCWlrhJEeax5J5xuI3g9KwanFX5ItCXg+w0UXkvjbK2lhqY+TKwOtfku2OaekOBHYvxZChlGcfE+Gr3tB4sQbE3rGt3bpEj6IUM0WXLPPwtRI/y5ZH97i5da9bHGo0Z27YREVBQiIgD9awkgDaTYdZURn5qR8YRwNPFp6eGO3MTd33XM7lbMlKbhKyBv+Y1x6mcc/dWW5xcQ+EYnWSbjPI0dLYzoNP1WhYdY+UiuMri1TMdDoNxGq3xUwjaemUkjxjb3rK1s+QcHA4A9x21VVYejGB/VG7vWbGrkkUk6RzhEReuZj30MxZIx7dTmva4dYIVVz307WYxUaOrSETj1mJt++1+1XXJykM1VCwb5Gk+i06TvAFZvnRxIVGK1cg2CUxjqiAjuOg6F+1YdY+UWxlWWvf2bXH4ZU83we56xI23tKyFaxmevT0GLVuzQg4OM+foPNu8xd6xlDOcpa/4RV1E17iSaV46nPJHgQo1EQBt+Bw8BgNGy1nVEss5HOAS0Hu4MqPViyug4BtHS/N6WJp9Iix7eID2qur1NOqxohN8henPJJoUOFQ7yyeU84Diwt79I9y6I4y4ho2kgDrJsFDZ+asHEWwtPFp6eGK3MSC/2Pb3KWrfCQ2MzdXnMrQmXF6fmj4SR3QGxm32i1UZanmNh0BiNVvipuDafOlJI8Yh3rClboqWDLSu0cHrpb2NXVtY3XYkB/C91g8d6wxazndm4LDsNpx8sS1Du22h4Pd3LJk+V3NnI9Elk1QfCKunhtcSTRMPU54B7LErbMuqnTrZbbG6LB9Fov9rSWf5j6DhcWhceTC2WV3UGFo+09qs9bUcJI+Ty3vf9ZxP4q+kX5NiZHwelERbyJ784TeEwCFztsVZosO/Rcx5IHRr+yFjK17O1NwOFYfTHlSvkqT0AAht+sS/ZKyFeTldzdezTHo6sLcRNEW7RIwjrDhZb1nEH+/SejH9wLGsgaA1GI0kYF7zxE+ixwe77LStayzqeErZ3DYH6P1Ghp8WlW0i/N/oTJ0QqIi9AiFBZZUXCU5cBxozpDqOp34HsU6vVVxacb2nY5rh3iyWcd0WjqdMsH9m7Gi6KppHHkObMzXufxXgcwBaw9byizHNrlB8Bqny3tpQuZ3vY7+lfq8c0k/A3Rl0TtDnNPWLhSa8cr6Q0+IVDdwlLx6MnHFux1uxeS9fG7RmYRETnAiIgCx5EyiJ9RUu5NPTTSnrA9wcvn+R5cSSbkkknnJW410/AYHiEu+UxU7em5Gl9l7u5YYvM1LvIy8Ogt4rIPg+GYZTjV+4Mzh50xD/a56whtri+zfb8FtmJZ0sJnc10lHVktY1jbOaAGtvYWEnSUuGajO2dkrVHCv0Ly/2hYMNlDVnrk90i46nPAyIH4Bh0ELt0krjI8dWoWPaQtb1cfCZP42WerrRg1HJVTWbVzNdHSxHlC+2RzdwGo9w2uWBucSbnWSu7G8ZnrJTNUyulkOrSduA3NA1NGs6gANa4FinNzlbKpUqC2/KjDDheTDKd40ZqmSMyDYQ9x4Ug9LWRNafRUBmqyPaAMTrhaniN4WHbPKOTYHa0EdpHMCpTP3iz3wYfG88Z7ZKh7ebT0dADoALx2JdrqwsxtTeROH/CMQpIrXDp4tIeaHgu+yCoRaJmIow/FBI7ZBDNMe4R/wD2Lh0uuWdTwlbOdwfofUAafEFQq85pS9znna4lx63G59q8F7MVSSMzJfJGl4Ssgb54cfocf+lZTnAxD4RiVXLe4M8gafNY7Qb9loWxZFyiE1NU7ZT000naBceDXL5+c4k3OsnasGrdzorjXB+LaM31KYsCeRyqurDG9LWWt9pj+9Yuvo7JzDtCDBaUD5Pwl46XfvtfaXhRxfzT9c/8Gl0Ztn2qgcSELTxaeCGEDcNRf7HjuWdKey7xD4RiNXLe4dPKGnzWuLW/ZaFAqYxq2ZKHg4cSqrWLIGwsd0yk3setrO8LpUVm/wAuaGioZKWqgqJDLLwjjGWgWAZoi+mDqLL9qmP9oOC/Mqz1g/7q1YM0cadk5xbZ4KZydwThyZJTwdNHd0srjZoa3WQHHfYdm3mvBzZ0cOj/AOHwsvPPPLcD6PGuqflfnBrMRHByubHALWhiGjHq2aWsl27abC2oBPPV8VFHFj9nhnJyoGI1z5mC0TQIoRa1o2E2Nt1yXOtu0rblVkU5kfkvPiVQ2CAdL3kcWNl9bnfgN51LEVL1mPwsRGoxOVvEp2GOK/ypnix0TzhpDf8AV611veXElxuSSSeck3KnMenhhiioKT/h6cWLtV5ZPlOJG3WT0XJ3AKBXpabHtjb7ZCbthERaBAvx5sCeYH2L9UdlDU8HTyu3lpaOt2r8fBck6TZ1FCwTC31EhYwEkNLtXMCB+IX4tM/s74KJqmpmeLsZE2PXs0pHh3gIj3ovGNJdM8+Cn91VtGr+FJ0ayWE9pcL9LVRMPm0m23jV2bl9CYph7KiF8MguyRpaefXvHMQbEHnC+eMWw6ShqXwybWnUdz2HY4dBHcQRuW7TZOKZKa8nai8Y3hwBGwryWwkEROpADOpNwWD0EGx000s56QwEC/ZK3uWQLTs/U9qumpgeLT0sbepzib/ZDFmK8eb3SbNKVIItGzOYHTzurJ6qFs0VPBfQdsL3G7dY2G0bh9JW/hML/wAHh9c78iaGKc+YoHJLswpFuvCYX/g8PrXfkXtZiNCz+HhFGDuL2tf7WJ/rZPX9C74mJ4VhE9S/Qp4ZJXatTGF1r+VYcUdJ1LT8nc2MVHoz4w9t+UykjcHOf/8AK4G1r7gbbLu3KyVGWVSW6EZjgZ5MLA3xNyOyyr8khcS5xLidpJJJ6ydqrDSP/JivJ6JXFsVkrZWNsGMu2OKNvJjBIaABz7NfsGpUvPrWh+KvjHJgihhH1eE1est2KyUNSYpGSAAlj2vAOwlrgdfcpevxHD55HSzYVE+R5u5xmdcnp4ifPilKlBcI5CSXZgS1rM3BwdDidSd7I6dp6X30vvsU3wmF/wCDw+td+ReysxeH4MaalpGU0bpOEeGvLtJwAG9otsb3BRhp57la4Hc1RCoiL0SBJYnPwGBV0mx0z4oG9IuC630XP7lhy3mkxiH4MKaqpGVMbZDI0OeW2cQRcgNNzYu19K9fCYX/AIPD6135Fgy4ckptpFoySRieHUhmljibypHsYOt7g0e1fTWIVYhrKuYDiUNE7R6xHpADsLgqvSVuHRPZJHhMLXsc17XCU3a5puCOJtBAXrynxNwwjEal1g+qmjhHVpBzgPoOcOxJ8cscW5fo7uTaowkm+sr8RdmDUPD1EMI/myxx/XeG/is45xovoXHqLCqad8IwqF+hojS4RwuS0HZonZe23co/hML/AMHh9a78istPkatIXejCl5RsLiA0Ek6gALknoAW7MqsNbycHpvpP0vAsXVDlYYRakpaSmH+XEAfCw7wmWmyejm9Gd5LZqqyp/eVI+B041uknGi63mRmx7XaI16iVf311PR05o8NaWxn+LM7+JMbWNzYEDu5gANsbiOKTVBvNI5/MCdQ6mjUOwLjWnFplHmXLElO+giItJMIiIAKlZc4jpObC06m8Z3pEah2A+KsePYs2nj0tRebhjec856AvRmdyOdiNZw8wJp4XB8hI1SSbWs6dfGd0avlBZNVlpbEUxx8mzZnsmzQ4bGHi0s376QHaC8DRaQdhDA2457oruiwFgqxl3km2vh4tmzsuY3nYedj/ADT4HXzg2dF1Np2gas+ZmufTyOjlaWuabPYdrSP/AHqIUox4IuNYWtZcZFR17dJto6hos2S2pw8mS21vTtHeDilXTzUcropmFjhtadhHO07COkL0cWZSRCUaJJSWTdNwtVAznkYT1NOkfAFRFPUNeNR7N4VrzfstUulIJ4GGWSwFyTYNsANps4quSVQbOJcmR50a/h8VrHjZwpj9UBH/AEKrKaqMn657nPdSVRc4lxPASayTcnk85Xr/AGZrfmdV6iT8q8g0GnZuIeBwOpkIsaipbG087Y2tPt4Qdi9SmpqQ02E4bTOBa4sfM9pFiHPOkA4HYRwjh2KFXpaZVjITfIREWgQIiIAIiIAIiIAIiIAIiIAL1515uCwrD4N8sk1Qfo8Vt+tsvgV7Lcy9OezC6mSrhihp55I6emijuyJ7m6WsmxAts0e5ZNW/xSKY+zJleMy+H8Ni9NquI9OU9Ggw6J+uWKu/szW/M6r1En5VpOZfBpqU19VNDLEY6YsZwkbm6RedLi6Q1kGMDV5XSsKVuix2YvU8LPLJ5Uj3DqLjbwsuNAi9lKuDMEREHAiIgAiIgAuLFsUZTs0nnX8lo2uPR0dK4scyijgu1tnyeTfU30j+G3qUXkjkhWY1OSDoxggSTOHEYNui0fKdY6mjn1kXus+bUKHC7KRhfZ6MnMBqcarNBmoai95B0IY7+J22btJ7SPqfJzA4aGnjp4G2YwW17XHe5x3uJ1n3L0ZKZNQYdA2CmbZo1ucdb5Hb3PO8+A2CwUyvObbdssERFwAiIgAorKHJ6Ctj4Odl7clw1PYedjt3VsO8FSqLqddAYHlVkPU0BL23lhGsSsGto/zG7W9esdWxR+C5RyQP02PLHWtpNtrB3OadRGody+jCqPlPm0pqm74f93lOvij924+dHuPS23TdaYajxIm4einsy0rCLipJHox/lXl+2Nb84d9SP8qreOZL1lASZYzoD+bHxoz1m3F+kAuKDFPKHaPctUfjfhCOydxHEZZ36czy91gLm2oDcANQ2lcq9cNQ13JIPRv7l7FZV4FCIiDgREQAREQAREQAREQAREQAU5HlfWgACodYatbWE9pLbntUGi44p9o7ZPftjW/OHfUj/KuevykqpmGOWZzmG1xZovbn0QLqJRcWOK8ILYRETHAiIgAija/HoIr3fpO8lms9u4dpVaxDKyV/FibwYOoHlPPVuHYFKeaEe2MotltxDEY4BeR4bzDa49QGsqn4plRLMeDgDmBxsLa5HE6gBbZfmGvpVhyWzS4hXOEk4NNEdZfNcyOHmx8onZytEWOolblkbm9osNAMMenLvmks6TX5OqzB0NA6brHk1MpcLhFVBIyjIDMtLMWzYjpRR6iIQbSv3/vD/LB5uVt5O1bzh9DHBG2KFjY42izWtFgB1D2rpRZhwiIgAiIgAiIgAiIgAiIgD8IVRx7N1RVN3BhgeflRWaD1s5J7gelW9F1Sa6BqzD8azW1kNzCWVDfNOg/6jjbucepVOd89O7QlbJGfJlYQezSFyOpfTi9NVSskaWyMa9p2te0OB6wdSvHUSXYjgj5uixbym93uK6o6+M/Kt16lrmKZs6Ca5bG6Fx3xOIH1Ddo7lU8RzOyC5p6pruZsrC09r2k3+qFeOpQjgyrtcDsIPUv1ftdm8xGE6oNMeVE9p7gSHeChaqGqg/ixzx2/vI3gd7hZWWaLF2smUUAzGX87T2e5e1uNnewdhITfIjlE0iiRjg3sPePcvIY4zyX+HvXd8QpkoijfjuPmf3D3r8+PIvP7h70b4+wpkmiizj0XM/uHvXrdlDH5D/D3o+SPsKZMIoF+Ug3Rntdb8F6JMpX7mNHWSfcleWHs7tZZUVNlyimJsHNB5mtF/G66abCsRqf4cFW8HeI3tZ9YgN8Uj1EUd2Mss1Qxmt72t63Ae1RtTlFAzY4vPmj8TYLpw7NDic2t8cUA55ZQT12i0vGytuFZiWDXVVj3bOLDGGfbeXX7goy1T8DLGZlV5Wu/lsa3pcbnuFgPFemhw7EMRNoYp5gbi7W6MQ6C7UwdpX0Vg2bbDaaxZSse4W4015Dcbxp3DT1AK2NaALAWA3BZ55pS7Y6ikYNk7mJmfZ1bO2Jv93Dx39Re7itPUHLVsmMhKGgsaeBun/ev48nY53J6m2HQrIikMEREAEREAEREAEREAEREAEREAEREAEREAEREAEREAEREAcFZglNN/Fp4JPTiY72hQ9TkBhz9tJGPQ0mfcIX6i6pNBRS8fyIooidCEj/VlPtesxxqmbG8hgsOsn2oivjbfYjRGFeJRFUU8SrDkzhUUxtI3S+k4fdIREkujqNPyezd4dILvpy49M01u7hLK1U2QGGs2UNOfTYH/fuiLO2xybpMOhiFooo4x5jGt+6F1IiU6EREAEREAEREAEREAEREAEREAEREAf/Z"/>
          <p:cNvSpPr>
            <a:spLocks noChangeAspect="1" noChangeArrowheads="1"/>
          </p:cNvSpPr>
          <p:nvPr/>
        </p:nvSpPr>
        <p:spPr bwMode="auto">
          <a:xfrm>
            <a:off x="63500" y="-144463"/>
            <a:ext cx="1800225" cy="18002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nl-NL">
              <a:latin typeface="Calibri" pitchFamily="34" charset="0"/>
            </a:endParaRPr>
          </a:p>
        </p:txBody>
      </p:sp>
      <p:sp>
        <p:nvSpPr>
          <p:cNvPr id="9220" name="AutoShape 5" descr="data:image/jpeg;base64,/9j/4AAQSkZJRgABAQAAAQABAAD/2wCEAAkGBhASERMQEBQSEhASGBQUEBcTFRAXEhkXFhQXFxUUFRUXHCceFxojGRYWHy8gIygpLDAsFR8yNTAqNSYrLCkBCQoKDgwOGg8PGikkHyIzKzUsKiw1LykuKSwtLCwtLSwpLCwsLCwsLCwsLCwsLCksNCwsLCwpLCwsLCwsLSwpLP/AABEIAHMBtQMBIgACEQEDEQH/xAAbAAEAAgMBAQAAAAAAAAAAAAAABQYDBAcCAf/EAEgQAAEDAQQECAcPAwUBAQAAAAEAAgMRBAUSIQYxQVETImFxgZGSsQcyU3Kh0dIUFRYXMzRCUnOCk7LBwvAjJINDYqKz4VRj/8QAGgEBAAMBAQEAAAAAAAAAAAAAAAIDBAEFBv/EADcRAAIBAgMFBQcDAwUAAAAAAAABAgMRBBIxEyFBUWEFFBWh0SIyUnGBkbFCwfCC4fEjJDM0Y//aAAwDAQACEQMRAD8A7iiIgCIiAIiIAiIgCIiAIiIAiIgCIiAIiIAiIgCIiAIiIAiIgCIiAIiIAiIgCIiAIiIAiIgCIiAIiIAiIgCIiAIiIAiIgCIiAIiIAiIgCIiAIiIAi5kdM7b5QdiL2U+Gdt8oOxF7K8bxmhyl5epn7xHqdNRcy+Gdt8oOxF7KfDO2+UHYi9lPGaHKXl6jvEep01FzL4Z23yg7EXsp8M7b5QdiL2U8ZocpeXqO8R6nTUXNYdLbe9wY19XOIDQGRVJOoeKr7DKYYQ60yAlorI8gAV3AAdA2la8NjoYi7imktW7W/JOFVT0N1FS7f4QsyII6j60hOf3R61pfGBafqw9mT21VLtXDRdr3+Rx14I6Ci578YFq+rD2X+2nxgWr6sPZf7aj4th+v2ObeB0JFz34wLV9WHsv9tPjAtX1Yey/208Ww/X7DbwOhIue/GBavqw9l/trdubTK0zTxxFsVHmjqNfWgBJpxtwUodqUJyUVe76HVXi3YuqIoi+7XbGOb7libI0g48Ww1FPpDlW+pNU45mm/lvLW7K5Loqt76Xt/80f8AP8iyaMaRz2mR7JGsDWNqSwO8bEABXERqxdSzRxsHNQtJN6XTRBVFe28sqKnx6TW6SSVkEUTxG4g6waYiBWrxuWf30vb/AOaP+f5FxY6D0jJ/JM5tVyZaUUBft+TWezRS4WcK4tbI11S0EsJcBR28bys2jN+m0xuLwGysNHgVpn4pocxtHO0q1Ymm6my42uSzq+UmUUJpJfclnMOAMPCOwuxB2rLVQjevulN9Ps0TZIw0kvwnEHEUwuOwjcuzxMIZ7/ptf6hzSv0JpFVRfF6UDvc0ZaRXLXTmEhPoW1c+lzZX8DMwwzagHVoTuzAIPIVXHGU21F3V9Lpq5xVFoWBERbCwIiIAiIgCIiAIiIAiIgCIiAIiIAiIgCIiAIiIAiIgCIiAIURAcYITCuzovnvBP/Ty/uZO7dTjGFKLs6pem+kGuyxH7Yj0M/U9W9ZsT2ZHD03OVTy1f3IToqCu2UtEVg0R0f4eThHj+jGc9znaw3m2noG1eXRoyrTUI6spjFydkTmhOj+BvumQcdw/pg/Rafpc57udRend7F83AA8SKhdyvIr6AQOkroCp14aCSSyyS8K0Y3OdTC7IE1A17l9LisLOGGVGgr8zZODUMsSkIrf8XUnlmdh3rT4u3+WZ2HeteJ4bifg/HqZtjPkVBFb/AIu3+WZ2HetPi7f5ZnYd608NxPwea9RsZ8ioIrf8XUnlmdh3rT4un+WZ2HetPDcT8H49RsZ8ioK46BXOcRtLxRoBbFXaT4zhybOk7lvXfoDCwh0rnS02Uws6RUk9as7GAAAAADIAZAAagAvUwHZk4TVSrw0RdSotO8j0iLRvm9W2eJ0rszqYPrOOofzYCvenNQi5S0RqbsrsiNLb3cMNkgzmmyNNYadnIT6BU7lK3HdDbNEI25nW873HWebYOQKJ0TulxLrZPnNNm2uxp28lRq3Cm9WZY8NB1JOvPV6LkvV8SuCu8zKBcd+xWae1GXFx3kNwiup7694U58PbJ/8Ap2P/AFaGiMDXWi2YmtdR+WIA/wCpJvVq974vJx9hvqWXBxrukskkld6q/F9SFNSy7mV7wgmtmjO+Qf8AW9a9u/s7ay0DKC0Cku4E0xHro7tLY8IXzZn2g/63qWvq6xaLO6P6VAYzucBl16uYlKtJzrVHH3o5Wvmr/nQSjeTtruIbTrXZftD+1evCH83Z9p+x6gLXeZlhsrH/ACkMhY8HXQYcJPQKc7Sp/wAIfzdn2n7HrPOqqtOvNcVH8EHLMpP5FksfybPNb3BVzTu7wYmzjKSNzRiGvCTTXyOoR0qx2P5Nnmt7gq/p5bWtgEWt8jm0G2jTUnrAHSvSxmXu0s3Lz4eZdUtkdybum1mWCKQ63saTz0z9NVtrTueymKCKM62saHc9M/TVbi1U75Fm1sixabwiIrDoREQBERAEREAREQBERAEREAREQBERAEREAREQBERAEREARFr3hbmQxulkNGtHSdwHKTkuSkoq70GhG6UX8LNFxfln1EY3b3nkHfRcye8kkkkk5knWSdZK2r0vJ88rpX6zqGxoGpo5vWtVjCSAASSQABrJOoBfGY7FvE1N2i0/nU86rUzs27pux9olbEzbm47GtGtx/mshdVsNiZDG2KMUa0UG/lJ5Sc1G6MXCLNFnThX0Mh7mjkHfVTK+g7Owfd4Zpe8/Lp6mqjTyq71C0L4viOzR8I/PYxo1uO4etb65ppneBktLm14sXEbz63Hry+6Fdj8V3elmWr3IlVnkjcW/TO1SE4XcE3YGAelxzPoWj7/Wry83bf61oIvkZ4mrN3lJ/cwOcnxN/wB/rV5ebtv9ae/1q8vN23+taCzWSyPleI42lz3agO87hyqKq1W7KT8xeRdNBLVPIZXyyPe0YWtxOcRU1JpXkp1q3KPuK6RZ4WxDN2t53uOs82ocwCkF9phKcqVGMZ68T0aaaikwiItRMKraV3HaZ5Y3RBro2NFA8imLESat21Ab1K0rVvC9IoAHTOwBxoMnHOldgKz4mlCpTcajsvsQmk1ZlewXxvh/4epb9zC8OE/ujHweE+LhriqKahuqsnwvsXlR2ZPZWWyaSWWV4jjkDnurhGF41AnaNwKy01RUlas30zJ3IJRv73mV6C5bxhlmfBwYEriTUtOWJxbrGXjLZw3xvh/4epS9p0mskb3MfIA5po4YZMj0BYxpdYvLDsyeyq1Sw8PZVZrpmRzLFbs3maukV02i0WWJgwmYFrpMwBXg3B1OkqwsGQCx2a1Mkbjjc17TtaQR6FlXoU6UYyc073t5Fqir3KdfmiMr7SJoQ3A4tc8E0o4HjU59fPVSml10S2iFrIgC4PxGpplhcP1C2J9KLIxzmOlAc0kOGF5oRrGQUlDM17WvaatcA5p3gioKyxw+HltIwfva2a3ehBQg7pcSrsgvegaHQtAAAPF2dBWe6tFHCX3RapOGmGbdeEEajU66bMgApi8L3hgw8M/Birhyca0pXUDvCXffEE+LgXh+GmLJwpWtNYG4pGhQVRRlNya0Td/IKEb2bubiLHaLQ1jXPecLWglxOwBR1n0nsj3NYyUFziA0YZMyecLZKrCDSlJJsscktSVRad4XvDBh4Z+DFXDk41pSuoHeFp/C+xeVHZk9lRlXpQdpSSfzRxyitWTCKNsekVmleI45A55rQYXjUKnWNy8RaUWRzgxsoLnENAwyDMmgGY3p3ilrmX3QzR5kqixWm0sjY6R5wsaKuOeQ6Fp2LSCzTP4OKQOfQmlHjIa9YU5VIRkotq74HbpbiRRa1vvKKFofK7A0nCDQnOhNMhyFebvvWGcEwuxhtA7Jw184CbSGbJdX5cRdXsbaLRvC+oIPlXhpOoZl3PhFStGLTOxuNOELfOY8Drpkq5YilB5ZSSfzOOcVubJxF5jka4BzSHNOYIIIPKCFoW7SCzQvwSyBrqA0o85HVqCslUjBZpNJHW0tSRRQ/wALrF5UdmT2VIWO8IpRiie14GvCa05xrCjCtTm7Rkn8mcUk9GbCLVvC9IoAHTOwBxoMnHOldgKXfecU7S6J2NoNCaOGdAaZgbwpbSGbJdX5cTt1extIo+3X9Z4XYJZA11K0o4mnQDRbFht8czccRxMqQDRw1a6VAquKrByypq/LiMyvY2ERFYdCIiAIiIAiIgBK5tpbpB7okwMP9GM8X/cdRf8AoOTnU1ptpDhBs0Z4zh/VI2NP0Oc7eTnVGXzfauNu9hD6+hjr1P0oK66EaParVIPsQfS/9B17lTI3AEEgOAIJBrQ8hpnRWVun9oAoI4QBkAA+n5l5+BnQp1M9Xhoiqk4p3kdBRc/+MG0fUh6pPaT4wbR9SHqk9pe/4thub+xq28DoCgrRoXZXvc9wfieS53HOsmpWXRe+X2mJ0kgaCHlow1pQNadpO9Y9KNIhZmANoZn1wA6gNrj+g29C0VZ0KlHa1FePUnJxccz0MD9CLEBU4wN5fQLX+C92+UH4zVSbZbpJXYpXOe7/AHHuGodCwUXz88dQv7NFW6/4MjqR4ROiWfQ2wuzbV4GRpISOarVNWG7IYRSJjWA66DM85OZ6VF6E2Mx2VpORkLpOg0DfQ0HpU8vocLSp5I1FBJtGuEVZOwREWwsCIiAKp+EP5GLzz+Qq2Kp+EP5GLzz+QrD2h/1p/wA4lVX3GRGi+i8Vpjc97ntLXYRhw08UHaDvVjuzQyGCVszXyFzK0DsFM2kZ0byqnXPo5PaGOfEWBrThOJzga0B2A7wrLozozaLPNwkpYW4XN4rnE1JFMiBuXk4GKeS9H+r9yimtPZ+pVdJfnc/nnuCsV7aDRMhfJG+TExpfR+Ag4RUjICmpV3SX53P557gs1635bXAxTuc0GhLSwMJGyuQJCxKdGMqu1i3v3dNSu8U5XRtaC2pzbSGA8WRrsQ2cUVB58qdKv14WsRRPlOpjS7noMh0nLpVc0HuVjWe6cQe94oKamiuYNfpVGf8ACvWn9vwwtiGuV2fmsoT/AMsK9fCuWGwTnLq19dPM0QvCndlEcHvxSGpoavPK46zzldB0Ft+OzYD40RLfunjN7yPuquXK6zCx2hkkjWyy+KDWvEFWbPrVX3QW34LTwZ8WVpb95vGb6MQ6V5uBlsK1OV/fW/pv/wAFNJ5ZLqSXhG/0P8n7FA6LXnwFoY45MfxH7qOOR6HUPWp7wjf6H+T9ihLXdtbDBaAPFdIx/MZHFp66j7wUsWprGTnDWNn5IVL7RtcCw6f3nhY2ztOb+M/zQch0u/Kqpo986g+0b3rfuCJ9rtbHSnEGBrnnkjADR0mlecrSuH53D9o3vVVapKvWjWejdl8lb1OSeaSkWLwi6oP8n7Fp6OaLQ2iHhHve12JzaNLKUFN45VueEXVB/k/YoW6NE5bTHwrHRgVLeNirlTc071fiFfHS9jPuW7TgiU/+V7rluunRGGCVsrJHuc2tASymYI2DlVLv6EwWuSmWF/CN6aPHfToVs0X0Wls0rpHujILC0YcVa4mnaBuUX4QrJSWOX67S087DXud6Fdi6P+0U1DI0728vQlUj/p3tYltNrePcjQ0/LFtPN8f9B1qnaO2rg7VC7ZiDTzP4p71lvm9OEisrNfBx0dz4i3P7rAeletI7q9zuhoKF0TCfPaKO9ND0rHiq0qtXbx0jl9fyVzk5SzLhYm/CJas4YvOefQ1v7ls3DL7lu509OM7E8A7SSGMB5Mh1qtaSXh7onDm58SJraby0OI7TiOhWvSuy8Hd4jbqj4Jp5gQO+i1wqOdatiI/pW7+fQsTvKUlwKldF3PtloIc451fK45mmWrlqQB/4rBfOgsbYnPgc/GwF1HEEOAzIFAKGiweDtw4SYbcLacwca94V3lIDSTqANeaiswODpVsPnmrt338jtKnGULsoWg18OZLwBNY5K4RucBWo5wD00WHTv539xn7lHaOAm1QU+u3q2+iqkNO/nf3GfuXn7SUsC0+Et32Kr3pfUk7DoPDLZ45A+Rsj2Nd9AtqRXVStOlV/Rq0vjtUWE+M5rHbi1xoQd+/oWSS/bayFkZc5kRaBHxA2rQAOK6lTlTMHapbQW5WPd7pc4ExkhrBrBp4zujV/4pxUK1anGhHK1rw5HVaUkoo3vCH8jF55/IVp6LXqyz2OaV2f9SjBtc4sbQfzYCtzwh/IxeefyFUkRSGMuo4xNdmfohzh3kNHo3q3GVpUcZKcVvt+2p2pJxqNok7qu6W3Wgl5NCcUztw3DcTSgHJyLpcEDWNDGANa0ANA1ABVbQG8IzG6CgbICXH/AHg7ecZDmpyq2r0uzKUI0tondy1f7F1GKUb8wiIvVLwiIgCIiAKK0jvwWaLFkZHVEY5d55B6htUqte03dDIayRxvIyBc1rjTdmFVVU5Qag7PmRle245DLI5zi5xJc4kuJ1knWSvK617x2XyEP4cfqT3jsvkIfw4/UvnvBaj/AFoy93fM5Ki617x2XyEP4cfqT3jsvkIfw4/UngtT4kO7PmclRda947L5CH8OP1J7x2XyEP4cfqTwWp8SHdnzIXwffN3/AGh/IxVXSq2GS1Sk6mng28zMu+p6V02zWSOMYY2NYCakNaGiu+g5gsbrthJJMcZJzJLGVJO05L0KuAnUw8KKlp5lsqTcVG5yBWDR/RKWZwfK0shGZrUOdyNGunL1LoMVhiaatYxp5GtB9AWdUUOxoxlmqSv0IRw6T3s+MYAAAKAZADVQbF9RF7pqCIiAIiIAqn4RPkYvPP5CrYsc1nY/J7WuA1YgD3rPiaW2pSpp2uQnHNGxWfB58hJ9p+xqtSxwwMYKMa1oOZwgAehZF3D0tjSjTbvY7COWNjlOkp/u5/PPcFe9J7gFpiq0DhmZxnfvYeQ9/SpR9giJJMbCTrJa0nros6x0ez1HaKbup+WvqVxpWvficy0av51llLX14JxpIDraRlipvGojdzBfdMLxE1pIYQ5rAGMpmDtJHSadC6I+wREkmOMk6yWtJ66ILuhGYjjBGriM9Szvs2rstjn9m99PIhsZZctytReD2LCMUkmKgxUwUrTOmWqqq142Y2S1FrTUxOa5hOsjJwr3Lqywy2ONxq5jHHeWtJ6yFbX7Lpyitl7LXElKgmvZ3FN0+tDXssz2+K8Pc3mIjIUporZGS2ARvFWOMgPbOo76qefY4yACxhDfFBa0gcwpkvcUTWijQGjcAAOoK6GDaxEq0mnmVrfb0JKn7bkzSuq4obPi4IEY6Yqkk5VoM+crnNwn+7h+0b3rqywMsEQNRGwEZghra9dFHEYFVHDJZKL0+xydK9rcCpeEbVB/k/Yom5NLnWaLgmxtcKl1S4g505ORdFmszH0xta6mrEAac1Vj97YfJx9hnqVdXA1XXdanOzfTojkqUs2ZMrtxaZvtE7YTG1odizDiTk0nVTkWzp1ZMdlx7Y3Nd0Hin8wPQpuOxRNNWsY07w1oPWAsr2BwIcAQdYIBHUtCw9SVGVOrK7fElkbi1JnJrksnC2iKPWHPFeYcZ3oBVx8INkxQsl2xuoeZ4p3hqscdhiaatYxpGohrQesBZZImuGFwDgdYIBHUVmo9m7OhOk3dy4/gjGjaLjzOW6L2XhLVE3YHYzzMGLvAHSul3jYWzRPidqeCK7jsPQaHoXuKxxtNWsY06qta0HrAWZX4PBLD03CTvfUlTp5FZnLI3WiwWipFHiozrge066HaDlzEKSvfTh8sRjYzg8Qo84sRodYGQpXVVX2ezMeML2te3c4AjqK1orlszTibDEDsIYyvRksq7OrU04Uqlovh/P7Feykt0XuKtoPcDw/3TIC0AERA5EkihdTdSoG+qjtOz/d/cZ+5dHWGWxxuNXMY47y1pPWQrZ9nLu6oQfG9+ZJ0fYyohoroZabBDG7I8Gwsd9V2EUPNsPIVS7ut8titBxChacMrN4/mYP6FdSYwAAAAAZADIDmCxS2KNxq5jHHeWtJ6yFKvgM+ScJWlG2/mdlSvZrVFT05tbJLNBIwgsc+oP3D6eRetCLKyWyzRvFWOeQew3Vy7VaTYYqYcDMINQMLaV30ovcMDGCjGtaDmcIAHoUlg28RtpNaWa+lhs/bzM5baoJbFaaA0fGasOxzTqPMRUEc4XSrpvNloibKzUdY2tcNbT/NyzzWSN+b2NcRqxNae9fYbOxmTGtaDrwgDuTCYOWGnLLL2Xw5CFNwb37jIiIvRLgiIgCIiAIiIAiIgCIiAIiIAiIgCIiAIiIAiIgCIiAIiIAiIgCIiAIiIAiIgCIiAIiIAiIgCIiAIiIAiIgCIiAIiIAiIgCIiAIiIAiIgCIiAIiIAiIgCIiAIiIAiIgCIiAIiIAiIgCIiAIiIAiIgCIiAIiIAiIgCIiAIiIAiIgCIiAIiIAiIgCIiAIiIAiIgCIiAIiIAiIgCIiAIiID/2Q=="/>
          <p:cNvSpPr>
            <a:spLocks noChangeAspect="1" noChangeArrowheads="1"/>
          </p:cNvSpPr>
          <p:nvPr/>
        </p:nvSpPr>
        <p:spPr bwMode="auto">
          <a:xfrm>
            <a:off x="63500" y="-144463"/>
            <a:ext cx="304800" cy="304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nl-NL">
              <a:latin typeface="Calibri" pitchFamily="34" charset="0"/>
            </a:endParaRPr>
          </a:p>
        </p:txBody>
      </p:sp>
      <p:sp>
        <p:nvSpPr>
          <p:cNvPr id="9223" name="Tekstvak 6"/>
          <p:cNvSpPr txBox="1">
            <a:spLocks noChangeArrowheads="1"/>
          </p:cNvSpPr>
          <p:nvPr/>
        </p:nvSpPr>
        <p:spPr bwMode="auto">
          <a:xfrm>
            <a:off x="468313" y="980728"/>
            <a:ext cx="8280151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4400" dirty="0" err="1">
                <a:solidFill>
                  <a:srgbClr val="FF0000"/>
                </a:solidFill>
                <a:latin typeface="Aharoni" pitchFamily="2" charset="-79"/>
                <a:ea typeface="+mj-ea"/>
                <a:cs typeface="Aharoni" pitchFamily="2" charset="-79"/>
              </a:rPr>
              <a:t>Nulde</a:t>
            </a:r>
            <a:r>
              <a:rPr lang="fr-FR" sz="4400" dirty="0">
                <a:solidFill>
                  <a:srgbClr val="FF0000"/>
                </a:solidFill>
                <a:latin typeface="Aharoni" pitchFamily="2" charset="-79"/>
                <a:ea typeface="+mj-ea"/>
                <a:cs typeface="Aharoni" pitchFamily="2" charset="-79"/>
              </a:rPr>
              <a:t> </a:t>
            </a:r>
            <a:r>
              <a:rPr lang="fr-FR" sz="4400" dirty="0" err="1">
                <a:solidFill>
                  <a:srgbClr val="FF0000"/>
                </a:solidFill>
                <a:latin typeface="Aharoni" pitchFamily="2" charset="-79"/>
                <a:ea typeface="+mj-ea"/>
                <a:cs typeface="Aharoni" pitchFamily="2" charset="-79"/>
              </a:rPr>
              <a:t>normaalvorm</a:t>
            </a:r>
            <a:r>
              <a:rPr lang="fr-FR" sz="4400" dirty="0">
                <a:solidFill>
                  <a:srgbClr val="FF0000"/>
                </a:solidFill>
                <a:latin typeface="Aharoni" pitchFamily="2" charset="-79"/>
                <a:ea typeface="+mj-ea"/>
                <a:cs typeface="Aharoni" pitchFamily="2" charset="-79"/>
              </a:rPr>
              <a:t> (0NV)</a:t>
            </a:r>
            <a:endParaRPr lang="en-US" sz="4400" dirty="0" smtClean="0">
              <a:solidFill>
                <a:srgbClr val="FF0000"/>
              </a:solidFill>
              <a:latin typeface="Aharoni" pitchFamily="2" charset="-79"/>
              <a:ea typeface="+mj-ea"/>
              <a:cs typeface="Aharoni" pitchFamily="2" charset="-79"/>
            </a:endParaRPr>
          </a:p>
        </p:txBody>
      </p:sp>
      <p:sp>
        <p:nvSpPr>
          <p:cNvPr id="8" name="Tekstvak 6"/>
          <p:cNvSpPr txBox="1">
            <a:spLocks noChangeArrowheads="1"/>
          </p:cNvSpPr>
          <p:nvPr/>
        </p:nvSpPr>
        <p:spPr bwMode="auto">
          <a:xfrm>
            <a:off x="611560" y="1746721"/>
            <a:ext cx="792088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nl-NL" sz="1600" dirty="0">
                <a:latin typeface="Aharoni" pitchFamily="2" charset="-79"/>
                <a:cs typeface="Aharoni" pitchFamily="2" charset="-79"/>
              </a:rPr>
              <a:t>Stap 1: Maak een groep met alleen de elementaire gegevens.</a:t>
            </a:r>
          </a:p>
          <a:p>
            <a:r>
              <a:rPr lang="nl-NL" sz="1600" dirty="0">
                <a:latin typeface="Aharoni" pitchFamily="2" charset="-79"/>
                <a:cs typeface="Aharoni" pitchFamily="2" charset="-79"/>
              </a:rPr>
              <a:t>Constante gegevens zoals bedrijfsadres en telefoonnummer neem</a:t>
            </a:r>
          </a:p>
          <a:p>
            <a:r>
              <a:rPr lang="nl-NL" sz="1600" dirty="0">
                <a:latin typeface="Aharoni" pitchFamily="2" charset="-79"/>
                <a:cs typeface="Aharoni" pitchFamily="2" charset="-79"/>
              </a:rPr>
              <a:t>je niet mee. Ook procesgegevens zoals bedragen en totalen neem je</a:t>
            </a:r>
          </a:p>
          <a:p>
            <a:r>
              <a:rPr lang="nl-NL" sz="1600" dirty="0">
                <a:latin typeface="Aharoni" pitchFamily="2" charset="-79"/>
                <a:cs typeface="Aharoni" pitchFamily="2" charset="-79"/>
              </a:rPr>
              <a:t>niet mee.</a:t>
            </a:r>
            <a:endParaRPr lang="en-US" sz="1600" dirty="0" smtClean="0">
              <a:latin typeface="Aharoni" pitchFamily="2" charset="-79"/>
              <a:cs typeface="Aharoni" pitchFamily="2" charset="-79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NL" sz="1600" dirty="0">
              <a:latin typeface="Aharoni" pitchFamily="2" charset="-79"/>
              <a:cs typeface="Aharoni" pitchFamily="2" charset="-79"/>
            </a:endParaRPr>
          </a:p>
          <a:p>
            <a:r>
              <a:rPr lang="nl-NL" sz="1600" dirty="0" smtClean="0">
                <a:latin typeface="Agency FB" pitchFamily="34" charset="0"/>
                <a:cs typeface="Aharoni" pitchFamily="2" charset="-79"/>
              </a:rPr>
              <a:t/>
            </a:r>
            <a:br>
              <a:rPr lang="nl-NL" sz="1600" dirty="0" smtClean="0">
                <a:latin typeface="Agency FB" pitchFamily="34" charset="0"/>
                <a:cs typeface="Aharoni" pitchFamily="2" charset="-79"/>
              </a:rPr>
            </a:br>
            <a:endParaRPr lang="nl-NL" sz="1600" dirty="0" smtClean="0">
              <a:latin typeface="Agency FB" pitchFamily="34" charset="0"/>
              <a:cs typeface="Aharoni" pitchFamily="2" charset="-79"/>
            </a:endParaRPr>
          </a:p>
        </p:txBody>
      </p:sp>
      <p:pic>
        <p:nvPicPr>
          <p:cNvPr id="4" name="Afbeelding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4128" y="2760320"/>
            <a:ext cx="1028700" cy="2581275"/>
          </a:xfrm>
          <a:prstGeom prst="rect">
            <a:avLst/>
          </a:prstGeom>
        </p:spPr>
      </p:pic>
      <p:pic>
        <p:nvPicPr>
          <p:cNvPr id="2" name="Afbeelding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136" y="2760320"/>
            <a:ext cx="4738378" cy="3220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612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AutoShape 2" descr="data:image/jpeg;base64,/9j/4AAQSkZJRgABAQAAAQABAAD/2wCEAAkGBxQSEhUUEhMUFRUXFxQXGBgXFRgcGRcZFxUcGhwdFRcYHCohGBolHBcXJTEiJSkrLi4uFx8zODMsNygtLisBCgoKDg0OGhAQGywmHiQuLCwsLCwsLSwsLCwwLCwsLCwsLCwsLCwsLCwsLDQsLCwsLCwsLDQsLCwsLCwsLSwsLP/AABEIAKMBNgMBIgACEQEDEQH/xAAcAAEAAwEAAwEAAAAAAAAAAAAABQYHBAIDCAH/xABPEAABAwIBBgkGCwUFCAMAAAABAAIDBBEFBgcSITFBEyIyUWFxgZGhUmJyk7HRFBVCVIKSorLB0uMWIzNDwghTVWODFyQ0RKPT4vBzw+H/xAAZAQADAQEBAAAAAAAAAAAAAAAAAgMEAQX/xAAnEQACAgEEAgICAgMAAAAAAAAAAQIRAwQSITFBURMUInEysUJhkf/aAAwDAQACEQMRAD8A3FERABERABERABERABFyTYhG3fc8w1+Oxcr8TceS0Dr1rtMCVXrkna3a4Dt/BV+uxZjP40zW9BcAfqjWe5QVVlnTt5AfJ1N0R3usfBUjilLpCuSRdJMSYNlz1D3rllxg7md5We1OW8h5ETG+kS72WUXUZS1L/wCZo9DWtHja/irR0svIryI0uXF5d2iOoe9R1Ti8u+W31Qs2lrZHcqR7utxP4rnVVpV7F3l9qMa56n/q/wD6o6bFmnbMT9IlVNE6wI5vZPy17D8u/euV9UzyvAqKRP8AEjm47nVPM4jqJXicQlHJmlHVI4ewrjRHxoLOwY/Vt5NTP6xx9pXsZl1Xs/5gkczmRnx0b+Kj0R8UfQbmT1NnTrG8tkDx6LmnvDreCl6TO83+dSuHTHIHeDg32qjuhadrR3L0voGHcR1H3qctPB+DqmzXKDOZh8ltKR8R5pI3Dvc27fFWXD8VgnF4JopR5j2u77HUvnWXCfJd3j3LjkwyRp0m7RsLTYjq2FRlpfQyyH1Ei+ccPy4xGlIAqJHAfJmGmD2v41uohXHBs9GwVdNbz4XX/wCm/YPpHqUJYZIdSRrqKCwDK+jrdVPUMc7yHXbJ9R9nHrAsp1SaoYIiIAIiIAIiIAIiIAIiIAIiIALxkkDRdxAA2kmwUJi2UscV2x2kf0Hit6zvPQPBVHE8aLuNM/qb+Vo9qpHG5CuSRcKvKFo1RjSPOdQ958FC4hjNheaUNHNe3c0az4qlVmULzqjGgOfa73BQ73lxu4kk7STc961Q03sRzLdV5YNbqhjLvOfqH1RrPgoOtygqJdshaOZnFHhrPaVFotMcUY9IRybCIicUIiIAIiIA9tNA6R7WMF3OIa0c5JsFYzkLU73QD/V/8V6cgYA6tjJ2RtfIeoNI9rgsKxmu4eommItwssklvTeXfisufPKEqRSEU1yb1+wtT5UHrf8AxXBjOTc9MwPk0CwnR0mO0gDa9jq6CsIW5YfBwGB0EWx0rpah3SCTo3+i9vckxaicppHZQSRGIiLaSCIiACIiACIiAPxzQdRFx0rhqMIidu0T5vu2LvRcaT7OlZq8BeNbCH21jc4d/vUvgOcbEKEhhkMzB/LqLuIHmyHjt6Lkgcy7166inbILPaHDp/A7lGeBPoZTo0vJXOtRVZDJCaaU2GjKRoOPmS8k9TtEnmV9XyviOTW0xG/mu/B3v711ZLZf12FuEdzJCNsEpNgP8p22PotdvQsWTC4lVKz6eRVfIzLukxJv7l+hKBd0L7CQW2kC9nt84c4vY6laFEYIiIAIiIAIi9NXUtiY58jg1rRck7kAeVRO1jS97g1oFyTsCoWPZVumuyK7I952OeOnyW9HfzKHykykdVP3thaeK3+p/O72d5NcqKku1DUPb1rZiweWTlM7qnFLao+/3BRb3km5JJ5yvFFsjFR6JN2ERS+AYbFKJ5ah7o4aeIySFgu6wudVwdwdu3LspKKtglZEIu34/wAB+d1nqv00+P8AAfndZ6r9NQ+zjG2M4kXb8f4D87rPVfpp8f4D87rPVfpo+zjDYziRd7cbwI/87Ut9KFx+7Gu6jwmkqrChxKnlcdkb7xvPU08Y/VTLU435DYyCRd2KYTNTO0Zoyy+w7Wu9Fw1FcKsmnyhScwqfgKDEqm9iynMbD50twPtaHesEW05azcBgFt9VVNH0Yxf70X2liy8vO7yMvDo/WNJIA1k6gvoHLaIRPp6ZvJp6aGMdYFvYGrEcmJ4o6ynfOdGJk0T3kAniseHEWGs3tbtWyYvlhglRM+Z9VVBz7XDYtQs0AWuw7gjBOMJXIJptcEMi7fj/AAH53Weq/TXm3FsDdqGITsPnwPI7dGNbfs4yWxkeisNPk5HUAmhraaqIF9AODX29G58bKFrKN8LyyVjmOG0OHiOcdIVIZIy/ixWmuz0IvZBEXua0bXODR1uNh7VL41Pg9HM+nqKqq4WPRD9GMFty0O1WYdxG9cnljDs6ot9EIi7fj/AfndZ6r9NPj/AfndZ6r9NT+zjO7GcSLt+P8B+d1nqv01+jHsB+d1Y/0v00fZxhsZwopWnmwic2hxQMP+fG5g+s4NC6MRyVniZwjQ2aK1xJC7SFue223SLjpTxzwl0zji0QS562iZK3RkaCN3OOo7l0IqtX2cKViWETUrhLC91mnSa9hIfGRvJGzrHgtYza53xMW02IlrJDYMn1Bkh5pRsY7zth6N9cVUyjyb1GSBvS6Mb+lg/DuWLNp/MSkZ+z6vRYHmgzomJzKKufeI2bDM464zsDJCdsfM48nYdXJ3xYioREQAWT5cZS/CZeCjP7mM7tj3Da7qGwdp3i1szjY58GptBhtJNdg5w23HcOwgdbhzLJIti1afFf5MnOXg9z33XgiL0EqJBERBwKQxubgMBrHg2dPLFCDzgEOI7W8IFHrxzuT8FhmG0/946Wod/T4SnuWbVOoUUx9mRIitua3J2OvxGOGYExaMj5ACQdFrDbWNY4xavOLFSRbccAwH5rVn/VP/cXi/JzAXavg9YzpEgPteVX4MnoXcjE0WuVuaukqQfiyscZQCRBUgAv32ZIABsvuPSRtWUVVO6N7o5Glr2Oc1zTta5psQekEFTcWnTGTsv2Q+cyWC1PX3qqN1mkP4z4h5UbjrNvJvu1W33LKLCRA5ron8JBK3hIZBrDmkA7ecXHYQegYUtqzTTmvw2aidrfTSxSRE7mSuIc0dAs8/THMrYMuyX+hJxtEXntn4OHDaW9iyB0z29MpAHi2RZSr9nwr+FxaZo5MLIoh2MDj9p7lQVFu3Y6CLSM22RtHU0dRV1xm0I5I4mCIgG5ALto18tnNaxVg/ZLAuav+sxNHHKStI42kYui2Z2RmBO1B9fH512G3ZolUfOFkX8XOidHMJ6edrnRSaOieKRdrhzjSbr38w2LkoSj2gTT6KnFIWkOaS1wIIINiCNYII2FbPm7yqdi0bsPrXaVQ1jn007uU4tGtjztcba77wDfWATiytOa6YsxaiLdvDNb2Ou0+BK5GTi7R1qzUcjqQvroWkcl5cejgwXa+1oCxzK7EPhFbUzA3Ek0rmnzS86NujRst4jkFPPitSP5EVS5vpucS23a0hfOCvqZbpL9CQVIIi3N2ROEUsVOyrp53zup4pJCyU203N421wtxg7VbZZRjFydIZujDEW3fEGA/Nav1v6i5p8hcFn1RVFVSvOwyBr2A+cAL2+kE7w5F4ObkY0pvJfKyqw+TTpZnM1guYdcb+h7DqOoWvtG4hdGW+R02GStZKWvZIC6KVnIkbzjmIuLjpG0EFVxSGN8hqoMWpXVtKwRzxW+FQDdf5bOg2Jvvsd4N4JVLNJjppMTg1/u5nCCQbi2Q6Iv1O0T2FX7KGh4CpliGxrzo+ieM37JC36XI5La/BHJGuSOREWsmVDK/AhYzxDpkaPvD8e/nWq5i8vjUs+A1L7zRtvC47ZI2jW0ne5vi30STWSFQK9kmH1jJYCWlrhJEeax5J5xuI3g9KwanFX5ItCXg+w0UXkvjbK2lhqY+TKwOtfku2OaekOBHYvxZChlGcfE+Gr3tB4sQbE3rGt3bpEj6IUM0WXLPPwtRI/y5ZH97i5da9bHGo0Z27YREVBQiIgD9awkgDaTYdZURn5qR8YRwNPFp6eGO3MTd33XM7lbMlKbhKyBv+Y1x6mcc/dWW5xcQ+EYnWSbjPI0dLYzoNP1WhYdY+UiuMri1TMdDoNxGq3xUwjaemUkjxjb3rK1s+QcHA4A9x21VVYejGB/VG7vWbGrkkUk6RzhEReuZj30MxZIx7dTmva4dYIVVz307WYxUaOrSETj1mJt++1+1XXJykM1VCwb5Gk+i06TvAFZvnRxIVGK1cg2CUxjqiAjuOg6F+1YdY+UWxlWWvf2bXH4ZU83we56xI23tKyFaxmevT0GLVuzQg4OM+foPNu8xd6xlDOcpa/4RV1E17iSaV46nPJHgQo1EQBt+Bw8BgNGy1nVEss5HOAS0Hu4MqPViyug4BtHS/N6WJp9Iix7eID2qur1NOqxohN8henPJJoUOFQ7yyeU84Diwt79I9y6I4y4ho2kgDrJsFDZ+asHEWwtPFp6eGK3MSC/2Pb3KWrfCQ2MzdXnMrQmXF6fmj4SR3QGxm32i1UZanmNh0BiNVvipuDafOlJI8Yh3rClboqWDLSu0cHrpb2NXVtY3XYkB/C91g8d6wxazndm4LDsNpx8sS1Du22h4Pd3LJk+V3NnI9Elk1QfCKunhtcSTRMPU54B7LErbMuqnTrZbbG6LB9Fov9rSWf5j6DhcWhceTC2WV3UGFo+09qs9bUcJI+Ty3vf9ZxP4q+kX5NiZHwelERbyJ784TeEwCFztsVZosO/Rcx5IHRr+yFjK17O1NwOFYfTHlSvkqT0AAht+sS/ZKyFeTldzdezTHo6sLcRNEW7RIwjrDhZb1nEH+/SejH9wLGsgaA1GI0kYF7zxE+ixwe77LStayzqeErZ3DYH6P1Ghp8WlW0i/N/oTJ0QqIi9AiFBZZUXCU5cBxozpDqOp34HsU6vVVxacb2nY5rh3iyWcd0WjqdMsH9m7Gi6KppHHkObMzXufxXgcwBaw9byizHNrlB8Bqny3tpQuZ3vY7+lfq8c0k/A3Rl0TtDnNPWLhSa8cr6Q0+IVDdwlLx6MnHFux1uxeS9fG7RmYRETnAiIgCx5EyiJ9RUu5NPTTSnrA9wcvn+R5cSSbkkknnJW410/AYHiEu+UxU7em5Gl9l7u5YYvM1LvIy8Ogt4rIPg+GYZTjV+4Mzh50xD/a56whtri+zfb8FtmJZ0sJnc10lHVktY1jbOaAGtvYWEnSUuGajO2dkrVHCv0Ly/2hYMNlDVnrk90i46nPAyIH4Bh0ELt0krjI8dWoWPaQtb1cfCZP42WerrRg1HJVTWbVzNdHSxHlC+2RzdwGo9w2uWBucSbnWSu7G8ZnrJTNUyulkOrSduA3NA1NGs6gANa4FinNzlbKpUqC2/KjDDheTDKd40ZqmSMyDYQ9x4Ug9LWRNafRUBmqyPaAMTrhaniN4WHbPKOTYHa0EdpHMCpTP3iz3wYfG88Z7ZKh7ebT0dADoALx2JdrqwsxtTeROH/CMQpIrXDp4tIeaHgu+yCoRaJmIow/FBI7ZBDNMe4R/wD2Lh0uuWdTwlbOdwfofUAafEFQq85pS9znna4lx63G59q8F7MVSSMzJfJGl4Ssgb54cfocf+lZTnAxD4RiVXLe4M8gafNY7Qb9loWxZFyiE1NU7ZT000naBceDXL5+c4k3OsnasGrdzorjXB+LaM31KYsCeRyqurDG9LWWt9pj+9Yuvo7JzDtCDBaUD5Pwl46XfvtfaXhRxfzT9c/8Gl0Ztn2qgcSELTxaeCGEDcNRf7HjuWdKey7xD4RiNXLe4dPKGnzWuLW/ZaFAqYxq2ZKHg4cSqrWLIGwsd0yk3setrO8LpUVm/wAuaGioZKWqgqJDLLwjjGWgWAZoi+mDqLL9qmP9oOC/Mqz1g/7q1YM0cadk5xbZ4KZydwThyZJTwdNHd0srjZoa3WQHHfYdm3mvBzZ0cOj/AOHwsvPPPLcD6PGuqflfnBrMRHByubHALWhiGjHq2aWsl27abC2oBPPV8VFHFj9nhnJyoGI1z5mC0TQIoRa1o2E2Nt1yXOtu0rblVkU5kfkvPiVQ2CAdL3kcWNl9bnfgN51LEVL1mPwsRGoxOVvEp2GOK/ypnix0TzhpDf8AV611veXElxuSSSeck3KnMenhhiioKT/h6cWLtV5ZPlOJG3WT0XJ3AKBXpabHtjb7ZCbthERaBAvx5sCeYH2L9UdlDU8HTyu3lpaOt2r8fBck6TZ1FCwTC31EhYwEkNLtXMCB+IX4tM/s74KJqmpmeLsZE2PXs0pHh3gIj3ovGNJdM8+Cn91VtGr+FJ0ayWE9pcL9LVRMPm0m23jV2bl9CYph7KiF8MguyRpaefXvHMQbEHnC+eMWw6ShqXwybWnUdz2HY4dBHcQRuW7TZOKZKa8nai8Y3hwBGwryWwkEROpADOpNwWD0EGx000s56QwEC/ZK3uWQLTs/U9qumpgeLT0sbepzib/ZDFmK8eb3SbNKVIItGzOYHTzurJ6qFs0VPBfQdsL3G7dY2G0bh9JW/hML/wAHh9c78iaGKc+YoHJLswpFuvCYX/g8PrXfkXtZiNCz+HhFGDuL2tf7WJ/rZPX9C74mJ4VhE9S/Qp4ZJXatTGF1r+VYcUdJ1LT8nc2MVHoz4w9t+UykjcHOf/8AK4G1r7gbbLu3KyVGWVSW6EZjgZ5MLA3xNyOyyr8khcS5xLidpJJJ6ydqrDSP/JivJ6JXFsVkrZWNsGMu2OKNvJjBIaABz7NfsGpUvPrWh+KvjHJgihhH1eE1est2KyUNSYpGSAAlj2vAOwlrgdfcpevxHD55HSzYVE+R5u5xmdcnp4ifPilKlBcI5CSXZgS1rM3BwdDidSd7I6dp6X30vvsU3wmF/wCDw+td+ReysxeH4MaalpGU0bpOEeGvLtJwAG9otsb3BRhp57la4Hc1RCoiL0SBJYnPwGBV0mx0z4oG9IuC630XP7lhy3mkxiH4MKaqpGVMbZDI0OeW2cQRcgNNzYu19K9fCYX/AIPD6135Fgy4ckptpFoySRieHUhmljibypHsYOt7g0e1fTWIVYhrKuYDiUNE7R6xHpADsLgqvSVuHRPZJHhMLXsc17XCU3a5puCOJtBAXrynxNwwjEal1g+qmjhHVpBzgPoOcOxJ8cscW5fo7uTaowkm+sr8RdmDUPD1EMI/myxx/XeG/is45xovoXHqLCqad8IwqF+hojS4RwuS0HZonZe23co/hML/AMHh9a78istPkatIXejCl5RsLiA0Ek6gALknoAW7MqsNbycHpvpP0vAsXVDlYYRakpaSmH+XEAfCw7wmWmyejm9Gd5LZqqyp/eVI+B041uknGi63mRmx7XaI16iVf311PR05o8NaWxn+LM7+JMbWNzYEDu5gANsbiOKTVBvNI5/MCdQ6mjUOwLjWnFplHmXLElO+giItJMIiIAKlZc4jpObC06m8Z3pEah2A+KsePYs2nj0tRebhjec856AvRmdyOdiNZw8wJp4XB8hI1SSbWs6dfGd0avlBZNVlpbEUxx8mzZnsmzQ4bGHi0s376QHaC8DRaQdhDA2457oruiwFgqxl3km2vh4tmzsuY3nYedj/ADT4HXzg2dF1Np2gas+ZmufTyOjlaWuabPYdrSP/AHqIUox4IuNYWtZcZFR17dJto6hos2S2pw8mS21vTtHeDilXTzUcropmFjhtadhHO07COkL0cWZSRCUaJJSWTdNwtVAznkYT1NOkfAFRFPUNeNR7N4VrzfstUulIJ4GGWSwFyTYNsANps4quSVQbOJcmR50a/h8VrHjZwpj9UBH/AEKrKaqMn657nPdSVRc4lxPASayTcnk85Xr/AGZrfmdV6iT8q8g0GnZuIeBwOpkIsaipbG087Y2tPt4Qdi9SmpqQ02E4bTOBa4sfM9pFiHPOkA4HYRwjh2KFXpaZVjITfIREWgQIiIAIiIAIiIAIiIAIiIAL1515uCwrD4N8sk1Qfo8Vt+tsvgV7Lcy9OezC6mSrhihp55I6emijuyJ7m6WsmxAts0e5ZNW/xSKY+zJleMy+H8Ni9NquI9OU9Ggw6J+uWKu/szW/M6r1En5VpOZfBpqU19VNDLEY6YsZwkbm6RedLi6Q1kGMDV5XSsKVuix2YvU8LPLJ5Uj3DqLjbwsuNAi9lKuDMEREHAiIgAiIgAuLFsUZTs0nnX8lo2uPR0dK4scyijgu1tnyeTfU30j+G3qUXkjkhWY1OSDoxggSTOHEYNui0fKdY6mjn1kXus+bUKHC7KRhfZ6MnMBqcarNBmoai95B0IY7+J22btJ7SPqfJzA4aGnjp4G2YwW17XHe5x3uJ1n3L0ZKZNQYdA2CmbZo1ucdb5Hb3PO8+A2CwUyvObbdssERFwAiIgAorKHJ6Ctj4Odl7clw1PYedjt3VsO8FSqLqddAYHlVkPU0BL23lhGsSsGto/zG7W9esdWxR+C5RyQP02PLHWtpNtrB3OadRGody+jCqPlPm0pqm74f93lOvij924+dHuPS23TdaYajxIm4einsy0rCLipJHox/lXl+2Nb84d9SP8qreOZL1lASZYzoD+bHxoz1m3F+kAuKDFPKHaPctUfjfhCOydxHEZZ36czy91gLm2oDcANQ2lcq9cNQ13JIPRv7l7FZV4FCIiDgREQAREQAREQAREQAREQAU5HlfWgACodYatbWE9pLbntUGi44p9o7ZPftjW/OHfUj/KuevykqpmGOWZzmG1xZovbn0QLqJRcWOK8ILYRETHAiIgAija/HoIr3fpO8lms9u4dpVaxDKyV/FibwYOoHlPPVuHYFKeaEe2MotltxDEY4BeR4bzDa49QGsqn4plRLMeDgDmBxsLa5HE6gBbZfmGvpVhyWzS4hXOEk4NNEdZfNcyOHmx8onZytEWOolblkbm9osNAMMenLvmks6TX5OqzB0NA6brHk1MpcLhFVBIyjIDMtLMWzYjpRR6iIQbSv3/vD/LB5uVt5O1bzh9DHBG2KFjY42izWtFgB1D2rpRZhwiIgAiIgAiIgAiIgAiIgD8IVRx7N1RVN3BhgeflRWaD1s5J7gelW9F1Sa6BqzD8azW1kNzCWVDfNOg/6jjbucepVOd89O7QlbJGfJlYQezSFyOpfTi9NVSskaWyMa9p2te0OB6wdSvHUSXYjgj5uixbym93uK6o6+M/Kt16lrmKZs6Ca5bG6Fx3xOIH1Ddo7lU8RzOyC5p6pruZsrC09r2k3+qFeOpQjgyrtcDsIPUv1ftdm8xGE6oNMeVE9p7gSHeChaqGqg/ixzx2/vI3gd7hZWWaLF2smUUAzGX87T2e5e1uNnewdhITfIjlE0iiRjg3sPePcvIY4zyX+HvXd8QpkoijfjuPmf3D3r8+PIvP7h70b4+wpkmiizj0XM/uHvXrdlDH5D/D3o+SPsKZMIoF+Ug3Rntdb8F6JMpX7mNHWSfcleWHs7tZZUVNlyimJsHNB5mtF/G66abCsRqf4cFW8HeI3tZ9YgN8Uj1EUd2Mss1Qxmt72t63Ae1RtTlFAzY4vPmj8TYLpw7NDic2t8cUA55ZQT12i0vGytuFZiWDXVVj3bOLDGGfbeXX7goy1T8DLGZlV5Wu/lsa3pcbnuFgPFemhw7EMRNoYp5gbi7W6MQ6C7UwdpX0Vg2bbDaaxZSse4W4015Dcbxp3DT1AK2NaALAWA3BZ55pS7Y6ikYNk7mJmfZ1bO2Jv93Dx39Re7itPUHLVsmMhKGgsaeBun/ev48nY53J6m2HQrIikMEREAEREAEREAEREAEREAEREAEREAEREAEREAEREAEREAcFZglNN/Fp4JPTiY72hQ9TkBhz9tJGPQ0mfcIX6i6pNBRS8fyIooidCEj/VlPtesxxqmbG8hgsOsn2oivjbfYjRGFeJRFUU8SrDkzhUUxtI3S+k4fdIREkujqNPyezd4dILvpy49M01u7hLK1U2QGGs2UNOfTYH/fuiLO2xybpMOhiFooo4x5jGt+6F1IiU6EREAEREAEREAEREAEREAEREAEREAf/Z"/>
          <p:cNvSpPr>
            <a:spLocks noChangeAspect="1" noChangeArrowheads="1"/>
          </p:cNvSpPr>
          <p:nvPr/>
        </p:nvSpPr>
        <p:spPr bwMode="auto">
          <a:xfrm>
            <a:off x="63500" y="-144463"/>
            <a:ext cx="1800225" cy="18002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nl-NL">
              <a:latin typeface="Calibri" pitchFamily="34" charset="0"/>
            </a:endParaRPr>
          </a:p>
        </p:txBody>
      </p:sp>
      <p:sp>
        <p:nvSpPr>
          <p:cNvPr id="9220" name="AutoShape 5" descr="data:image/jpeg;base64,/9j/4AAQSkZJRgABAQAAAQABAAD/2wCEAAkGBhASERMQEBQSEhASGBQUEBcTFRAXEhkXFhQXFxUUFRUXHCceFxojGRYWHy8gIygpLDAsFR8yNTAqNSYrLCkBCQoKDgwOGg8PGikkHyIzKzUsKiw1LykuKSwtLCwtLSwpLCwsLCwsLCwsLCwsLCksNCwsLCwpLCwsLCwsLSwpLP/AABEIAHMBtQMBIgACEQEDEQH/xAAbAAEAAgMBAQAAAAAAAAAAAAAABQYDBAcCAf/EAEgQAAEDAQQECAcPAwUBAQAAAAEAAgMRBAUSIQYxQVETImFxgZGSsQcyU3Kh0dIUFRYXMzRCUnOCk7LBwvAjJINDYqKz4VRj/8QAGgEBAAMBAQEAAAAAAAAAAAAAAAIDBAEFBv/EADcRAAIBAgMFBQcDAwUAAAAAAAABAgMRBBIxEyFBUWEFFBWh0SIyUnGBkbFCwfCC4fEjJDM0Y//aAAwDAQACEQMRAD8A7iiIgCIiAIiIAiIgCIiAIiIAiIgCIiAIiIAiIgCIiAIiIAiIgCIiAIiIAiIgCIiAIiIAiIgCIiAIiIAiIgCIiAIiIAiIgCIiAIiIAiIgCIiAIiIAi5kdM7b5QdiL2U+Gdt8oOxF7K8bxmhyl5epn7xHqdNRcy+Gdt8oOxF7KfDO2+UHYi9lPGaHKXl6jvEep01FzL4Z23yg7EXsp8M7b5QdiL2U8ZocpeXqO8R6nTUXNYdLbe9wY19XOIDQGRVJOoeKr7DKYYQ60yAlorI8gAV3AAdA2la8NjoYi7imktW7W/JOFVT0N1FS7f4QsyII6j60hOf3R61pfGBafqw9mT21VLtXDRdr3+Rx14I6Ci578YFq+rD2X+2nxgWr6sPZf7aj4th+v2ObeB0JFz34wLV9WHsv9tPjAtX1Yey/208Ww/X7DbwOhIue/GBavqw9l/trdubTK0zTxxFsVHmjqNfWgBJpxtwUodqUJyUVe76HVXi3YuqIoi+7XbGOb7libI0g48Ww1FPpDlW+pNU45mm/lvLW7K5Loqt76Xt/80f8AP8iyaMaRz2mR7JGsDWNqSwO8bEABXERqxdSzRxsHNQtJN6XTRBVFe28sqKnx6TW6SSVkEUTxG4g6waYiBWrxuWf30vb/AOaP+f5FxY6D0jJ/JM5tVyZaUUBft+TWezRS4WcK4tbI11S0EsJcBR28bys2jN+m0xuLwGysNHgVpn4pocxtHO0q1Ymm6my42uSzq+UmUUJpJfclnMOAMPCOwuxB2rLVQjevulN9Ps0TZIw0kvwnEHEUwuOwjcuzxMIZ7/ptf6hzSv0JpFVRfF6UDvc0ZaRXLXTmEhPoW1c+lzZX8DMwwzagHVoTuzAIPIVXHGU21F3V9Lpq5xVFoWBERbCwIiIAiIgCIiAIiIAiIgCIiAIiIAiIgCIiAIiIAiIgCIiAIURAcYITCuzovnvBP/Ty/uZO7dTjGFKLs6pem+kGuyxH7Yj0M/U9W9ZsT2ZHD03OVTy1f3IToqCu2UtEVg0R0f4eThHj+jGc9znaw3m2noG1eXRoyrTUI6spjFydkTmhOj+BvumQcdw/pg/Rafpc57udRend7F83AA8SKhdyvIr6AQOkroCp14aCSSyyS8K0Y3OdTC7IE1A17l9LisLOGGVGgr8zZODUMsSkIrf8XUnlmdh3rT4u3+WZ2HeteJ4bifg/HqZtjPkVBFb/AIu3+WZ2HetPi7f5ZnYd608NxPwea9RsZ8ioIrf8XUnlmdh3rT4un+WZ2HetPDcT8H49RsZ8ioK46BXOcRtLxRoBbFXaT4zhybOk7lvXfoDCwh0rnS02Uws6RUk9as7GAAAAADIAZAAagAvUwHZk4TVSrw0RdSotO8j0iLRvm9W2eJ0rszqYPrOOofzYCvenNQi5S0RqbsrsiNLb3cMNkgzmmyNNYadnIT6BU7lK3HdDbNEI25nW873HWebYOQKJ0TulxLrZPnNNm2uxp28lRq3Cm9WZY8NB1JOvPV6LkvV8SuCu8zKBcd+xWae1GXFx3kNwiup7694U58PbJ/8Ap2P/AFaGiMDXWi2YmtdR+WIA/wCpJvVq974vJx9hvqWXBxrukskkld6q/F9SFNSy7mV7wgmtmjO+Qf8AW9a9u/s7ay0DKC0Cku4E0xHro7tLY8IXzZn2g/63qWvq6xaLO6P6VAYzucBl16uYlKtJzrVHH3o5Wvmr/nQSjeTtruIbTrXZftD+1evCH83Z9p+x6gLXeZlhsrH/ACkMhY8HXQYcJPQKc7Sp/wAIfzdn2n7HrPOqqtOvNcVH8EHLMpP5FksfybPNb3BVzTu7wYmzjKSNzRiGvCTTXyOoR0qx2P5Nnmt7gq/p5bWtgEWt8jm0G2jTUnrAHSvSxmXu0s3Lz4eZdUtkdybum1mWCKQ63saTz0z9NVtrTueymKCKM62saHc9M/TVbi1U75Fm1sixabwiIrDoREQBERAEREAREQBERAEREAREQBERAEREAREQBERAEREARFr3hbmQxulkNGtHSdwHKTkuSkoq70GhG6UX8LNFxfln1EY3b3nkHfRcye8kkkkk5knWSdZK2r0vJ88rpX6zqGxoGpo5vWtVjCSAASSQABrJOoBfGY7FvE1N2i0/nU86rUzs27pux9olbEzbm47GtGtx/mshdVsNiZDG2KMUa0UG/lJ5Sc1G6MXCLNFnThX0Mh7mjkHfVTK+g7Owfd4Zpe8/Lp6mqjTyq71C0L4viOzR8I/PYxo1uO4etb65ppneBktLm14sXEbz63Hry+6Fdj8V3elmWr3IlVnkjcW/TO1SE4XcE3YGAelxzPoWj7/Wry83bf61oIvkZ4mrN3lJ/cwOcnxN/wB/rV5ebtv9ae/1q8vN23+taCzWSyPleI42lz3agO87hyqKq1W7KT8xeRdNBLVPIZXyyPe0YWtxOcRU1JpXkp1q3KPuK6RZ4WxDN2t53uOs82ocwCkF9phKcqVGMZ68T0aaaikwiItRMKraV3HaZ5Y3RBro2NFA8imLESat21Ab1K0rVvC9IoAHTOwBxoMnHOldgKz4mlCpTcajsvsQmk1ZlewXxvh/4epb9zC8OE/ujHweE+LhriqKahuqsnwvsXlR2ZPZWWyaSWWV4jjkDnurhGF41AnaNwKy01RUlas30zJ3IJRv73mV6C5bxhlmfBwYEriTUtOWJxbrGXjLZw3xvh/4epS9p0mskb3MfIA5po4YZMj0BYxpdYvLDsyeyq1Sw8PZVZrpmRzLFbs3maukV02i0WWJgwmYFrpMwBXg3B1OkqwsGQCx2a1Mkbjjc17TtaQR6FlXoU6UYyc073t5Fqir3KdfmiMr7SJoQ3A4tc8E0o4HjU59fPVSml10S2iFrIgC4PxGpplhcP1C2J9KLIxzmOlAc0kOGF5oRrGQUlDM17WvaatcA5p3gioKyxw+HltIwfva2a3ehBQg7pcSrsgvegaHQtAAAPF2dBWe6tFHCX3RapOGmGbdeEEajU66bMgApi8L3hgw8M/Birhyca0pXUDvCXffEE+LgXh+GmLJwpWtNYG4pGhQVRRlNya0Td/IKEb2bubiLHaLQ1jXPecLWglxOwBR1n0nsj3NYyUFziA0YZMyecLZKrCDSlJJsscktSVRad4XvDBh4Z+DFXDk41pSuoHeFp/C+xeVHZk9lRlXpQdpSSfzRxyitWTCKNsekVmleI45A55rQYXjUKnWNy8RaUWRzgxsoLnENAwyDMmgGY3p3ilrmX3QzR5kqixWm0sjY6R5wsaKuOeQ6Fp2LSCzTP4OKQOfQmlHjIa9YU5VIRkotq74HbpbiRRa1vvKKFofK7A0nCDQnOhNMhyFebvvWGcEwuxhtA7Jw184CbSGbJdX5cRdXsbaLRvC+oIPlXhpOoZl3PhFStGLTOxuNOELfOY8Drpkq5YilB5ZSSfzOOcVubJxF5jka4BzSHNOYIIIPKCFoW7SCzQvwSyBrqA0o85HVqCslUjBZpNJHW0tSRRQ/wALrF5UdmT2VIWO8IpRiie14GvCa05xrCjCtTm7Rkn8mcUk9GbCLVvC9IoAHTOwBxoMnHOldgKXfecU7S6J2NoNCaOGdAaZgbwpbSGbJdX5cTt1extIo+3X9Z4XYJZA11K0o4mnQDRbFht8czccRxMqQDRw1a6VAquKrByypq/LiMyvY2ERFYdCIiAIiIAiIgBK5tpbpB7okwMP9GM8X/cdRf8AoOTnU1ptpDhBs0Z4zh/VI2NP0Oc7eTnVGXzfauNu9hD6+hjr1P0oK66EaParVIPsQfS/9B17lTI3AEEgOAIJBrQ8hpnRWVun9oAoI4QBkAA+n5l5+BnQp1M9Xhoiqk4p3kdBRc/+MG0fUh6pPaT4wbR9SHqk9pe/4thub+xq28DoCgrRoXZXvc9wfieS53HOsmpWXRe+X2mJ0kgaCHlow1pQNadpO9Y9KNIhZmANoZn1wA6gNrj+g29C0VZ0KlHa1FePUnJxccz0MD9CLEBU4wN5fQLX+C92+UH4zVSbZbpJXYpXOe7/AHHuGodCwUXz88dQv7NFW6/4MjqR4ROiWfQ2wuzbV4GRpISOarVNWG7IYRSJjWA66DM85OZ6VF6E2Mx2VpORkLpOg0DfQ0HpU8vocLSp5I1FBJtGuEVZOwREWwsCIiAKp+EP5GLzz+Qq2Kp+EP5GLzz+QrD2h/1p/wA4lVX3GRGi+i8Vpjc97ntLXYRhw08UHaDvVjuzQyGCVszXyFzK0DsFM2kZ0byqnXPo5PaGOfEWBrThOJzga0B2A7wrLozozaLPNwkpYW4XN4rnE1JFMiBuXk4GKeS9H+r9yimtPZ+pVdJfnc/nnuCsV7aDRMhfJG+TExpfR+Ag4RUjICmpV3SX53P557gs1635bXAxTuc0GhLSwMJGyuQJCxKdGMqu1i3v3dNSu8U5XRtaC2pzbSGA8WRrsQ2cUVB58qdKv14WsRRPlOpjS7noMh0nLpVc0HuVjWe6cQe94oKamiuYNfpVGf8ACvWn9vwwtiGuV2fmsoT/AMsK9fCuWGwTnLq19dPM0QvCndlEcHvxSGpoavPK46zzldB0Ft+OzYD40RLfunjN7yPuquXK6zCx2hkkjWyy+KDWvEFWbPrVX3QW34LTwZ8WVpb95vGb6MQ6V5uBlsK1OV/fW/pv/wAFNJ5ZLqSXhG/0P8n7FA6LXnwFoY45MfxH7qOOR6HUPWp7wjf6H+T9ihLXdtbDBaAPFdIx/MZHFp66j7wUsWprGTnDWNn5IVL7RtcCw6f3nhY2ztOb+M/zQch0u/Kqpo986g+0b3rfuCJ9rtbHSnEGBrnnkjADR0mlecrSuH53D9o3vVVapKvWjWejdl8lb1OSeaSkWLwi6oP8n7Fp6OaLQ2iHhHve12JzaNLKUFN45VueEXVB/k/YoW6NE5bTHwrHRgVLeNirlTc071fiFfHS9jPuW7TgiU/+V7rluunRGGCVsrJHuc2tASymYI2DlVLv6EwWuSmWF/CN6aPHfToVs0X0Wls0rpHujILC0YcVa4mnaBuUX4QrJSWOX67S087DXud6Fdi6P+0U1DI0728vQlUj/p3tYltNrePcjQ0/LFtPN8f9B1qnaO2rg7VC7ZiDTzP4p71lvm9OEisrNfBx0dz4i3P7rAeletI7q9zuhoKF0TCfPaKO9ND0rHiq0qtXbx0jl9fyVzk5SzLhYm/CJas4YvOefQ1v7ls3DL7lu509OM7E8A7SSGMB5Mh1qtaSXh7onDm58SJraby0OI7TiOhWvSuy8Hd4jbqj4Jp5gQO+i1wqOdatiI/pW7+fQsTvKUlwKldF3PtloIc451fK45mmWrlqQB/4rBfOgsbYnPgc/GwF1HEEOAzIFAKGiweDtw4SYbcLacwca94V3lIDSTqANeaiswODpVsPnmrt338jtKnGULsoWg18OZLwBNY5K4RucBWo5wD00WHTv539xn7lHaOAm1QU+u3q2+iqkNO/nf3GfuXn7SUsC0+Et32Kr3pfUk7DoPDLZ45A+Rsj2Nd9AtqRXVStOlV/Rq0vjtUWE+M5rHbi1xoQd+/oWSS/bayFkZc5kRaBHxA2rQAOK6lTlTMHapbQW5WPd7pc4ExkhrBrBp4zujV/4pxUK1anGhHK1rw5HVaUkoo3vCH8jF55/IVp6LXqyz2OaV2f9SjBtc4sbQfzYCtzwh/IxeefyFUkRSGMuo4xNdmfohzh3kNHo3q3GVpUcZKcVvt+2p2pJxqNok7qu6W3Wgl5NCcUztw3DcTSgHJyLpcEDWNDGANa0ANA1ABVbQG8IzG6CgbICXH/AHg7ecZDmpyq2r0uzKUI0tondy1f7F1GKUb8wiIvVLwiIgCIiAKK0jvwWaLFkZHVEY5d55B6htUqte03dDIayRxvIyBc1rjTdmFVVU5Qag7PmRle245DLI5zi5xJc4kuJ1knWSvK617x2XyEP4cfqT3jsvkIfw4/UvnvBaj/AFoy93fM5Ki617x2XyEP4cfqT3jsvkIfw4/UngtT4kO7PmclRda947L5CH8OP1J7x2XyEP4cfqTwWp8SHdnzIXwffN3/AGh/IxVXSq2GS1Sk6mng28zMu+p6V02zWSOMYY2NYCakNaGiu+g5gsbrthJJMcZJzJLGVJO05L0KuAnUw8KKlp5lsqTcVG5yBWDR/RKWZwfK0shGZrUOdyNGunL1LoMVhiaatYxp5GtB9AWdUUOxoxlmqSv0IRw6T3s+MYAAAKAZADVQbF9RF7pqCIiAIiIAqn4RPkYvPP5CrYsc1nY/J7WuA1YgD3rPiaW2pSpp2uQnHNGxWfB58hJ9p+xqtSxwwMYKMa1oOZwgAehZF3D0tjSjTbvY7COWNjlOkp/u5/PPcFe9J7gFpiq0DhmZxnfvYeQ9/SpR9giJJMbCTrJa0nros6x0ez1HaKbup+WvqVxpWvficy0av51llLX14JxpIDraRlipvGojdzBfdMLxE1pIYQ5rAGMpmDtJHSadC6I+wREkmOMk6yWtJ66ILuhGYjjBGriM9Szvs2rstjn9m99PIhsZZctytReD2LCMUkmKgxUwUrTOmWqqq142Y2S1FrTUxOa5hOsjJwr3Lqywy2ONxq5jHHeWtJ6yFbX7Lpyitl7LXElKgmvZ3FN0+tDXssz2+K8Pc3mIjIUporZGS2ARvFWOMgPbOo76qefY4yACxhDfFBa0gcwpkvcUTWijQGjcAAOoK6GDaxEq0mnmVrfb0JKn7bkzSuq4obPi4IEY6Yqkk5VoM+crnNwn+7h+0b3rqywMsEQNRGwEZghra9dFHEYFVHDJZKL0+xydK9rcCpeEbVB/k/Yom5NLnWaLgmxtcKl1S4g505ORdFmszH0xta6mrEAac1Vj97YfJx9hnqVdXA1XXdanOzfTojkqUs2ZMrtxaZvtE7YTG1odizDiTk0nVTkWzp1ZMdlx7Y3Nd0Hin8wPQpuOxRNNWsY07w1oPWAsr2BwIcAQdYIBHUtCw9SVGVOrK7fElkbi1JnJrksnC2iKPWHPFeYcZ3oBVx8INkxQsl2xuoeZ4p3hqscdhiaatYxpGohrQesBZZImuGFwDgdYIBHUVmo9m7OhOk3dy4/gjGjaLjzOW6L2XhLVE3YHYzzMGLvAHSul3jYWzRPidqeCK7jsPQaHoXuKxxtNWsY06qta0HrAWZX4PBLD03CTvfUlTp5FZnLI3WiwWipFHiozrge066HaDlzEKSvfTh8sRjYzg8Qo84sRodYGQpXVVX2ezMeML2te3c4AjqK1orlszTibDEDsIYyvRksq7OrU04Uqlovh/P7Feykt0XuKtoPcDw/3TIC0AERA5EkihdTdSoG+qjtOz/d/cZ+5dHWGWxxuNXMY47y1pPWQrZ9nLu6oQfG9+ZJ0fYyohoroZabBDG7I8Gwsd9V2EUPNsPIVS7ut8titBxChacMrN4/mYP6FdSYwAAAAAZADIDmCxS2KNxq5jHHeWtJ6yFKvgM+ScJWlG2/mdlSvZrVFT05tbJLNBIwgsc+oP3D6eRetCLKyWyzRvFWOeQew3Vy7VaTYYqYcDMINQMLaV30ovcMDGCjGtaDmcIAHoUlg28RtpNaWa+lhs/bzM5baoJbFaaA0fGasOxzTqPMRUEc4XSrpvNloibKzUdY2tcNbT/NyzzWSN+b2NcRqxNae9fYbOxmTGtaDrwgDuTCYOWGnLLL2Xw5CFNwb37jIiIvRLgiIgCIiAIiIAiIgCIiAIiIAiIgCIiAIiIAiIgCIiAIiIAiIgCIiAIiIAiIgCIiAIiIAiIgCIiAIiIAiIgCIiAIiIAiIgCIiAIiIAiIgCIiAIiIAiIgCIiAIiIAiIgCIiAIiIAiIgCIiAIiIAiIgCIiAIiIAiIgCIiAIiIAiIgCIiAIiIAiIgCIiAIiIAiIgCIiAIiIAiIgCIiAIiID/2Q=="/>
          <p:cNvSpPr>
            <a:spLocks noChangeAspect="1" noChangeArrowheads="1"/>
          </p:cNvSpPr>
          <p:nvPr/>
        </p:nvSpPr>
        <p:spPr bwMode="auto">
          <a:xfrm>
            <a:off x="63500" y="-144463"/>
            <a:ext cx="304800" cy="304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nl-NL">
              <a:latin typeface="Calibri" pitchFamily="34" charset="0"/>
            </a:endParaRPr>
          </a:p>
        </p:txBody>
      </p:sp>
      <p:sp>
        <p:nvSpPr>
          <p:cNvPr id="8" name="Tekstvak 6"/>
          <p:cNvSpPr txBox="1">
            <a:spLocks noChangeArrowheads="1"/>
          </p:cNvSpPr>
          <p:nvPr/>
        </p:nvSpPr>
        <p:spPr bwMode="auto">
          <a:xfrm>
            <a:off x="539552" y="1117154"/>
            <a:ext cx="7920880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nl-NL" sz="1600" dirty="0">
                <a:latin typeface="Aharoni" pitchFamily="2" charset="-79"/>
                <a:cs typeface="Aharoni" pitchFamily="2" charset="-79"/>
              </a:rPr>
              <a:t>Stap 2: Geef de repeterende groep aan. In een </a:t>
            </a:r>
            <a:r>
              <a:rPr lang="nl-NL" sz="1600" dirty="0" err="1">
                <a:latin typeface="Aharoni" pitchFamily="2" charset="-79"/>
                <a:cs typeface="Aharoni" pitchFamily="2" charset="-79"/>
              </a:rPr>
              <a:t>besteling</a:t>
            </a:r>
            <a:r>
              <a:rPr lang="nl-NL" sz="1600" dirty="0">
                <a:latin typeface="Aharoni" pitchFamily="2" charset="-79"/>
                <a:cs typeface="Aharoni" pitchFamily="2" charset="-79"/>
              </a:rPr>
              <a:t> kunnen meerdere</a:t>
            </a:r>
          </a:p>
          <a:p>
            <a:r>
              <a:rPr lang="nl-NL" sz="1600" dirty="0">
                <a:latin typeface="Aharoni" pitchFamily="2" charset="-79"/>
                <a:cs typeface="Aharoni" pitchFamily="2" charset="-79"/>
              </a:rPr>
              <a:t>albumtitels worden besteld. Dat is de </a:t>
            </a:r>
            <a:r>
              <a:rPr lang="nl-NL" sz="1600" dirty="0">
                <a:solidFill>
                  <a:srgbClr val="FF0000"/>
                </a:solidFill>
                <a:latin typeface="Aharoni" pitchFamily="2" charset="-79"/>
                <a:cs typeface="Aharoni" pitchFamily="2" charset="-79"/>
              </a:rPr>
              <a:t>repeterende groep (RG).</a:t>
            </a:r>
            <a:endParaRPr lang="nl-NL" sz="1600" dirty="0" smtClean="0">
              <a:solidFill>
                <a:srgbClr val="FF0000"/>
              </a:solidFill>
              <a:latin typeface="Aharoni" pitchFamily="2" charset="-79"/>
              <a:cs typeface="Aharoni" pitchFamily="2" charset="-79"/>
            </a:endParaRPr>
          </a:p>
          <a:p>
            <a:r>
              <a:rPr lang="nl-NL" sz="1600" dirty="0" smtClean="0">
                <a:solidFill>
                  <a:srgbClr val="FF0000"/>
                </a:solidFill>
                <a:latin typeface="Agency FB" pitchFamily="34" charset="0"/>
                <a:cs typeface="Aharoni" pitchFamily="2" charset="-79"/>
              </a:rPr>
              <a:t/>
            </a:r>
            <a:br>
              <a:rPr lang="nl-NL" sz="1600" dirty="0" smtClean="0">
                <a:solidFill>
                  <a:srgbClr val="FF0000"/>
                </a:solidFill>
                <a:latin typeface="Agency FB" pitchFamily="34" charset="0"/>
                <a:cs typeface="Aharoni" pitchFamily="2" charset="-79"/>
              </a:rPr>
            </a:br>
            <a:endParaRPr lang="nl-NL" sz="1600" dirty="0" smtClean="0">
              <a:solidFill>
                <a:srgbClr val="FF0000"/>
              </a:solidFill>
              <a:latin typeface="Agency FB" pitchFamily="34" charset="0"/>
              <a:cs typeface="Aharoni" pitchFamily="2" charset="-79"/>
            </a:endParaRPr>
          </a:p>
        </p:txBody>
      </p:sp>
      <p:pic>
        <p:nvPicPr>
          <p:cNvPr id="6" name="Afbeelding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1655763"/>
            <a:ext cx="5472608" cy="4221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10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AutoShape 2" descr="data:image/jpeg;base64,/9j/4AAQSkZJRgABAQAAAQABAAD/2wCEAAkGBxQSEhUUEhMUFRUXFxQXGBgXFRgcGRcZFxUcGhwdFRcYHCohGBolHBcXJTEiJSkrLi4uFx8zODMsNygtLisBCgoKDg0OGhAQGywmHiQuLCwsLCwsLSwsLCwwLCwsLCwsLCwsLCwsLCwsLDQsLCwsLCwsLDQsLCwsLCwsLSwsLP/AABEIAKMBNgMBIgACEQEDEQH/xAAcAAEAAwEAAwEAAAAAAAAAAAAABQYHBAIDCAH/xABPEAABAwIBBgkGCwUFCAMAAAABAAIDBBEFBgcSITFBEyIyUWFxgZGhUmJyk7HRFBVCVIKSorLB0uMWIzNDwghTVWODFyQ0RKPT4vBzw+H/xAAZAQADAQEBAAAAAAAAAAAAAAAAAgMEAQX/xAAnEQACAgEEAgICAgMAAAAAAAAAAQIRAwQSITFBURMUInEysUJhkf/aAAwDAQACEQMRAD8A3FERABERABERABERABFyTYhG3fc8w1+Oxcr8TceS0Dr1rtMCVXrkna3a4Dt/BV+uxZjP40zW9BcAfqjWe5QVVlnTt5AfJ1N0R3usfBUjilLpCuSRdJMSYNlz1D3rllxg7md5We1OW8h5ETG+kS72WUXUZS1L/wCZo9DWtHja/irR0svIryI0uXF5d2iOoe9R1Ti8u+W31Qs2lrZHcqR7utxP4rnVVpV7F3l9qMa56n/q/wD6o6bFmnbMT9IlVNE6wI5vZPy17D8u/euV9UzyvAqKRP8AEjm47nVPM4jqJXicQlHJmlHVI4ewrjRHxoLOwY/Vt5NTP6xx9pXsZl1Xs/5gkczmRnx0b+Kj0R8UfQbmT1NnTrG8tkDx6LmnvDreCl6TO83+dSuHTHIHeDg32qjuhadrR3L0voGHcR1H3qctPB+DqmzXKDOZh8ltKR8R5pI3Dvc27fFWXD8VgnF4JopR5j2u77HUvnWXCfJd3j3LjkwyRp0m7RsLTYjq2FRlpfQyyH1Ei+ccPy4xGlIAqJHAfJmGmD2v41uohXHBs9GwVdNbz4XX/wCm/YPpHqUJYZIdSRrqKCwDK+jrdVPUMc7yHXbJ9R9nHrAsp1SaoYIiIAIiIAIiIAIiIAIiIAIiIALxkkDRdxAA2kmwUJi2UscV2x2kf0Hit6zvPQPBVHE8aLuNM/qb+Vo9qpHG5CuSRcKvKFo1RjSPOdQ958FC4hjNheaUNHNe3c0az4qlVmULzqjGgOfa73BQ73lxu4kk7STc961Q03sRzLdV5YNbqhjLvOfqH1RrPgoOtygqJdshaOZnFHhrPaVFotMcUY9IRybCIicUIiIAIiIA9tNA6R7WMF3OIa0c5JsFYzkLU73QD/V/8V6cgYA6tjJ2RtfIeoNI9rgsKxmu4eommItwssklvTeXfisufPKEqRSEU1yb1+wtT5UHrf8AxXBjOTc9MwPk0CwnR0mO0gDa9jq6CsIW5YfBwGB0EWx0rpah3SCTo3+i9vckxaicppHZQSRGIiLaSCIiACIiACIiAPxzQdRFx0rhqMIidu0T5vu2LvRcaT7OlZq8BeNbCH21jc4d/vUvgOcbEKEhhkMzB/LqLuIHmyHjt6Lkgcy7166inbILPaHDp/A7lGeBPoZTo0vJXOtRVZDJCaaU2GjKRoOPmS8k9TtEnmV9XyviOTW0xG/mu/B3v711ZLZf12FuEdzJCNsEpNgP8p22PotdvQsWTC4lVKz6eRVfIzLukxJv7l+hKBd0L7CQW2kC9nt84c4vY6laFEYIiIAIiIAIi9NXUtiY58jg1rRck7kAeVRO1jS97g1oFyTsCoWPZVumuyK7I952OeOnyW9HfzKHykykdVP3thaeK3+p/O72d5NcqKku1DUPb1rZiweWTlM7qnFLao+/3BRb3km5JJ5yvFFsjFR6JN2ERS+AYbFKJ5ah7o4aeIySFgu6wudVwdwdu3LspKKtglZEIu34/wAB+d1nqv00+P8AAfndZ6r9NQ+zjG2M4kXb8f4D87rPVfpp8f4D87rPVfpo+zjDYziRd7cbwI/87Ut9KFx+7Gu6jwmkqrChxKnlcdkb7xvPU08Y/VTLU435DYyCRd2KYTNTO0Zoyy+w7Wu9Fw1FcKsmnyhScwqfgKDEqm9iynMbD50twPtaHesEW05azcBgFt9VVNH0Yxf70X2liy8vO7yMvDo/WNJIA1k6gvoHLaIRPp6ZvJp6aGMdYFvYGrEcmJ4o6ynfOdGJk0T3kAniseHEWGs3tbtWyYvlhglRM+Z9VVBz7XDYtQs0AWuw7gjBOMJXIJptcEMi7fj/AAH53Weq/TXm3FsDdqGITsPnwPI7dGNbfs4yWxkeisNPk5HUAmhraaqIF9AODX29G58bKFrKN8LyyVjmOG0OHiOcdIVIZIy/ixWmuz0IvZBEXua0bXODR1uNh7VL41Pg9HM+nqKqq4WPRD9GMFty0O1WYdxG9cnljDs6ot9EIi7fj/AfndZ6r9NPj/AfndZ6r9NT+zjO7GcSLt+P8B+d1nqv01+jHsB+d1Y/0v00fZxhsZwopWnmwic2hxQMP+fG5g+s4NC6MRyVniZwjQ2aK1xJC7SFue223SLjpTxzwl0zji0QS562iZK3RkaCN3OOo7l0IqtX2cKViWETUrhLC91mnSa9hIfGRvJGzrHgtYza53xMW02IlrJDYMn1Bkh5pRsY7zth6N9cVUyjyb1GSBvS6Mb+lg/DuWLNp/MSkZ+z6vRYHmgzomJzKKufeI2bDM464zsDJCdsfM48nYdXJ3xYioREQAWT5cZS/CZeCjP7mM7tj3Da7qGwdp3i1szjY58GptBhtJNdg5w23HcOwgdbhzLJIti1afFf5MnOXg9z33XgiL0EqJBERBwKQxubgMBrHg2dPLFCDzgEOI7W8IFHrxzuT8FhmG0/946Wod/T4SnuWbVOoUUx9mRIitua3J2OvxGOGYExaMj5ACQdFrDbWNY4xavOLFSRbccAwH5rVn/VP/cXi/JzAXavg9YzpEgPteVX4MnoXcjE0WuVuaukqQfiyscZQCRBUgAv32ZIABsvuPSRtWUVVO6N7o5Glr2Oc1zTta5psQekEFTcWnTGTsv2Q+cyWC1PX3qqN1mkP4z4h5UbjrNvJvu1W33LKLCRA5ron8JBK3hIZBrDmkA7ecXHYQegYUtqzTTmvw2aidrfTSxSRE7mSuIc0dAs8/THMrYMuyX+hJxtEXntn4OHDaW9iyB0z29MpAHi2RZSr9nwr+FxaZo5MLIoh2MDj9p7lQVFu3Y6CLSM22RtHU0dRV1xm0I5I4mCIgG5ALto18tnNaxVg/ZLAuav+sxNHHKStI42kYui2Z2RmBO1B9fH512G3ZolUfOFkX8XOidHMJ6edrnRSaOieKRdrhzjSbr38w2LkoSj2gTT6KnFIWkOaS1wIIINiCNYII2FbPm7yqdi0bsPrXaVQ1jn007uU4tGtjztcba77wDfWATiytOa6YsxaiLdvDNb2Ou0+BK5GTi7R1qzUcjqQvroWkcl5cejgwXa+1oCxzK7EPhFbUzA3Ek0rmnzS86NujRst4jkFPPitSP5EVS5vpucS23a0hfOCvqZbpL9CQVIIi3N2ROEUsVOyrp53zup4pJCyU203N421wtxg7VbZZRjFydIZujDEW3fEGA/Nav1v6i5p8hcFn1RVFVSvOwyBr2A+cAL2+kE7w5F4ObkY0pvJfKyqw+TTpZnM1guYdcb+h7DqOoWvtG4hdGW+R02GStZKWvZIC6KVnIkbzjmIuLjpG0EFVxSGN8hqoMWpXVtKwRzxW+FQDdf5bOg2Jvvsd4N4JVLNJjppMTg1/u5nCCQbi2Q6Iv1O0T2FX7KGh4CpliGxrzo+ieM37JC36XI5La/BHJGuSOREWsmVDK/AhYzxDpkaPvD8e/nWq5i8vjUs+A1L7zRtvC47ZI2jW0ne5vi30STWSFQK9kmH1jJYCWlrhJEeax5J5xuI3g9KwanFX5ItCXg+w0UXkvjbK2lhqY+TKwOtfku2OaekOBHYvxZChlGcfE+Gr3tB4sQbE3rGt3bpEj6IUM0WXLPPwtRI/y5ZH97i5da9bHGo0Z27YREVBQiIgD9awkgDaTYdZURn5qR8YRwNPFp6eGO3MTd33XM7lbMlKbhKyBv+Y1x6mcc/dWW5xcQ+EYnWSbjPI0dLYzoNP1WhYdY+UiuMri1TMdDoNxGq3xUwjaemUkjxjb3rK1s+QcHA4A9x21VVYejGB/VG7vWbGrkkUk6RzhEReuZj30MxZIx7dTmva4dYIVVz307WYxUaOrSETj1mJt++1+1XXJykM1VCwb5Gk+i06TvAFZvnRxIVGK1cg2CUxjqiAjuOg6F+1YdY+UWxlWWvf2bXH4ZU83we56xI23tKyFaxmevT0GLVuzQg4OM+foPNu8xd6xlDOcpa/4RV1E17iSaV46nPJHgQo1EQBt+Bw8BgNGy1nVEss5HOAS0Hu4MqPViyug4BtHS/N6WJp9Iix7eID2qur1NOqxohN8henPJJoUOFQ7yyeU84Diwt79I9y6I4y4ho2kgDrJsFDZ+asHEWwtPFp6eGK3MSC/2Pb3KWrfCQ2MzdXnMrQmXF6fmj4SR3QGxm32i1UZanmNh0BiNVvipuDafOlJI8Yh3rClboqWDLSu0cHrpb2NXVtY3XYkB/C91g8d6wxazndm4LDsNpx8sS1Du22h4Pd3LJk+V3NnI9Elk1QfCKunhtcSTRMPU54B7LErbMuqnTrZbbG6LB9Fov9rSWf5j6DhcWhceTC2WV3UGFo+09qs9bUcJI+Ty3vf9ZxP4q+kX5NiZHwelERbyJ784TeEwCFztsVZosO/Rcx5IHRr+yFjK17O1NwOFYfTHlSvkqT0AAht+sS/ZKyFeTldzdezTHo6sLcRNEW7RIwjrDhZb1nEH+/SejH9wLGsgaA1GI0kYF7zxE+ixwe77LStayzqeErZ3DYH6P1Ghp8WlW0i/N/oTJ0QqIi9AiFBZZUXCU5cBxozpDqOp34HsU6vVVxacb2nY5rh3iyWcd0WjqdMsH9m7Gi6KppHHkObMzXufxXgcwBaw9byizHNrlB8Bqny3tpQuZ3vY7+lfq8c0k/A3Rl0TtDnNPWLhSa8cr6Q0+IVDdwlLx6MnHFux1uxeS9fG7RmYRETnAiIgCx5EyiJ9RUu5NPTTSnrA9wcvn+R5cSSbkkknnJW410/AYHiEu+UxU7em5Gl9l7u5YYvM1LvIy8Ogt4rIPg+GYZTjV+4Mzh50xD/a56whtri+zfb8FtmJZ0sJnc10lHVktY1jbOaAGtvYWEnSUuGajO2dkrVHCv0Ly/2hYMNlDVnrk90i46nPAyIH4Bh0ELt0krjI8dWoWPaQtb1cfCZP42WerrRg1HJVTWbVzNdHSxHlC+2RzdwGo9w2uWBucSbnWSu7G8ZnrJTNUyulkOrSduA3NA1NGs6gANa4FinNzlbKpUqC2/KjDDheTDKd40ZqmSMyDYQ9x4Ug9LWRNafRUBmqyPaAMTrhaniN4WHbPKOTYHa0EdpHMCpTP3iz3wYfG88Z7ZKh7ebT0dADoALx2JdrqwsxtTeROH/CMQpIrXDp4tIeaHgu+yCoRaJmIow/FBI7ZBDNMe4R/wD2Lh0uuWdTwlbOdwfofUAafEFQq85pS9znna4lx63G59q8F7MVSSMzJfJGl4Ssgb54cfocf+lZTnAxD4RiVXLe4M8gafNY7Qb9loWxZFyiE1NU7ZT000naBceDXL5+c4k3OsnasGrdzorjXB+LaM31KYsCeRyqurDG9LWWt9pj+9Yuvo7JzDtCDBaUD5Pwl46XfvtfaXhRxfzT9c/8Gl0Ztn2qgcSELTxaeCGEDcNRf7HjuWdKey7xD4RiNXLe4dPKGnzWuLW/ZaFAqYxq2ZKHg4cSqrWLIGwsd0yk3setrO8LpUVm/wAuaGioZKWqgqJDLLwjjGWgWAZoi+mDqLL9qmP9oOC/Mqz1g/7q1YM0cadk5xbZ4KZydwThyZJTwdNHd0srjZoa3WQHHfYdm3mvBzZ0cOj/AOHwsvPPPLcD6PGuqflfnBrMRHByubHALWhiGjHq2aWsl27abC2oBPPV8VFHFj9nhnJyoGI1z5mC0TQIoRa1o2E2Nt1yXOtu0rblVkU5kfkvPiVQ2CAdL3kcWNl9bnfgN51LEVL1mPwsRGoxOVvEp2GOK/ypnix0TzhpDf8AV611veXElxuSSSeck3KnMenhhiioKT/h6cWLtV5ZPlOJG3WT0XJ3AKBXpabHtjb7ZCbthERaBAvx5sCeYH2L9UdlDU8HTyu3lpaOt2r8fBck6TZ1FCwTC31EhYwEkNLtXMCB+IX4tM/s74KJqmpmeLsZE2PXs0pHh3gIj3ovGNJdM8+Cn91VtGr+FJ0ayWE9pcL9LVRMPm0m23jV2bl9CYph7KiF8MguyRpaefXvHMQbEHnC+eMWw6ShqXwybWnUdz2HY4dBHcQRuW7TZOKZKa8nai8Y3hwBGwryWwkEROpADOpNwWD0EGx000s56QwEC/ZK3uWQLTs/U9qumpgeLT0sbepzib/ZDFmK8eb3SbNKVIItGzOYHTzurJ6qFs0VPBfQdsL3G7dY2G0bh9JW/hML/wAHh9c78iaGKc+YoHJLswpFuvCYX/g8PrXfkXtZiNCz+HhFGDuL2tf7WJ/rZPX9C74mJ4VhE9S/Qp4ZJXatTGF1r+VYcUdJ1LT8nc2MVHoz4w9t+UykjcHOf/8AK4G1r7gbbLu3KyVGWVSW6EZjgZ5MLA3xNyOyyr8khcS5xLidpJJJ6ydqrDSP/JivJ6JXFsVkrZWNsGMu2OKNvJjBIaABz7NfsGpUvPrWh+KvjHJgihhH1eE1est2KyUNSYpGSAAlj2vAOwlrgdfcpevxHD55HSzYVE+R5u5xmdcnp4ifPilKlBcI5CSXZgS1rM3BwdDidSd7I6dp6X30vvsU3wmF/wCDw+td+ReysxeH4MaalpGU0bpOEeGvLtJwAG9otsb3BRhp57la4Hc1RCoiL0SBJYnPwGBV0mx0z4oG9IuC630XP7lhy3mkxiH4MKaqpGVMbZDI0OeW2cQRcgNNzYu19K9fCYX/AIPD6135Fgy4ckptpFoySRieHUhmljibypHsYOt7g0e1fTWIVYhrKuYDiUNE7R6xHpADsLgqvSVuHRPZJHhMLXsc17XCU3a5puCOJtBAXrynxNwwjEal1g+qmjhHVpBzgPoOcOxJ8cscW5fo7uTaowkm+sr8RdmDUPD1EMI/myxx/XeG/is45xovoXHqLCqad8IwqF+hojS4RwuS0HZonZe23co/hML/AMHh9a78istPkatIXejCl5RsLiA0Ek6gALknoAW7MqsNbycHpvpP0vAsXVDlYYRakpaSmH+XEAfCw7wmWmyejm9Gd5LZqqyp/eVI+B041uknGi63mRmx7XaI16iVf311PR05o8NaWxn+LM7+JMbWNzYEDu5gANsbiOKTVBvNI5/MCdQ6mjUOwLjWnFplHmXLElO+giItJMIiIAKlZc4jpObC06m8Z3pEah2A+KsePYs2nj0tRebhjec856AvRmdyOdiNZw8wJp4XB8hI1SSbWs6dfGd0avlBZNVlpbEUxx8mzZnsmzQ4bGHi0s376QHaC8DRaQdhDA2457oruiwFgqxl3km2vh4tmzsuY3nYedj/ADT4HXzg2dF1Np2gas+ZmufTyOjlaWuabPYdrSP/AHqIUox4IuNYWtZcZFR17dJto6hos2S2pw8mS21vTtHeDilXTzUcropmFjhtadhHO07COkL0cWZSRCUaJJSWTdNwtVAznkYT1NOkfAFRFPUNeNR7N4VrzfstUulIJ4GGWSwFyTYNsANps4quSVQbOJcmR50a/h8VrHjZwpj9UBH/AEKrKaqMn657nPdSVRc4lxPASayTcnk85Xr/AGZrfmdV6iT8q8g0GnZuIeBwOpkIsaipbG087Y2tPt4Qdi9SmpqQ02E4bTOBa4sfM9pFiHPOkA4HYRwjh2KFXpaZVjITfIREWgQIiIAIiIAIiIAIiIAIiIAL1515uCwrD4N8sk1Qfo8Vt+tsvgV7Lcy9OezC6mSrhihp55I6emijuyJ7m6WsmxAts0e5ZNW/xSKY+zJleMy+H8Ni9NquI9OU9Ggw6J+uWKu/szW/M6r1En5VpOZfBpqU19VNDLEY6YsZwkbm6RedLi6Q1kGMDV5XSsKVuix2YvU8LPLJ5Uj3DqLjbwsuNAi9lKuDMEREHAiIgAiIgAuLFsUZTs0nnX8lo2uPR0dK4scyijgu1tnyeTfU30j+G3qUXkjkhWY1OSDoxggSTOHEYNui0fKdY6mjn1kXus+bUKHC7KRhfZ6MnMBqcarNBmoai95B0IY7+J22btJ7SPqfJzA4aGnjp4G2YwW17XHe5x3uJ1n3L0ZKZNQYdA2CmbZo1ucdb5Hb3PO8+A2CwUyvObbdssERFwAiIgAorKHJ6Ctj4Odl7clw1PYedjt3VsO8FSqLqddAYHlVkPU0BL23lhGsSsGto/zG7W9esdWxR+C5RyQP02PLHWtpNtrB3OadRGody+jCqPlPm0pqm74f93lOvij924+dHuPS23TdaYajxIm4einsy0rCLipJHox/lXl+2Nb84d9SP8qreOZL1lASZYzoD+bHxoz1m3F+kAuKDFPKHaPctUfjfhCOydxHEZZ36czy91gLm2oDcANQ2lcq9cNQ13JIPRv7l7FZV4FCIiDgREQAREQAREQAREQAREQAU5HlfWgACodYatbWE9pLbntUGi44p9o7ZPftjW/OHfUj/KuevykqpmGOWZzmG1xZovbn0QLqJRcWOK8ILYRETHAiIgAija/HoIr3fpO8lms9u4dpVaxDKyV/FibwYOoHlPPVuHYFKeaEe2MotltxDEY4BeR4bzDa49QGsqn4plRLMeDgDmBxsLa5HE6gBbZfmGvpVhyWzS4hXOEk4NNEdZfNcyOHmx8onZytEWOolblkbm9osNAMMenLvmks6TX5OqzB0NA6brHk1MpcLhFVBIyjIDMtLMWzYjpRR6iIQbSv3/vD/LB5uVt5O1bzh9DHBG2KFjY42izWtFgB1D2rpRZhwiIgAiIgAiIgAiIgAiIgD8IVRx7N1RVN3BhgeflRWaD1s5J7gelW9F1Sa6BqzD8azW1kNzCWVDfNOg/6jjbucepVOd89O7QlbJGfJlYQezSFyOpfTi9NVSskaWyMa9p2te0OB6wdSvHUSXYjgj5uixbym93uK6o6+M/Kt16lrmKZs6Ca5bG6Fx3xOIH1Ddo7lU8RzOyC5p6pruZsrC09r2k3+qFeOpQjgyrtcDsIPUv1ftdm8xGE6oNMeVE9p7gSHeChaqGqg/ixzx2/vI3gd7hZWWaLF2smUUAzGX87T2e5e1uNnewdhITfIjlE0iiRjg3sPePcvIY4zyX+HvXd8QpkoijfjuPmf3D3r8+PIvP7h70b4+wpkmiizj0XM/uHvXrdlDH5D/D3o+SPsKZMIoF+Ug3Rntdb8F6JMpX7mNHWSfcleWHs7tZZUVNlyimJsHNB5mtF/G66abCsRqf4cFW8HeI3tZ9YgN8Uj1EUd2Mss1Qxmt72t63Ae1RtTlFAzY4vPmj8TYLpw7NDic2t8cUA55ZQT12i0vGytuFZiWDXVVj3bOLDGGfbeXX7goy1T8DLGZlV5Wu/lsa3pcbnuFgPFemhw7EMRNoYp5gbi7W6MQ6C7UwdpX0Vg2bbDaaxZSse4W4015Dcbxp3DT1AK2NaALAWA3BZ55pS7Y6ikYNk7mJmfZ1bO2Jv93Dx39Re7itPUHLVsmMhKGgsaeBun/ev48nY53J6m2HQrIikMEREAEREAEREAEREAEREAEREAEREAEREAEREAEREAEREAcFZglNN/Fp4JPTiY72hQ9TkBhz9tJGPQ0mfcIX6i6pNBRS8fyIooidCEj/VlPtesxxqmbG8hgsOsn2oivjbfYjRGFeJRFUU8SrDkzhUUxtI3S+k4fdIREkujqNPyezd4dILvpy49M01u7hLK1U2QGGs2UNOfTYH/fuiLO2xybpMOhiFooo4x5jGt+6F1IiU6EREAEREAEREAEREAEREAEREAEREAf/Z"/>
          <p:cNvSpPr>
            <a:spLocks noChangeAspect="1" noChangeArrowheads="1"/>
          </p:cNvSpPr>
          <p:nvPr/>
        </p:nvSpPr>
        <p:spPr bwMode="auto">
          <a:xfrm>
            <a:off x="63500" y="-144463"/>
            <a:ext cx="1800225" cy="18002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nl-NL">
              <a:latin typeface="Calibri" pitchFamily="34" charset="0"/>
            </a:endParaRPr>
          </a:p>
        </p:txBody>
      </p:sp>
      <p:sp>
        <p:nvSpPr>
          <p:cNvPr id="9220" name="AutoShape 5" descr="data:image/jpeg;base64,/9j/4AAQSkZJRgABAQAAAQABAAD/2wCEAAkGBhASERMQEBQSEhASGBQUEBcTFRAXEhkXFhQXFxUUFRUXHCceFxojGRYWHy8gIygpLDAsFR8yNTAqNSYrLCkBCQoKDgwOGg8PGikkHyIzKzUsKiw1LykuKSwtLCwtLSwpLCwsLCwsLCwsLCwsLCksNCwsLCwpLCwsLCwsLSwpLP/AABEIAHMBtQMBIgACEQEDEQH/xAAbAAEAAgMBAQAAAAAAAAAAAAAABQYDBAcCAf/EAEgQAAEDAQQECAcPAwUBAQAAAAEAAgMRBAUSIQYxQVETImFxgZGSsQcyU3Kh0dIUFRYXMzRCUnOCk7LBwvAjJINDYqKz4VRj/8QAGgEBAAMBAQEAAAAAAAAAAAAAAAIDBAEFBv/EADcRAAIBAgMFBQcDAwUAAAAAAAABAgMRBBIxEyFBUWEFFBWh0SIyUnGBkbFCwfCC4fEjJDM0Y//aAAwDAQACEQMRAD8A7iiIgCIiAIiIAiIgCIiAIiIAiIgCIiAIiIAiIgCIiAIiIAiIgCIiAIiIAiIgCIiAIiIAiIgCIiAIiIAiIgCIiAIiIAiIgCIiAIiIAiIgCIiAIiIAi5kdM7b5QdiL2U+Gdt8oOxF7K8bxmhyl5epn7xHqdNRcy+Gdt8oOxF7KfDO2+UHYi9lPGaHKXl6jvEep01FzL4Z23yg7EXsp8M7b5QdiL2U8ZocpeXqO8R6nTUXNYdLbe9wY19XOIDQGRVJOoeKr7DKYYQ60yAlorI8gAV3AAdA2la8NjoYi7imktW7W/JOFVT0N1FS7f4QsyII6j60hOf3R61pfGBafqw9mT21VLtXDRdr3+Rx14I6Ci578YFq+rD2X+2nxgWr6sPZf7aj4th+v2ObeB0JFz34wLV9WHsv9tPjAtX1Yey/208Ww/X7DbwOhIue/GBavqw9l/trdubTK0zTxxFsVHmjqNfWgBJpxtwUodqUJyUVe76HVXi3YuqIoi+7XbGOb7libI0g48Ww1FPpDlW+pNU45mm/lvLW7K5Loqt76Xt/80f8AP8iyaMaRz2mR7JGsDWNqSwO8bEABXERqxdSzRxsHNQtJN6XTRBVFe28sqKnx6TW6SSVkEUTxG4g6waYiBWrxuWf30vb/AOaP+f5FxY6D0jJ/JM5tVyZaUUBft+TWezRS4WcK4tbI11S0EsJcBR28bys2jN+m0xuLwGysNHgVpn4pocxtHO0q1Ymm6my42uSzq+UmUUJpJfclnMOAMPCOwuxB2rLVQjevulN9Ps0TZIw0kvwnEHEUwuOwjcuzxMIZ7/ptf6hzSv0JpFVRfF6UDvc0ZaRXLXTmEhPoW1c+lzZX8DMwwzagHVoTuzAIPIVXHGU21F3V9Lpq5xVFoWBERbCwIiIAiIgCIiAIiIAiIgCIiAIiIAiIgCIiAIiIAiIgCIiAIURAcYITCuzovnvBP/Ty/uZO7dTjGFKLs6pem+kGuyxH7Yj0M/U9W9ZsT2ZHD03OVTy1f3IToqCu2UtEVg0R0f4eThHj+jGc9znaw3m2noG1eXRoyrTUI6spjFydkTmhOj+BvumQcdw/pg/Rafpc57udRend7F83AA8SKhdyvIr6AQOkroCp14aCSSyyS8K0Y3OdTC7IE1A17l9LisLOGGVGgr8zZODUMsSkIrf8XUnlmdh3rT4u3+WZ2HeteJ4bifg/HqZtjPkVBFb/AIu3+WZ2HetPi7f5ZnYd608NxPwea9RsZ8ioIrf8XUnlmdh3rT4un+WZ2HetPDcT8H49RsZ8ioK46BXOcRtLxRoBbFXaT4zhybOk7lvXfoDCwh0rnS02Uws6RUk9as7GAAAAADIAZAAagAvUwHZk4TVSrw0RdSotO8j0iLRvm9W2eJ0rszqYPrOOofzYCvenNQi5S0RqbsrsiNLb3cMNkgzmmyNNYadnIT6BU7lK3HdDbNEI25nW873HWebYOQKJ0TulxLrZPnNNm2uxp28lRq3Cm9WZY8NB1JOvPV6LkvV8SuCu8zKBcd+xWae1GXFx3kNwiup7694U58PbJ/8Ap2P/AFaGiMDXWi2YmtdR+WIA/wCpJvVq974vJx9hvqWXBxrukskkld6q/F9SFNSy7mV7wgmtmjO+Qf8AW9a9u/s7ay0DKC0Cku4E0xHro7tLY8IXzZn2g/63qWvq6xaLO6P6VAYzucBl16uYlKtJzrVHH3o5Wvmr/nQSjeTtruIbTrXZftD+1evCH83Z9p+x6gLXeZlhsrH/ACkMhY8HXQYcJPQKc7Sp/wAIfzdn2n7HrPOqqtOvNcVH8EHLMpP5FksfybPNb3BVzTu7wYmzjKSNzRiGvCTTXyOoR0qx2P5Nnmt7gq/p5bWtgEWt8jm0G2jTUnrAHSvSxmXu0s3Lz4eZdUtkdybum1mWCKQ63saTz0z9NVtrTueymKCKM62saHc9M/TVbi1U75Fm1sixabwiIrDoREQBERAEREAREQBERAEREAREQBERAEREAREQBERAEREARFr3hbmQxulkNGtHSdwHKTkuSkoq70GhG6UX8LNFxfln1EY3b3nkHfRcye8kkkkk5knWSdZK2r0vJ88rpX6zqGxoGpo5vWtVjCSAASSQABrJOoBfGY7FvE1N2i0/nU86rUzs27pux9olbEzbm47GtGtx/mshdVsNiZDG2KMUa0UG/lJ5Sc1G6MXCLNFnThX0Mh7mjkHfVTK+g7Owfd4Zpe8/Lp6mqjTyq71C0L4viOzR8I/PYxo1uO4etb65ppneBktLm14sXEbz63Hry+6Fdj8V3elmWr3IlVnkjcW/TO1SE4XcE3YGAelxzPoWj7/Wry83bf61oIvkZ4mrN3lJ/cwOcnxN/wB/rV5ebtv9ae/1q8vN23+taCzWSyPleI42lz3agO87hyqKq1W7KT8xeRdNBLVPIZXyyPe0YWtxOcRU1JpXkp1q3KPuK6RZ4WxDN2t53uOs82ocwCkF9phKcqVGMZ68T0aaaikwiItRMKraV3HaZ5Y3RBro2NFA8imLESat21Ab1K0rVvC9IoAHTOwBxoMnHOldgKz4mlCpTcajsvsQmk1ZlewXxvh/4epb9zC8OE/ujHweE+LhriqKahuqsnwvsXlR2ZPZWWyaSWWV4jjkDnurhGF41AnaNwKy01RUlas30zJ3IJRv73mV6C5bxhlmfBwYEriTUtOWJxbrGXjLZw3xvh/4epS9p0mskb3MfIA5po4YZMj0BYxpdYvLDsyeyq1Sw8PZVZrpmRzLFbs3maukV02i0WWJgwmYFrpMwBXg3B1OkqwsGQCx2a1Mkbjjc17TtaQR6FlXoU6UYyc073t5Fqir3KdfmiMr7SJoQ3A4tc8E0o4HjU59fPVSml10S2iFrIgC4PxGpplhcP1C2J9KLIxzmOlAc0kOGF5oRrGQUlDM17WvaatcA5p3gioKyxw+HltIwfva2a3ehBQg7pcSrsgvegaHQtAAAPF2dBWe6tFHCX3RapOGmGbdeEEajU66bMgApi8L3hgw8M/Birhyca0pXUDvCXffEE+LgXh+GmLJwpWtNYG4pGhQVRRlNya0Td/IKEb2bubiLHaLQ1jXPecLWglxOwBR1n0nsj3NYyUFziA0YZMyecLZKrCDSlJJsscktSVRad4XvDBh4Z+DFXDk41pSuoHeFp/C+xeVHZk9lRlXpQdpSSfzRxyitWTCKNsekVmleI45A55rQYXjUKnWNy8RaUWRzgxsoLnENAwyDMmgGY3p3ilrmX3QzR5kqixWm0sjY6R5wsaKuOeQ6Fp2LSCzTP4OKQOfQmlHjIa9YU5VIRkotq74HbpbiRRa1vvKKFofK7A0nCDQnOhNMhyFebvvWGcEwuxhtA7Jw184CbSGbJdX5cRdXsbaLRvC+oIPlXhpOoZl3PhFStGLTOxuNOELfOY8Drpkq5YilB5ZSSfzOOcVubJxF5jka4BzSHNOYIIIPKCFoW7SCzQvwSyBrqA0o85HVqCslUjBZpNJHW0tSRRQ/wALrF5UdmT2VIWO8IpRiie14GvCa05xrCjCtTm7Rkn8mcUk9GbCLVvC9IoAHTOwBxoMnHOldgKXfecU7S6J2NoNCaOGdAaZgbwpbSGbJdX5cTt1extIo+3X9Z4XYJZA11K0o4mnQDRbFht8czccRxMqQDRw1a6VAquKrByypq/LiMyvY2ERFYdCIiAIiIAiIgBK5tpbpB7okwMP9GM8X/cdRf8AoOTnU1ptpDhBs0Z4zh/VI2NP0Oc7eTnVGXzfauNu9hD6+hjr1P0oK66EaParVIPsQfS/9B17lTI3AEEgOAIJBrQ8hpnRWVun9oAoI4QBkAA+n5l5+BnQp1M9Xhoiqk4p3kdBRc/+MG0fUh6pPaT4wbR9SHqk9pe/4thub+xq28DoCgrRoXZXvc9wfieS53HOsmpWXRe+X2mJ0kgaCHlow1pQNadpO9Y9KNIhZmANoZn1wA6gNrj+g29C0VZ0KlHa1FePUnJxccz0MD9CLEBU4wN5fQLX+C92+UH4zVSbZbpJXYpXOe7/AHHuGodCwUXz88dQv7NFW6/4MjqR4ROiWfQ2wuzbV4GRpISOarVNWG7IYRSJjWA66DM85OZ6VF6E2Mx2VpORkLpOg0DfQ0HpU8vocLSp5I1FBJtGuEVZOwREWwsCIiAKp+EP5GLzz+Qq2Kp+EP5GLzz+QrD2h/1p/wA4lVX3GRGi+i8Vpjc97ntLXYRhw08UHaDvVjuzQyGCVszXyFzK0DsFM2kZ0byqnXPo5PaGOfEWBrThOJzga0B2A7wrLozozaLPNwkpYW4XN4rnE1JFMiBuXk4GKeS9H+r9yimtPZ+pVdJfnc/nnuCsV7aDRMhfJG+TExpfR+Ag4RUjICmpV3SX53P557gs1635bXAxTuc0GhLSwMJGyuQJCxKdGMqu1i3v3dNSu8U5XRtaC2pzbSGA8WRrsQ2cUVB58qdKv14WsRRPlOpjS7noMh0nLpVc0HuVjWe6cQe94oKamiuYNfpVGf8ACvWn9vwwtiGuV2fmsoT/AMsK9fCuWGwTnLq19dPM0QvCndlEcHvxSGpoavPK46zzldB0Ft+OzYD40RLfunjN7yPuquXK6zCx2hkkjWyy+KDWvEFWbPrVX3QW34LTwZ8WVpb95vGb6MQ6V5uBlsK1OV/fW/pv/wAFNJ5ZLqSXhG/0P8n7FA6LXnwFoY45MfxH7qOOR6HUPWp7wjf6H+T9ihLXdtbDBaAPFdIx/MZHFp66j7wUsWprGTnDWNn5IVL7RtcCw6f3nhY2ztOb+M/zQch0u/Kqpo986g+0b3rfuCJ9rtbHSnEGBrnnkjADR0mlecrSuH53D9o3vVVapKvWjWejdl8lb1OSeaSkWLwi6oP8n7Fp6OaLQ2iHhHve12JzaNLKUFN45VueEXVB/k/YoW6NE5bTHwrHRgVLeNirlTc071fiFfHS9jPuW7TgiU/+V7rluunRGGCVsrJHuc2tASymYI2DlVLv6EwWuSmWF/CN6aPHfToVs0X0Wls0rpHujILC0YcVa4mnaBuUX4QrJSWOX67S087DXud6Fdi6P+0U1DI0728vQlUj/p3tYltNrePcjQ0/LFtPN8f9B1qnaO2rg7VC7ZiDTzP4p71lvm9OEisrNfBx0dz4i3P7rAeletI7q9zuhoKF0TCfPaKO9ND0rHiq0qtXbx0jl9fyVzk5SzLhYm/CJas4YvOefQ1v7ls3DL7lu509OM7E8A7SSGMB5Mh1qtaSXh7onDm58SJraby0OI7TiOhWvSuy8Hd4jbqj4Jp5gQO+i1wqOdatiI/pW7+fQsTvKUlwKldF3PtloIc451fK45mmWrlqQB/4rBfOgsbYnPgc/GwF1HEEOAzIFAKGiweDtw4SYbcLacwca94V3lIDSTqANeaiswODpVsPnmrt338jtKnGULsoWg18OZLwBNY5K4RucBWo5wD00WHTv539xn7lHaOAm1QU+u3q2+iqkNO/nf3GfuXn7SUsC0+Et32Kr3pfUk7DoPDLZ45A+Rsj2Nd9AtqRXVStOlV/Rq0vjtUWE+M5rHbi1xoQd+/oWSS/bayFkZc5kRaBHxA2rQAOK6lTlTMHapbQW5WPd7pc4ExkhrBrBp4zujV/4pxUK1anGhHK1rw5HVaUkoo3vCH8jF55/IVp6LXqyz2OaV2f9SjBtc4sbQfzYCtzwh/IxeefyFUkRSGMuo4xNdmfohzh3kNHo3q3GVpUcZKcVvt+2p2pJxqNok7qu6W3Wgl5NCcUztw3DcTSgHJyLpcEDWNDGANa0ANA1ABVbQG8IzG6CgbICXH/AHg7ecZDmpyq2r0uzKUI0tondy1f7F1GKUb8wiIvVLwiIgCIiAKK0jvwWaLFkZHVEY5d55B6htUqte03dDIayRxvIyBc1rjTdmFVVU5Qag7PmRle245DLI5zi5xJc4kuJ1knWSvK617x2XyEP4cfqT3jsvkIfw4/UvnvBaj/AFoy93fM5Ki617x2XyEP4cfqT3jsvkIfw4/UngtT4kO7PmclRda947L5CH8OP1J7x2XyEP4cfqTwWp8SHdnzIXwffN3/AGh/IxVXSq2GS1Sk6mng28zMu+p6V02zWSOMYY2NYCakNaGiu+g5gsbrthJJMcZJzJLGVJO05L0KuAnUw8KKlp5lsqTcVG5yBWDR/RKWZwfK0shGZrUOdyNGunL1LoMVhiaatYxp5GtB9AWdUUOxoxlmqSv0IRw6T3s+MYAAAKAZADVQbF9RF7pqCIiAIiIAqn4RPkYvPP5CrYsc1nY/J7WuA1YgD3rPiaW2pSpp2uQnHNGxWfB58hJ9p+xqtSxwwMYKMa1oOZwgAehZF3D0tjSjTbvY7COWNjlOkp/u5/PPcFe9J7gFpiq0DhmZxnfvYeQ9/SpR9giJJMbCTrJa0nros6x0ez1HaKbup+WvqVxpWvficy0av51llLX14JxpIDraRlipvGojdzBfdMLxE1pIYQ5rAGMpmDtJHSadC6I+wREkmOMk6yWtJ66ILuhGYjjBGriM9Szvs2rstjn9m99PIhsZZctytReD2LCMUkmKgxUwUrTOmWqqq142Y2S1FrTUxOa5hOsjJwr3Lqywy2ONxq5jHHeWtJ6yFbX7Lpyitl7LXElKgmvZ3FN0+tDXssz2+K8Pc3mIjIUporZGS2ARvFWOMgPbOo76qefY4yACxhDfFBa0gcwpkvcUTWijQGjcAAOoK6GDaxEq0mnmVrfb0JKn7bkzSuq4obPi4IEY6Yqkk5VoM+crnNwn+7h+0b3rqywMsEQNRGwEZghra9dFHEYFVHDJZKL0+xydK9rcCpeEbVB/k/Yom5NLnWaLgmxtcKl1S4g505ORdFmszH0xta6mrEAac1Vj97YfJx9hnqVdXA1XXdanOzfTojkqUs2ZMrtxaZvtE7YTG1odizDiTk0nVTkWzp1ZMdlx7Y3Nd0Hin8wPQpuOxRNNWsY07w1oPWAsr2BwIcAQdYIBHUtCw9SVGVOrK7fElkbi1JnJrksnC2iKPWHPFeYcZ3oBVx8INkxQsl2xuoeZ4p3hqscdhiaatYxpGohrQesBZZImuGFwDgdYIBHUVmo9m7OhOk3dy4/gjGjaLjzOW6L2XhLVE3YHYzzMGLvAHSul3jYWzRPidqeCK7jsPQaHoXuKxxtNWsY06qta0HrAWZX4PBLD03CTvfUlTp5FZnLI3WiwWipFHiozrge066HaDlzEKSvfTh8sRjYzg8Qo84sRodYGQpXVVX2ezMeML2te3c4AjqK1orlszTibDEDsIYyvRksq7OrU04Uqlovh/P7Feykt0XuKtoPcDw/3TIC0AERA5EkihdTdSoG+qjtOz/d/cZ+5dHWGWxxuNXMY47y1pPWQrZ9nLu6oQfG9+ZJ0fYyohoroZabBDG7I8Gwsd9V2EUPNsPIVS7ut8titBxChacMrN4/mYP6FdSYwAAAAAZADIDmCxS2KNxq5jHHeWtJ6yFKvgM+ScJWlG2/mdlSvZrVFT05tbJLNBIwgsc+oP3D6eRetCLKyWyzRvFWOeQew3Vy7VaTYYqYcDMINQMLaV30ovcMDGCjGtaDmcIAHoUlg28RtpNaWa+lhs/bzM5baoJbFaaA0fGasOxzTqPMRUEc4XSrpvNloibKzUdY2tcNbT/NyzzWSN+b2NcRqxNae9fYbOxmTGtaDrwgDuTCYOWGnLLL2Xw5CFNwb37jIiIvRLgiIgCIiAIiIAiIgCIiAIiIAiIgCIiAIiIAiIgCIiAIiIAiIgCIiAIiIAiIgCIiAIiIAiIgCIiAIiIAiIgCIiAIiIAiIgCIiAIiIAiIgCIiAIiIAiIgCIiAIiIAiIgCIiAIiIAiIgCIiAIiIAiIgCIiAIiIAiIgCIiAIiIAiIgCIiAIiIAiIgCIiAIiIAiIgCIiAIiIAiIgCIiAIiID/2Q=="/>
          <p:cNvSpPr>
            <a:spLocks noChangeAspect="1" noChangeArrowheads="1"/>
          </p:cNvSpPr>
          <p:nvPr/>
        </p:nvSpPr>
        <p:spPr bwMode="auto">
          <a:xfrm>
            <a:off x="63500" y="-144463"/>
            <a:ext cx="304800" cy="304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nl-NL">
              <a:latin typeface="Calibri" pitchFamily="34" charset="0"/>
            </a:endParaRPr>
          </a:p>
        </p:txBody>
      </p:sp>
      <p:sp>
        <p:nvSpPr>
          <p:cNvPr id="8" name="Tekstvak 6"/>
          <p:cNvSpPr txBox="1">
            <a:spLocks noChangeArrowheads="1"/>
          </p:cNvSpPr>
          <p:nvPr/>
        </p:nvSpPr>
        <p:spPr bwMode="auto">
          <a:xfrm>
            <a:off x="539552" y="1117154"/>
            <a:ext cx="7920880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nl-NL" sz="1600" dirty="0">
                <a:latin typeface="Aharoni" pitchFamily="2" charset="-79"/>
                <a:cs typeface="Aharoni" pitchFamily="2" charset="-79"/>
              </a:rPr>
              <a:t>Stap 3: Geef de </a:t>
            </a:r>
            <a:r>
              <a:rPr lang="nl-NL" sz="1600" dirty="0">
                <a:solidFill>
                  <a:srgbClr val="FF0000"/>
                </a:solidFill>
                <a:latin typeface="Aharoni" pitchFamily="2" charset="-79"/>
                <a:cs typeface="Aharoni" pitchFamily="2" charset="-79"/>
              </a:rPr>
              <a:t>primaire sleutel</a:t>
            </a:r>
            <a:r>
              <a:rPr lang="nl-NL" sz="1600" dirty="0">
                <a:latin typeface="Aharoni" pitchFamily="2" charset="-79"/>
                <a:cs typeface="Aharoni" pitchFamily="2" charset="-79"/>
              </a:rPr>
              <a:t> aan (PK —). Een primaire sleutel</a:t>
            </a:r>
          </a:p>
          <a:p>
            <a:r>
              <a:rPr lang="nl-NL" sz="1600" dirty="0">
                <a:latin typeface="Aharoni" pitchFamily="2" charset="-79"/>
                <a:cs typeface="Aharoni" pitchFamily="2" charset="-79"/>
              </a:rPr>
              <a:t>identificeert een unieke entiteit. In dit geval identificeert </a:t>
            </a:r>
            <a:r>
              <a:rPr lang="nl-NL" sz="1600" dirty="0" err="1">
                <a:latin typeface="Aharoni" pitchFamily="2" charset="-79"/>
                <a:cs typeface="Aharoni" pitchFamily="2" charset="-79"/>
              </a:rPr>
              <a:t>bestellingnr</a:t>
            </a:r>
            <a:endParaRPr lang="nl-NL" sz="1600" dirty="0">
              <a:latin typeface="Aharoni" pitchFamily="2" charset="-79"/>
              <a:cs typeface="Aharoni" pitchFamily="2" charset="-79"/>
            </a:endParaRPr>
          </a:p>
          <a:p>
            <a:r>
              <a:rPr lang="nl-NL" sz="1600" dirty="0">
                <a:latin typeface="Aharoni" pitchFamily="2" charset="-79"/>
                <a:cs typeface="Aharoni" pitchFamily="2" charset="-79"/>
              </a:rPr>
              <a:t>een unieke bestelling.</a:t>
            </a:r>
            <a:r>
              <a:rPr lang="nl-NL" sz="1600" dirty="0" smtClean="0">
                <a:solidFill>
                  <a:srgbClr val="FF0000"/>
                </a:solidFill>
                <a:latin typeface="Agency FB" pitchFamily="34" charset="0"/>
                <a:cs typeface="Aharoni" pitchFamily="2" charset="-79"/>
              </a:rPr>
              <a:t/>
            </a:r>
            <a:br>
              <a:rPr lang="nl-NL" sz="1600" dirty="0" smtClean="0">
                <a:solidFill>
                  <a:srgbClr val="FF0000"/>
                </a:solidFill>
                <a:latin typeface="Agency FB" pitchFamily="34" charset="0"/>
                <a:cs typeface="Aharoni" pitchFamily="2" charset="-79"/>
              </a:rPr>
            </a:br>
            <a:endParaRPr lang="nl-NL" sz="1600" dirty="0" smtClean="0">
              <a:solidFill>
                <a:srgbClr val="FF0000"/>
              </a:solidFill>
              <a:latin typeface="Agency FB" pitchFamily="34" charset="0"/>
              <a:cs typeface="Aharoni" pitchFamily="2" charset="-79"/>
            </a:endParaRPr>
          </a:p>
        </p:txBody>
      </p:sp>
      <p:pic>
        <p:nvPicPr>
          <p:cNvPr id="3" name="Afbeelding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1916833"/>
            <a:ext cx="5544616" cy="3922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60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AutoShape 2" descr="data:image/jpeg;base64,/9j/4AAQSkZJRgABAQAAAQABAAD/2wCEAAkGBxQSEhUUEhMUFRUXFxQXGBgXFRgcGRcZFxUcGhwdFRcYHCohGBolHBcXJTEiJSkrLi4uFx8zODMsNygtLisBCgoKDg0OGhAQGywmHiQuLCwsLCwsLSwsLCwwLCwsLCwsLCwsLCwsLCwsLDQsLCwsLCwsLDQsLCwsLCwsLSwsLP/AABEIAKMBNgMBIgACEQEDEQH/xAAcAAEAAwEAAwEAAAAAAAAAAAAABQYHBAIDCAH/xABPEAABAwIBBgkGCwUFCAMAAAABAAIDBBEFBgcSITFBEyIyUWFxgZGhUmJyk7HRFBVCVIKSorLB0uMWIzNDwghTVWODFyQ0RKPT4vBzw+H/xAAZAQADAQEBAAAAAAAAAAAAAAAAAgMEAQX/xAAnEQACAgEEAgICAgMAAAAAAAAAAQIRAwQSITFBURMUInEysUJhkf/aAAwDAQACEQMRAD8A3FERABERABERABERABFyTYhG3fc8w1+Oxcr8TceS0Dr1rtMCVXrkna3a4Dt/BV+uxZjP40zW9BcAfqjWe5QVVlnTt5AfJ1N0R3usfBUjilLpCuSRdJMSYNlz1D3rllxg7md5We1OW8h5ETG+kS72WUXUZS1L/wCZo9DWtHja/irR0svIryI0uXF5d2iOoe9R1Ti8u+W31Qs2lrZHcqR7utxP4rnVVpV7F3l9qMa56n/q/wD6o6bFmnbMT9IlVNE6wI5vZPy17D8u/euV9UzyvAqKRP8AEjm47nVPM4jqJXicQlHJmlHVI4ewrjRHxoLOwY/Vt5NTP6xx9pXsZl1Xs/5gkczmRnx0b+Kj0R8UfQbmT1NnTrG8tkDx6LmnvDreCl6TO83+dSuHTHIHeDg32qjuhadrR3L0voGHcR1H3qctPB+DqmzXKDOZh8ltKR8R5pI3Dvc27fFWXD8VgnF4JopR5j2u77HUvnWXCfJd3j3LjkwyRp0m7RsLTYjq2FRlpfQyyH1Ei+ccPy4xGlIAqJHAfJmGmD2v41uohXHBs9GwVdNbz4XX/wCm/YPpHqUJYZIdSRrqKCwDK+jrdVPUMc7yHXbJ9R9nHrAsp1SaoYIiIAIiIAIiIAIiIAIiIAIiIALxkkDRdxAA2kmwUJi2UscV2x2kf0Hit6zvPQPBVHE8aLuNM/qb+Vo9qpHG5CuSRcKvKFo1RjSPOdQ958FC4hjNheaUNHNe3c0az4qlVmULzqjGgOfa73BQ73lxu4kk7STc961Q03sRzLdV5YNbqhjLvOfqH1RrPgoOtygqJdshaOZnFHhrPaVFotMcUY9IRybCIicUIiIAIiIA9tNA6R7WMF3OIa0c5JsFYzkLU73QD/V/8V6cgYA6tjJ2RtfIeoNI9rgsKxmu4eommItwssklvTeXfisufPKEqRSEU1yb1+wtT5UHrf8AxXBjOTc9MwPk0CwnR0mO0gDa9jq6CsIW5YfBwGB0EWx0rpah3SCTo3+i9vckxaicppHZQSRGIiLaSCIiACIiACIiAPxzQdRFx0rhqMIidu0T5vu2LvRcaT7OlZq8BeNbCH21jc4d/vUvgOcbEKEhhkMzB/LqLuIHmyHjt6Lkgcy7166inbILPaHDp/A7lGeBPoZTo0vJXOtRVZDJCaaU2GjKRoOPmS8k9TtEnmV9XyviOTW0xG/mu/B3v711ZLZf12FuEdzJCNsEpNgP8p22PotdvQsWTC4lVKz6eRVfIzLukxJv7l+hKBd0L7CQW2kC9nt84c4vY6laFEYIiIAIiIAIi9NXUtiY58jg1rRck7kAeVRO1jS97g1oFyTsCoWPZVumuyK7I952OeOnyW9HfzKHykykdVP3thaeK3+p/O72d5NcqKku1DUPb1rZiweWTlM7qnFLao+/3BRb3km5JJ5yvFFsjFR6JN2ERS+AYbFKJ5ah7o4aeIySFgu6wudVwdwdu3LspKKtglZEIu34/wAB+d1nqv00+P8AAfndZ6r9NQ+zjG2M4kXb8f4D87rPVfpp8f4D87rPVfpo+zjDYziRd7cbwI/87Ut9KFx+7Gu6jwmkqrChxKnlcdkb7xvPU08Y/VTLU435DYyCRd2KYTNTO0Zoyy+w7Wu9Fw1FcKsmnyhScwqfgKDEqm9iynMbD50twPtaHesEW05azcBgFt9VVNH0Yxf70X2liy8vO7yMvDo/WNJIA1k6gvoHLaIRPp6ZvJp6aGMdYFvYGrEcmJ4o6ynfOdGJk0T3kAniseHEWGs3tbtWyYvlhglRM+Z9VVBz7XDYtQs0AWuw7gjBOMJXIJptcEMi7fj/AAH53Weq/TXm3FsDdqGITsPnwPI7dGNbfs4yWxkeisNPk5HUAmhraaqIF9AODX29G58bKFrKN8LyyVjmOG0OHiOcdIVIZIy/ixWmuz0IvZBEXua0bXODR1uNh7VL41Pg9HM+nqKqq4WPRD9GMFty0O1WYdxG9cnljDs6ot9EIi7fj/AfndZ6r9NPj/AfndZ6r9NT+zjO7GcSLt+P8B+d1nqv01+jHsB+d1Y/0v00fZxhsZwopWnmwic2hxQMP+fG5g+s4NC6MRyVniZwjQ2aK1xJC7SFue223SLjpTxzwl0zji0QS562iZK3RkaCN3OOo7l0IqtX2cKViWETUrhLC91mnSa9hIfGRvJGzrHgtYza53xMW02IlrJDYMn1Bkh5pRsY7zth6N9cVUyjyb1GSBvS6Mb+lg/DuWLNp/MSkZ+z6vRYHmgzomJzKKufeI2bDM464zsDJCdsfM48nYdXJ3xYioREQAWT5cZS/CZeCjP7mM7tj3Da7qGwdp3i1szjY58GptBhtJNdg5w23HcOwgdbhzLJIti1afFf5MnOXg9z33XgiL0EqJBERBwKQxubgMBrHg2dPLFCDzgEOI7W8IFHrxzuT8FhmG0/946Wod/T4SnuWbVOoUUx9mRIitua3J2OvxGOGYExaMj5ACQdFrDbWNY4xavOLFSRbccAwH5rVn/VP/cXi/JzAXavg9YzpEgPteVX4MnoXcjE0WuVuaukqQfiyscZQCRBUgAv32ZIABsvuPSRtWUVVO6N7o5Glr2Oc1zTta5psQekEFTcWnTGTsv2Q+cyWC1PX3qqN1mkP4z4h5UbjrNvJvu1W33LKLCRA5ron8JBK3hIZBrDmkA7ecXHYQegYUtqzTTmvw2aidrfTSxSRE7mSuIc0dAs8/THMrYMuyX+hJxtEXntn4OHDaW9iyB0z29MpAHi2RZSr9nwr+FxaZo5MLIoh2MDj9p7lQVFu3Y6CLSM22RtHU0dRV1xm0I5I4mCIgG5ALto18tnNaxVg/ZLAuav+sxNHHKStI42kYui2Z2RmBO1B9fH512G3ZolUfOFkX8XOidHMJ6edrnRSaOieKRdrhzjSbr38w2LkoSj2gTT6KnFIWkOaS1wIIINiCNYII2FbPm7yqdi0bsPrXaVQ1jn007uU4tGtjztcba77wDfWATiytOa6YsxaiLdvDNb2Ou0+BK5GTi7R1qzUcjqQvroWkcl5cejgwXa+1oCxzK7EPhFbUzA3Ek0rmnzS86NujRst4jkFPPitSP5EVS5vpucS23a0hfOCvqZbpL9CQVIIi3N2ROEUsVOyrp53zup4pJCyU203N421wtxg7VbZZRjFydIZujDEW3fEGA/Nav1v6i5p8hcFn1RVFVSvOwyBr2A+cAL2+kE7w5F4ObkY0pvJfKyqw+TTpZnM1guYdcb+h7DqOoWvtG4hdGW+R02GStZKWvZIC6KVnIkbzjmIuLjpG0EFVxSGN8hqoMWpXVtKwRzxW+FQDdf5bOg2Jvvsd4N4JVLNJjppMTg1/u5nCCQbi2Q6Iv1O0T2FX7KGh4CpliGxrzo+ieM37JC36XI5La/BHJGuSOREWsmVDK/AhYzxDpkaPvD8e/nWq5i8vjUs+A1L7zRtvC47ZI2jW0ne5vi30STWSFQK9kmH1jJYCWlrhJEeax5J5xuI3g9KwanFX5ItCXg+w0UXkvjbK2lhqY+TKwOtfku2OaekOBHYvxZChlGcfE+Gr3tB4sQbE3rGt3bpEj6IUM0WXLPPwtRI/y5ZH97i5da9bHGo0Z27YREVBQiIgD9awkgDaTYdZURn5qR8YRwNPFp6eGO3MTd33XM7lbMlKbhKyBv+Y1x6mcc/dWW5xcQ+EYnWSbjPI0dLYzoNP1WhYdY+UiuMri1TMdDoNxGq3xUwjaemUkjxjb3rK1s+QcHA4A9x21VVYejGB/VG7vWbGrkkUk6RzhEReuZj30MxZIx7dTmva4dYIVVz307WYxUaOrSETj1mJt++1+1XXJykM1VCwb5Gk+i06TvAFZvnRxIVGK1cg2CUxjqiAjuOg6F+1YdY+UWxlWWvf2bXH4ZU83we56xI23tKyFaxmevT0GLVuzQg4OM+foPNu8xd6xlDOcpa/4RV1E17iSaV46nPJHgQo1EQBt+Bw8BgNGy1nVEss5HOAS0Hu4MqPViyug4BtHS/N6WJp9Iix7eID2qur1NOqxohN8henPJJoUOFQ7yyeU84Diwt79I9y6I4y4ho2kgDrJsFDZ+asHEWwtPFp6eGK3MSC/2Pb3KWrfCQ2MzdXnMrQmXF6fmj4SR3QGxm32i1UZanmNh0BiNVvipuDafOlJI8Yh3rClboqWDLSu0cHrpb2NXVtY3XYkB/C91g8d6wxazndm4LDsNpx8sS1Du22h4Pd3LJk+V3NnI9Elk1QfCKunhtcSTRMPU54B7LErbMuqnTrZbbG6LB9Fov9rSWf5j6DhcWhceTC2WV3UGFo+09qs9bUcJI+Ty3vf9ZxP4q+kX5NiZHwelERbyJ784TeEwCFztsVZosO/Rcx5IHRr+yFjK17O1NwOFYfTHlSvkqT0AAht+sS/ZKyFeTldzdezTHo6sLcRNEW7RIwjrDhZb1nEH+/SejH9wLGsgaA1GI0kYF7zxE+ixwe77LStayzqeErZ3DYH6P1Ghp8WlW0i/N/oTJ0QqIi9AiFBZZUXCU5cBxozpDqOp34HsU6vVVxacb2nY5rh3iyWcd0WjqdMsH9m7Gi6KppHHkObMzXufxXgcwBaw9byizHNrlB8Bqny3tpQuZ3vY7+lfq8c0k/A3Rl0TtDnNPWLhSa8cr6Q0+IVDdwlLx6MnHFux1uxeS9fG7RmYRETnAiIgCx5EyiJ9RUu5NPTTSnrA9wcvn+R5cSSbkkknnJW410/AYHiEu+UxU7em5Gl9l7u5YYvM1LvIy8Ogt4rIPg+GYZTjV+4Mzh50xD/a56whtri+zfb8FtmJZ0sJnc10lHVktY1jbOaAGtvYWEnSUuGajO2dkrVHCv0Ly/2hYMNlDVnrk90i46nPAyIH4Bh0ELt0krjI8dWoWPaQtb1cfCZP42WerrRg1HJVTWbVzNdHSxHlC+2RzdwGo9w2uWBucSbnWSu7G8ZnrJTNUyulkOrSduA3NA1NGs6gANa4FinNzlbKpUqC2/KjDDheTDKd40ZqmSMyDYQ9x4Ug9LWRNafRUBmqyPaAMTrhaniN4WHbPKOTYHa0EdpHMCpTP3iz3wYfG88Z7ZKh7ebT0dADoALx2JdrqwsxtTeROH/CMQpIrXDp4tIeaHgu+yCoRaJmIow/FBI7ZBDNMe4R/wD2Lh0uuWdTwlbOdwfofUAafEFQq85pS9znna4lx63G59q8F7MVSSMzJfJGl4Ssgb54cfocf+lZTnAxD4RiVXLe4M8gafNY7Qb9loWxZFyiE1NU7ZT000naBceDXL5+c4k3OsnasGrdzorjXB+LaM31KYsCeRyqurDG9LWWt9pj+9Yuvo7JzDtCDBaUD5Pwl46XfvtfaXhRxfzT9c/8Gl0Ztn2qgcSELTxaeCGEDcNRf7HjuWdKey7xD4RiNXLe4dPKGnzWuLW/ZaFAqYxq2ZKHg4cSqrWLIGwsd0yk3setrO8LpUVm/wAuaGioZKWqgqJDLLwjjGWgWAZoi+mDqLL9qmP9oOC/Mqz1g/7q1YM0cadk5xbZ4KZydwThyZJTwdNHd0srjZoa3WQHHfYdm3mvBzZ0cOj/AOHwsvPPPLcD6PGuqflfnBrMRHByubHALWhiGjHq2aWsl27abC2oBPPV8VFHFj9nhnJyoGI1z5mC0TQIoRa1o2E2Nt1yXOtu0rblVkU5kfkvPiVQ2CAdL3kcWNl9bnfgN51LEVL1mPwsRGoxOVvEp2GOK/ypnix0TzhpDf8AV611veXElxuSSSeck3KnMenhhiioKT/h6cWLtV5ZPlOJG3WT0XJ3AKBXpabHtjb7ZCbthERaBAvx5sCeYH2L9UdlDU8HTyu3lpaOt2r8fBck6TZ1FCwTC31EhYwEkNLtXMCB+IX4tM/s74KJqmpmeLsZE2PXs0pHh3gIj3ovGNJdM8+Cn91VtGr+FJ0ayWE9pcL9LVRMPm0m23jV2bl9CYph7KiF8MguyRpaefXvHMQbEHnC+eMWw6ShqXwybWnUdz2HY4dBHcQRuW7TZOKZKa8nai8Y3hwBGwryWwkEROpADOpNwWD0EGx000s56QwEC/ZK3uWQLTs/U9qumpgeLT0sbepzib/ZDFmK8eb3SbNKVIItGzOYHTzurJ6qFs0VPBfQdsL3G7dY2G0bh9JW/hML/wAHh9c78iaGKc+YoHJLswpFuvCYX/g8PrXfkXtZiNCz+HhFGDuL2tf7WJ/rZPX9C74mJ4VhE9S/Qp4ZJXatTGF1r+VYcUdJ1LT8nc2MVHoz4w9t+UykjcHOf/8AK4G1r7gbbLu3KyVGWVSW6EZjgZ5MLA3xNyOyyr8khcS5xLidpJJJ6ydqrDSP/JivJ6JXFsVkrZWNsGMu2OKNvJjBIaABz7NfsGpUvPrWh+KvjHJgihhH1eE1est2KyUNSYpGSAAlj2vAOwlrgdfcpevxHD55HSzYVE+R5u5xmdcnp4ifPilKlBcI5CSXZgS1rM3BwdDidSd7I6dp6X30vvsU3wmF/wCDw+td+ReysxeH4MaalpGU0bpOEeGvLtJwAG9otsb3BRhp57la4Hc1RCoiL0SBJYnPwGBV0mx0z4oG9IuC630XP7lhy3mkxiH4MKaqpGVMbZDI0OeW2cQRcgNNzYu19K9fCYX/AIPD6135Fgy4ckptpFoySRieHUhmljibypHsYOt7g0e1fTWIVYhrKuYDiUNE7R6xHpADsLgqvSVuHRPZJHhMLXsc17XCU3a5puCOJtBAXrynxNwwjEal1g+qmjhHVpBzgPoOcOxJ8cscW5fo7uTaowkm+sr8RdmDUPD1EMI/myxx/XeG/is45xovoXHqLCqad8IwqF+hojS4RwuS0HZonZe23co/hML/AMHh9a78istPkatIXejCl5RsLiA0Ek6gALknoAW7MqsNbycHpvpP0vAsXVDlYYRakpaSmH+XEAfCw7wmWmyejm9Gd5LZqqyp/eVI+B041uknGi63mRmx7XaI16iVf311PR05o8NaWxn+LM7+JMbWNzYEDu5gANsbiOKTVBvNI5/MCdQ6mjUOwLjWnFplHmXLElO+giItJMIiIAKlZc4jpObC06m8Z3pEah2A+KsePYs2nj0tRebhjec856AvRmdyOdiNZw8wJp4XB8hI1SSbWs6dfGd0avlBZNVlpbEUxx8mzZnsmzQ4bGHi0s376QHaC8DRaQdhDA2457oruiwFgqxl3km2vh4tmzsuY3nYedj/ADT4HXzg2dF1Np2gas+ZmufTyOjlaWuabPYdrSP/AHqIUox4IuNYWtZcZFR17dJto6hos2S2pw8mS21vTtHeDilXTzUcropmFjhtadhHO07COkL0cWZSRCUaJJSWTdNwtVAznkYT1NOkfAFRFPUNeNR7N4VrzfstUulIJ4GGWSwFyTYNsANps4quSVQbOJcmR50a/h8VrHjZwpj9UBH/AEKrKaqMn657nPdSVRc4lxPASayTcnk85Xr/AGZrfmdV6iT8q8g0GnZuIeBwOpkIsaipbG087Y2tPt4Qdi9SmpqQ02E4bTOBa4sfM9pFiHPOkA4HYRwjh2KFXpaZVjITfIREWgQIiIAIiIAIiIAIiIAIiIAL1515uCwrD4N8sk1Qfo8Vt+tsvgV7Lcy9OezC6mSrhihp55I6emijuyJ7m6WsmxAts0e5ZNW/xSKY+zJleMy+H8Ni9NquI9OU9Ggw6J+uWKu/szW/M6r1En5VpOZfBpqU19VNDLEY6YsZwkbm6RedLi6Q1kGMDV5XSsKVuix2YvU8LPLJ5Uj3DqLjbwsuNAi9lKuDMEREHAiIgAiIgAuLFsUZTs0nnX8lo2uPR0dK4scyijgu1tnyeTfU30j+G3qUXkjkhWY1OSDoxggSTOHEYNui0fKdY6mjn1kXus+bUKHC7KRhfZ6MnMBqcarNBmoai95B0IY7+J22btJ7SPqfJzA4aGnjp4G2YwW17XHe5x3uJ1n3L0ZKZNQYdA2CmbZo1ucdb5Hb3PO8+A2CwUyvObbdssERFwAiIgAorKHJ6Ctj4Odl7clw1PYedjt3VsO8FSqLqddAYHlVkPU0BL23lhGsSsGto/zG7W9esdWxR+C5RyQP02PLHWtpNtrB3OadRGody+jCqPlPm0pqm74f93lOvij924+dHuPS23TdaYajxIm4einsy0rCLipJHox/lXl+2Nb84d9SP8qreOZL1lASZYzoD+bHxoz1m3F+kAuKDFPKHaPctUfjfhCOydxHEZZ36czy91gLm2oDcANQ2lcq9cNQ13JIPRv7l7FZV4FCIiDgREQAREQAREQAREQAREQAU5HlfWgACodYatbWE9pLbntUGi44p9o7ZPftjW/OHfUj/KuevykqpmGOWZzmG1xZovbn0QLqJRcWOK8ILYRETHAiIgAija/HoIr3fpO8lms9u4dpVaxDKyV/FibwYOoHlPPVuHYFKeaEe2MotltxDEY4BeR4bzDa49QGsqn4plRLMeDgDmBxsLa5HE6gBbZfmGvpVhyWzS4hXOEk4NNEdZfNcyOHmx8onZytEWOolblkbm9osNAMMenLvmks6TX5OqzB0NA6brHk1MpcLhFVBIyjIDMtLMWzYjpRR6iIQbSv3/vD/LB5uVt5O1bzh9DHBG2KFjY42izWtFgB1D2rpRZhwiIgAiIgAiIgAiIgAiIgD8IVRx7N1RVN3BhgeflRWaD1s5J7gelW9F1Sa6BqzD8azW1kNzCWVDfNOg/6jjbucepVOd89O7QlbJGfJlYQezSFyOpfTi9NVSskaWyMa9p2te0OB6wdSvHUSXYjgj5uixbym93uK6o6+M/Kt16lrmKZs6Ca5bG6Fx3xOIH1Ddo7lU8RzOyC5p6pruZsrC09r2k3+qFeOpQjgyrtcDsIPUv1ftdm8xGE6oNMeVE9p7gSHeChaqGqg/ixzx2/vI3gd7hZWWaLF2smUUAzGX87T2e5e1uNnewdhITfIjlE0iiRjg3sPePcvIY4zyX+HvXd8QpkoijfjuPmf3D3r8+PIvP7h70b4+wpkmiizj0XM/uHvXrdlDH5D/D3o+SPsKZMIoF+Ug3Rntdb8F6JMpX7mNHWSfcleWHs7tZZUVNlyimJsHNB5mtF/G66abCsRqf4cFW8HeI3tZ9YgN8Uj1EUd2Mss1Qxmt72t63Ae1RtTlFAzY4vPmj8TYLpw7NDic2t8cUA55ZQT12i0vGytuFZiWDXVVj3bOLDGGfbeXX7goy1T8DLGZlV5Wu/lsa3pcbnuFgPFemhw7EMRNoYp5gbi7W6MQ6C7UwdpX0Vg2bbDaaxZSse4W4015Dcbxp3DT1AK2NaALAWA3BZ55pS7Y6ikYNk7mJmfZ1bO2Jv93Dx39Re7itPUHLVsmMhKGgsaeBun/ev48nY53J6m2HQrIikMEREAEREAEREAEREAEREAEREAEREAEREAEREAEREAEREAcFZglNN/Fp4JPTiY72hQ9TkBhz9tJGPQ0mfcIX6i6pNBRS8fyIooidCEj/VlPtesxxqmbG8hgsOsn2oivjbfYjRGFeJRFUU8SrDkzhUUxtI3S+k4fdIREkujqNPyezd4dILvpy49M01u7hLK1U2QGGs2UNOfTYH/fuiLO2xybpMOhiFooo4x5jGt+6F1IiU6EREAEREAEREAEREAEREAEREAEREAf/Z"/>
          <p:cNvSpPr>
            <a:spLocks noChangeAspect="1" noChangeArrowheads="1"/>
          </p:cNvSpPr>
          <p:nvPr/>
        </p:nvSpPr>
        <p:spPr bwMode="auto">
          <a:xfrm>
            <a:off x="63500" y="-144463"/>
            <a:ext cx="1800225" cy="18002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nl-NL">
              <a:latin typeface="Calibri" pitchFamily="34" charset="0"/>
            </a:endParaRPr>
          </a:p>
        </p:txBody>
      </p:sp>
      <p:sp>
        <p:nvSpPr>
          <p:cNvPr id="9220" name="AutoShape 5" descr="data:image/jpeg;base64,/9j/4AAQSkZJRgABAQAAAQABAAD/2wCEAAkGBhASERMQEBQSEhASGBQUEBcTFRAXEhkXFhQXFxUUFRUXHCceFxojGRYWHy8gIygpLDAsFR8yNTAqNSYrLCkBCQoKDgwOGg8PGikkHyIzKzUsKiw1LykuKSwtLCwtLSwpLCwsLCwsLCwsLCwsLCksNCwsLCwpLCwsLCwsLSwpLP/AABEIAHMBtQMBIgACEQEDEQH/xAAbAAEAAgMBAQAAAAAAAAAAAAAABQYDBAcCAf/EAEgQAAEDAQQECAcPAwUBAQAAAAEAAgMRBAUSIQYxQVETImFxgZGSsQcyU3Kh0dIUFRYXMzRCUnOCk7LBwvAjJINDYqKz4VRj/8QAGgEBAAMBAQEAAAAAAAAAAAAAAAIDBAEFBv/EADcRAAIBAgMFBQcDAwUAAAAAAAABAgMRBBIxEyFBUWEFFBWh0SIyUnGBkbFCwfCC4fEjJDM0Y//aAAwDAQACEQMRAD8A7iiIgCIiAIiIAiIgCIiAIiIAiIgCIiAIiIAiIgCIiAIiIAiIgCIiAIiIAiIgCIiAIiIAiIgCIiAIiIAiIgCIiAIiIAiIgCIiAIiIAiIgCIiAIiIAi5kdM7b5QdiL2U+Gdt8oOxF7K8bxmhyl5epn7xHqdNRcy+Gdt8oOxF7KfDO2+UHYi9lPGaHKXl6jvEep01FzL4Z23yg7EXsp8M7b5QdiL2U8ZocpeXqO8R6nTUXNYdLbe9wY19XOIDQGRVJOoeKr7DKYYQ60yAlorI8gAV3AAdA2la8NjoYi7imktW7W/JOFVT0N1FS7f4QsyII6j60hOf3R61pfGBafqw9mT21VLtXDRdr3+Rx14I6Ci578YFq+rD2X+2nxgWr6sPZf7aj4th+v2ObeB0JFz34wLV9WHsv9tPjAtX1Yey/208Ww/X7DbwOhIue/GBavqw9l/trdubTK0zTxxFsVHmjqNfWgBJpxtwUodqUJyUVe76HVXi3YuqIoi+7XbGOb7libI0g48Ww1FPpDlW+pNU45mm/lvLW7K5Loqt76Xt/80f8AP8iyaMaRz2mR7JGsDWNqSwO8bEABXERqxdSzRxsHNQtJN6XTRBVFe28sqKnx6TW6SSVkEUTxG4g6waYiBWrxuWf30vb/AOaP+f5FxY6D0jJ/JM5tVyZaUUBft+TWezRS4WcK4tbI11S0EsJcBR28bys2jN+m0xuLwGysNHgVpn4pocxtHO0q1Ymm6my42uSzq+UmUUJpJfclnMOAMPCOwuxB2rLVQjevulN9Ps0TZIw0kvwnEHEUwuOwjcuzxMIZ7/ptf6hzSv0JpFVRfF6UDvc0ZaRXLXTmEhPoW1c+lzZX8DMwwzagHVoTuzAIPIVXHGU21F3V9Lpq5xVFoWBERbCwIiIAiIgCIiAIiIAiIgCIiAIiIAiIgCIiAIiIAiIgCIiAIURAcYITCuzovnvBP/Ty/uZO7dTjGFKLs6pem+kGuyxH7Yj0M/U9W9ZsT2ZHD03OVTy1f3IToqCu2UtEVg0R0f4eThHj+jGc9znaw3m2noG1eXRoyrTUI6spjFydkTmhOj+BvumQcdw/pg/Rafpc57udRend7F83AA8SKhdyvIr6AQOkroCp14aCSSyyS8K0Y3OdTC7IE1A17l9LisLOGGVGgr8zZODUMsSkIrf8XUnlmdh3rT4u3+WZ2HeteJ4bifg/HqZtjPkVBFb/AIu3+WZ2HetPi7f5ZnYd608NxPwea9RsZ8ioIrf8XUnlmdh3rT4un+WZ2HetPDcT8H49RsZ8ioK46BXOcRtLxRoBbFXaT4zhybOk7lvXfoDCwh0rnS02Uws6RUk9as7GAAAAADIAZAAagAvUwHZk4TVSrw0RdSotO8j0iLRvm9W2eJ0rszqYPrOOofzYCvenNQi5S0RqbsrsiNLb3cMNkgzmmyNNYadnIT6BU7lK3HdDbNEI25nW873HWebYOQKJ0TulxLrZPnNNm2uxp28lRq3Cm9WZY8NB1JOvPV6LkvV8SuCu8zKBcd+xWae1GXFx3kNwiup7694U58PbJ/8Ap2P/AFaGiMDXWi2YmtdR+WIA/wCpJvVq974vJx9hvqWXBxrukskkld6q/F9SFNSy7mV7wgmtmjO+Qf8AW9a9u/s7ay0DKC0Cku4E0xHro7tLY8IXzZn2g/63qWvq6xaLO6P6VAYzucBl16uYlKtJzrVHH3o5Wvmr/nQSjeTtruIbTrXZftD+1evCH83Z9p+x6gLXeZlhsrH/ACkMhY8HXQYcJPQKc7Sp/wAIfzdn2n7HrPOqqtOvNcVH8EHLMpP5FksfybPNb3BVzTu7wYmzjKSNzRiGvCTTXyOoR0qx2P5Nnmt7gq/p5bWtgEWt8jm0G2jTUnrAHSvSxmXu0s3Lz4eZdUtkdybum1mWCKQ63saTz0z9NVtrTueymKCKM62saHc9M/TVbi1U75Fm1sixabwiIrDoREQBERAEREAREQBERAEREAREQBERAEREAREQBERAEREARFr3hbmQxulkNGtHSdwHKTkuSkoq70GhG6UX8LNFxfln1EY3b3nkHfRcye8kkkkk5knWSdZK2r0vJ88rpX6zqGxoGpo5vWtVjCSAASSQABrJOoBfGY7FvE1N2i0/nU86rUzs27pux9olbEzbm47GtGtx/mshdVsNiZDG2KMUa0UG/lJ5Sc1G6MXCLNFnThX0Mh7mjkHfVTK+g7Owfd4Zpe8/Lp6mqjTyq71C0L4viOzR8I/PYxo1uO4etb65ppneBktLm14sXEbz63Hry+6Fdj8V3elmWr3IlVnkjcW/TO1SE4XcE3YGAelxzPoWj7/Wry83bf61oIvkZ4mrN3lJ/cwOcnxN/wB/rV5ebtv9ae/1q8vN23+taCzWSyPleI42lz3agO87hyqKq1W7KT8xeRdNBLVPIZXyyPe0YWtxOcRU1JpXkp1q3KPuK6RZ4WxDN2t53uOs82ocwCkF9phKcqVGMZ68T0aaaikwiItRMKraV3HaZ5Y3RBro2NFA8imLESat21Ab1K0rVvC9IoAHTOwBxoMnHOldgKz4mlCpTcajsvsQmk1ZlewXxvh/4epb9zC8OE/ujHweE+LhriqKahuqsnwvsXlR2ZPZWWyaSWWV4jjkDnurhGF41AnaNwKy01RUlas30zJ3IJRv73mV6C5bxhlmfBwYEriTUtOWJxbrGXjLZw3xvh/4epS9p0mskb3MfIA5po4YZMj0BYxpdYvLDsyeyq1Sw8PZVZrpmRzLFbs3maukV02i0WWJgwmYFrpMwBXg3B1OkqwsGQCx2a1Mkbjjc17TtaQR6FlXoU6UYyc073t5Fqir3KdfmiMr7SJoQ3A4tc8E0o4HjU59fPVSml10S2iFrIgC4PxGpplhcP1C2J9KLIxzmOlAc0kOGF5oRrGQUlDM17WvaatcA5p3gioKyxw+HltIwfva2a3ehBQg7pcSrsgvegaHQtAAAPF2dBWe6tFHCX3RapOGmGbdeEEajU66bMgApi8L3hgw8M/Birhyca0pXUDvCXffEE+LgXh+GmLJwpWtNYG4pGhQVRRlNya0Td/IKEb2bubiLHaLQ1jXPecLWglxOwBR1n0nsj3NYyUFziA0YZMyecLZKrCDSlJJsscktSVRad4XvDBh4Z+DFXDk41pSuoHeFp/C+xeVHZk9lRlXpQdpSSfzRxyitWTCKNsekVmleI45A55rQYXjUKnWNy8RaUWRzgxsoLnENAwyDMmgGY3p3ilrmX3QzR5kqixWm0sjY6R5wsaKuOeQ6Fp2LSCzTP4OKQOfQmlHjIa9YU5VIRkotq74HbpbiRRa1vvKKFofK7A0nCDQnOhNMhyFebvvWGcEwuxhtA7Jw184CbSGbJdX5cRdXsbaLRvC+oIPlXhpOoZl3PhFStGLTOxuNOELfOY8Drpkq5YilB5ZSSfzOOcVubJxF5jka4BzSHNOYIIIPKCFoW7SCzQvwSyBrqA0o85HVqCslUjBZpNJHW0tSRRQ/wALrF5UdmT2VIWO8IpRiie14GvCa05xrCjCtTm7Rkn8mcUk9GbCLVvC9IoAHTOwBxoMnHOldgKXfecU7S6J2NoNCaOGdAaZgbwpbSGbJdX5cTt1extIo+3X9Z4XYJZA11K0o4mnQDRbFht8czccRxMqQDRw1a6VAquKrByypq/LiMyvY2ERFYdCIiAIiIAiIgBK5tpbpB7okwMP9GM8X/cdRf8AoOTnU1ptpDhBs0Z4zh/VI2NP0Oc7eTnVGXzfauNu9hD6+hjr1P0oK66EaParVIPsQfS/9B17lTI3AEEgOAIJBrQ8hpnRWVun9oAoI4QBkAA+n5l5+BnQp1M9Xhoiqk4p3kdBRc/+MG0fUh6pPaT4wbR9SHqk9pe/4thub+xq28DoCgrRoXZXvc9wfieS53HOsmpWXRe+X2mJ0kgaCHlow1pQNadpO9Y9KNIhZmANoZn1wA6gNrj+g29C0VZ0KlHa1FePUnJxccz0MD9CLEBU4wN5fQLX+C92+UH4zVSbZbpJXYpXOe7/AHHuGodCwUXz88dQv7NFW6/4MjqR4ROiWfQ2wuzbV4GRpISOarVNWG7IYRSJjWA66DM85OZ6VF6E2Mx2VpORkLpOg0DfQ0HpU8vocLSp5I1FBJtGuEVZOwREWwsCIiAKp+EP5GLzz+Qq2Kp+EP5GLzz+QrD2h/1p/wA4lVX3GRGi+i8Vpjc97ntLXYRhw08UHaDvVjuzQyGCVszXyFzK0DsFM2kZ0byqnXPo5PaGOfEWBrThOJzga0B2A7wrLozozaLPNwkpYW4XN4rnE1JFMiBuXk4GKeS9H+r9yimtPZ+pVdJfnc/nnuCsV7aDRMhfJG+TExpfR+Ag4RUjICmpV3SX53P557gs1635bXAxTuc0GhLSwMJGyuQJCxKdGMqu1i3v3dNSu8U5XRtaC2pzbSGA8WRrsQ2cUVB58qdKv14WsRRPlOpjS7noMh0nLpVc0HuVjWe6cQe94oKamiuYNfpVGf8ACvWn9vwwtiGuV2fmsoT/AMsK9fCuWGwTnLq19dPM0QvCndlEcHvxSGpoavPK46zzldB0Ft+OzYD40RLfunjN7yPuquXK6zCx2hkkjWyy+KDWvEFWbPrVX3QW34LTwZ8WVpb95vGb6MQ6V5uBlsK1OV/fW/pv/wAFNJ5ZLqSXhG/0P8n7FA6LXnwFoY45MfxH7qOOR6HUPWp7wjf6H+T9ihLXdtbDBaAPFdIx/MZHFp66j7wUsWprGTnDWNn5IVL7RtcCw6f3nhY2ztOb+M/zQch0u/Kqpo986g+0b3rfuCJ9rtbHSnEGBrnnkjADR0mlecrSuH53D9o3vVVapKvWjWejdl8lb1OSeaSkWLwi6oP8n7Fp6OaLQ2iHhHve12JzaNLKUFN45VueEXVB/k/YoW6NE5bTHwrHRgVLeNirlTc071fiFfHS9jPuW7TgiU/+V7rluunRGGCVsrJHuc2tASymYI2DlVLv6EwWuSmWF/CN6aPHfToVs0X0Wls0rpHujILC0YcVa4mnaBuUX4QrJSWOX67S087DXud6Fdi6P+0U1DI0728vQlUj/p3tYltNrePcjQ0/LFtPN8f9B1qnaO2rg7VC7ZiDTzP4p71lvm9OEisrNfBx0dz4i3P7rAeletI7q9zuhoKF0TCfPaKO9ND0rHiq0qtXbx0jl9fyVzk5SzLhYm/CJas4YvOefQ1v7ls3DL7lu509OM7E8A7SSGMB5Mh1qtaSXh7onDm58SJraby0OI7TiOhWvSuy8Hd4jbqj4Jp5gQO+i1wqOdatiI/pW7+fQsTvKUlwKldF3PtloIc451fK45mmWrlqQB/4rBfOgsbYnPgc/GwF1HEEOAzIFAKGiweDtw4SYbcLacwca94V3lIDSTqANeaiswODpVsPnmrt338jtKnGULsoWg18OZLwBNY5K4RucBWo5wD00WHTv539xn7lHaOAm1QU+u3q2+iqkNO/nf3GfuXn7SUsC0+Et32Kr3pfUk7DoPDLZ45A+Rsj2Nd9AtqRXVStOlV/Rq0vjtUWE+M5rHbi1xoQd+/oWSS/bayFkZc5kRaBHxA2rQAOK6lTlTMHapbQW5WPd7pc4ExkhrBrBp4zujV/4pxUK1anGhHK1rw5HVaUkoo3vCH8jF55/IVp6LXqyz2OaV2f9SjBtc4sbQfzYCtzwh/IxeefyFUkRSGMuo4xNdmfohzh3kNHo3q3GVpUcZKcVvt+2p2pJxqNok7qu6W3Wgl5NCcUztw3DcTSgHJyLpcEDWNDGANa0ANA1ABVbQG8IzG6CgbICXH/AHg7ecZDmpyq2r0uzKUI0tondy1f7F1GKUb8wiIvVLwiIgCIiAKK0jvwWaLFkZHVEY5d55B6htUqte03dDIayRxvIyBc1rjTdmFVVU5Qag7PmRle245DLI5zi5xJc4kuJ1knWSvK617x2XyEP4cfqT3jsvkIfw4/UvnvBaj/AFoy93fM5Ki617x2XyEP4cfqT3jsvkIfw4/UngtT4kO7PmclRda947L5CH8OP1J7x2XyEP4cfqTwWp8SHdnzIXwffN3/AGh/IxVXSq2GS1Sk6mng28zMu+p6V02zWSOMYY2NYCakNaGiu+g5gsbrthJJMcZJzJLGVJO05L0KuAnUw8KKlp5lsqTcVG5yBWDR/RKWZwfK0shGZrUOdyNGunL1LoMVhiaatYxp5GtB9AWdUUOxoxlmqSv0IRw6T3s+MYAAAKAZADVQbF9RF7pqCIiAIiIAqn4RPkYvPP5CrYsc1nY/J7WuA1YgD3rPiaW2pSpp2uQnHNGxWfB58hJ9p+xqtSxwwMYKMa1oOZwgAehZF3D0tjSjTbvY7COWNjlOkp/u5/PPcFe9J7gFpiq0DhmZxnfvYeQ9/SpR9giJJMbCTrJa0nros6x0ez1HaKbup+WvqVxpWvficy0av51llLX14JxpIDraRlipvGojdzBfdMLxE1pIYQ5rAGMpmDtJHSadC6I+wREkmOMk6yWtJ66ILuhGYjjBGriM9Szvs2rstjn9m99PIhsZZctytReD2LCMUkmKgxUwUrTOmWqqq142Y2S1FrTUxOa5hOsjJwr3Lqywy2ONxq5jHHeWtJ6yFbX7Lpyitl7LXElKgmvZ3FN0+tDXssz2+K8Pc3mIjIUporZGS2ARvFWOMgPbOo76qefY4yACxhDfFBa0gcwpkvcUTWijQGjcAAOoK6GDaxEq0mnmVrfb0JKn7bkzSuq4obPi4IEY6Yqkk5VoM+crnNwn+7h+0b3rqywMsEQNRGwEZghra9dFHEYFVHDJZKL0+xydK9rcCpeEbVB/k/Yom5NLnWaLgmxtcKl1S4g505ORdFmszH0xta6mrEAac1Vj97YfJx9hnqVdXA1XXdanOzfTojkqUs2ZMrtxaZvtE7YTG1odizDiTk0nVTkWzp1ZMdlx7Y3Nd0Hin8wPQpuOxRNNWsY07w1oPWAsr2BwIcAQdYIBHUtCw9SVGVOrK7fElkbi1JnJrksnC2iKPWHPFeYcZ3oBVx8INkxQsl2xuoeZ4p3hqscdhiaatYxpGohrQesBZZImuGFwDgdYIBHUVmo9m7OhOk3dy4/gjGjaLjzOW6L2XhLVE3YHYzzMGLvAHSul3jYWzRPidqeCK7jsPQaHoXuKxxtNWsY06qta0HrAWZX4PBLD03CTvfUlTp5FZnLI3WiwWipFHiozrge066HaDlzEKSvfTh8sRjYzg8Qo84sRodYGQpXVVX2ezMeML2te3c4AjqK1orlszTibDEDsIYyvRksq7OrU04Uqlovh/P7Feykt0XuKtoPcDw/3TIC0AERA5EkihdTdSoG+qjtOz/d/cZ+5dHWGWxxuNXMY47y1pPWQrZ9nLu6oQfG9+ZJ0fYyohoroZabBDG7I8Gwsd9V2EUPNsPIVS7ut8titBxChacMrN4/mYP6FdSYwAAAAAZADIDmCxS2KNxq5jHHeWtJ6yFKvgM+ScJWlG2/mdlSvZrVFT05tbJLNBIwgsc+oP3D6eRetCLKyWyzRvFWOeQew3Vy7VaTYYqYcDMINQMLaV30ovcMDGCjGtaDmcIAHoUlg28RtpNaWa+lhs/bzM5baoJbFaaA0fGasOxzTqPMRUEc4XSrpvNloibKzUdY2tcNbT/NyzzWSN+b2NcRqxNae9fYbOxmTGtaDrwgDuTCYOWGnLLL2Xw5CFNwb37jIiIvRLgiIgCIiAIiIAiIgCIiAIiIAiIgCIiAIiIAiIgCIiAIiIAiIgCIiAIiIAiIgCIiAIiIAiIgCIiAIiIAiIgCIiAIiIAiIgCIiAIiIAiIgCIiAIiIAiIgCIiAIiIAiIgCIiAIiIAiIgCIiAIiIAiIgCIiAIiIAiIgCIiAIiIAiIgCIiAIiIAiIgCIiAIiIAiIgCIiAIiIAiIgCIiAIiID/2Q=="/>
          <p:cNvSpPr>
            <a:spLocks noChangeAspect="1" noChangeArrowheads="1"/>
          </p:cNvSpPr>
          <p:nvPr/>
        </p:nvSpPr>
        <p:spPr bwMode="auto">
          <a:xfrm>
            <a:off x="63500" y="-144463"/>
            <a:ext cx="304800" cy="304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nl-NL">
              <a:latin typeface="Calibri" pitchFamily="34" charset="0"/>
            </a:endParaRPr>
          </a:p>
        </p:txBody>
      </p:sp>
      <p:sp>
        <p:nvSpPr>
          <p:cNvPr id="9223" name="Tekstvak 6"/>
          <p:cNvSpPr txBox="1">
            <a:spLocks noChangeArrowheads="1"/>
          </p:cNvSpPr>
          <p:nvPr/>
        </p:nvSpPr>
        <p:spPr bwMode="auto">
          <a:xfrm>
            <a:off x="468313" y="980728"/>
            <a:ext cx="8280151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4400" dirty="0">
                <a:solidFill>
                  <a:srgbClr val="FF0000"/>
                </a:solidFill>
                <a:latin typeface="Aharoni" pitchFamily="2" charset="-79"/>
                <a:ea typeface="+mj-ea"/>
                <a:cs typeface="Aharoni" pitchFamily="2" charset="-79"/>
              </a:rPr>
              <a:t>De </a:t>
            </a:r>
            <a:r>
              <a:rPr lang="fr-FR" sz="4400" dirty="0" err="1">
                <a:solidFill>
                  <a:srgbClr val="FF0000"/>
                </a:solidFill>
                <a:latin typeface="Aharoni" pitchFamily="2" charset="-79"/>
                <a:ea typeface="+mj-ea"/>
                <a:cs typeface="Aharoni" pitchFamily="2" charset="-79"/>
              </a:rPr>
              <a:t>eerste</a:t>
            </a:r>
            <a:r>
              <a:rPr lang="fr-FR" sz="4400" dirty="0">
                <a:solidFill>
                  <a:srgbClr val="FF0000"/>
                </a:solidFill>
                <a:latin typeface="Aharoni" pitchFamily="2" charset="-79"/>
                <a:ea typeface="+mj-ea"/>
                <a:cs typeface="Aharoni" pitchFamily="2" charset="-79"/>
              </a:rPr>
              <a:t> </a:t>
            </a:r>
            <a:r>
              <a:rPr lang="fr-FR" sz="4400" dirty="0" err="1">
                <a:solidFill>
                  <a:srgbClr val="FF0000"/>
                </a:solidFill>
                <a:latin typeface="Aharoni" pitchFamily="2" charset="-79"/>
                <a:ea typeface="+mj-ea"/>
                <a:cs typeface="Aharoni" pitchFamily="2" charset="-79"/>
              </a:rPr>
              <a:t>normaalvorm</a:t>
            </a:r>
            <a:r>
              <a:rPr lang="fr-FR" sz="4400" dirty="0">
                <a:solidFill>
                  <a:srgbClr val="FF0000"/>
                </a:solidFill>
                <a:latin typeface="Aharoni" pitchFamily="2" charset="-79"/>
                <a:ea typeface="+mj-ea"/>
                <a:cs typeface="Aharoni" pitchFamily="2" charset="-79"/>
              </a:rPr>
              <a:t> (1NV)</a:t>
            </a:r>
            <a:endParaRPr lang="en-US" sz="4400" dirty="0" smtClean="0">
              <a:solidFill>
                <a:srgbClr val="FF0000"/>
              </a:solidFill>
              <a:latin typeface="Aharoni" pitchFamily="2" charset="-79"/>
              <a:ea typeface="+mj-ea"/>
              <a:cs typeface="Aharoni" pitchFamily="2" charset="-79"/>
            </a:endParaRPr>
          </a:p>
        </p:txBody>
      </p:sp>
      <p:sp>
        <p:nvSpPr>
          <p:cNvPr id="8" name="Tekstvak 6"/>
          <p:cNvSpPr txBox="1">
            <a:spLocks noChangeArrowheads="1"/>
          </p:cNvSpPr>
          <p:nvPr/>
        </p:nvSpPr>
        <p:spPr bwMode="auto">
          <a:xfrm>
            <a:off x="611560" y="1746721"/>
            <a:ext cx="792088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nl-NL" sz="1600" dirty="0">
                <a:latin typeface="Aharoni" pitchFamily="2" charset="-79"/>
                <a:cs typeface="Aharoni" pitchFamily="2" charset="-79"/>
              </a:rPr>
              <a:t>Van de nulde normaalvorm naar de eerste normaalvorm zijn twee</a:t>
            </a:r>
          </a:p>
          <a:p>
            <a:r>
              <a:rPr lang="nl-NL" sz="1600" dirty="0">
                <a:latin typeface="Aharoni" pitchFamily="2" charset="-79"/>
                <a:cs typeface="Aharoni" pitchFamily="2" charset="-79"/>
              </a:rPr>
              <a:t>stappen</a:t>
            </a:r>
            <a:r>
              <a:rPr lang="nl-NL" sz="1600" dirty="0" smtClean="0">
                <a:latin typeface="Aharoni" pitchFamily="2" charset="-79"/>
                <a:cs typeface="Aharoni" pitchFamily="2" charset="-79"/>
              </a:rPr>
              <a:t>.</a:t>
            </a:r>
          </a:p>
          <a:p>
            <a:endParaRPr lang="nl-NL" sz="1600" dirty="0">
              <a:latin typeface="Aharoni" pitchFamily="2" charset="-79"/>
              <a:cs typeface="Aharoni" pitchFamily="2" charset="-79"/>
            </a:endParaRPr>
          </a:p>
          <a:p>
            <a:r>
              <a:rPr lang="nl-NL" sz="1600" dirty="0">
                <a:latin typeface="Aharoni" pitchFamily="2" charset="-79"/>
                <a:cs typeface="Aharoni" pitchFamily="2" charset="-79"/>
              </a:rPr>
              <a:t>Stap 1: Maak een tweede groep met de repeterende groep plus een</a:t>
            </a:r>
          </a:p>
          <a:p>
            <a:r>
              <a:rPr lang="nl-NL" sz="1600" dirty="0">
                <a:latin typeface="Aharoni" pitchFamily="2" charset="-79"/>
                <a:cs typeface="Aharoni" pitchFamily="2" charset="-79"/>
              </a:rPr>
              <a:t>kopie van de primaire sleutel. Deze sleutel wordt een </a:t>
            </a:r>
            <a:r>
              <a:rPr lang="nl-NL" sz="1600" dirty="0" err="1">
                <a:latin typeface="Aharoni" pitchFamily="2" charset="-79"/>
                <a:cs typeface="Aharoni" pitchFamily="2" charset="-79"/>
              </a:rPr>
              <a:t>foreign</a:t>
            </a:r>
            <a:r>
              <a:rPr lang="nl-NL" sz="1600" dirty="0">
                <a:latin typeface="Aharoni" pitchFamily="2" charset="-79"/>
                <a:cs typeface="Aharoni" pitchFamily="2" charset="-79"/>
              </a:rPr>
              <a:t> </a:t>
            </a:r>
            <a:r>
              <a:rPr lang="nl-NL" sz="1600" dirty="0" err="1">
                <a:latin typeface="Aharoni" pitchFamily="2" charset="-79"/>
                <a:cs typeface="Aharoni" pitchFamily="2" charset="-79"/>
              </a:rPr>
              <a:t>key</a:t>
            </a:r>
            <a:endParaRPr lang="nl-NL" sz="1600" dirty="0">
              <a:latin typeface="Aharoni" pitchFamily="2" charset="-79"/>
              <a:cs typeface="Aharoni" pitchFamily="2" charset="-79"/>
            </a:endParaRPr>
          </a:p>
          <a:p>
            <a:r>
              <a:rPr lang="nl-NL" sz="1600" dirty="0">
                <a:latin typeface="Aharoni" pitchFamily="2" charset="-79"/>
                <a:cs typeface="Aharoni" pitchFamily="2" charset="-79"/>
              </a:rPr>
              <a:t>(FK) of verwijzende sleutel en vormt de koppeling tussen de twee</a:t>
            </a:r>
          </a:p>
          <a:p>
            <a:r>
              <a:rPr lang="nl-NL" sz="1600" dirty="0">
                <a:latin typeface="Aharoni" pitchFamily="2" charset="-79"/>
                <a:cs typeface="Aharoni" pitchFamily="2" charset="-79"/>
              </a:rPr>
              <a:t>groepen</a:t>
            </a:r>
            <a:r>
              <a:rPr lang="nl-NL" sz="1600" dirty="0" smtClean="0">
                <a:latin typeface="Aharoni" pitchFamily="2" charset="-79"/>
                <a:cs typeface="Aharoni" pitchFamily="2" charset="-79"/>
              </a:rPr>
              <a:t>.</a:t>
            </a:r>
          </a:p>
          <a:p>
            <a:endParaRPr lang="nl-NL" sz="1600" dirty="0">
              <a:latin typeface="Aharoni" pitchFamily="2" charset="-79"/>
              <a:cs typeface="Aharoni" pitchFamily="2" charset="-79"/>
            </a:endParaRPr>
          </a:p>
          <a:p>
            <a:r>
              <a:rPr lang="nl-NL" sz="1600" dirty="0">
                <a:latin typeface="Aharoni" pitchFamily="2" charset="-79"/>
                <a:cs typeface="Aharoni" pitchFamily="2" charset="-79"/>
              </a:rPr>
              <a:t>Stap 2: Bepaal de samengestelde sleutel (twee of meer sleutels) van</a:t>
            </a:r>
          </a:p>
          <a:p>
            <a:r>
              <a:rPr lang="nl-NL" sz="1600" dirty="0">
                <a:latin typeface="Aharoni" pitchFamily="2" charset="-79"/>
                <a:cs typeface="Aharoni" pitchFamily="2" charset="-79"/>
              </a:rPr>
              <a:t>de tweede groep. Bijvoorbeeld:</a:t>
            </a:r>
          </a:p>
          <a:p>
            <a:r>
              <a:rPr lang="nl-NL" sz="1600" dirty="0">
                <a:latin typeface="Aharoni" pitchFamily="2" charset="-79"/>
                <a:cs typeface="Aharoni" pitchFamily="2" charset="-79"/>
              </a:rPr>
              <a:t>Hier maak je een tweede groep met een kopie van </a:t>
            </a:r>
            <a:r>
              <a:rPr lang="nl-NL" sz="1600" dirty="0" err="1">
                <a:latin typeface="Aharoni" pitchFamily="2" charset="-79"/>
                <a:cs typeface="Aharoni" pitchFamily="2" charset="-79"/>
              </a:rPr>
              <a:t>bestellingnr</a:t>
            </a:r>
            <a:r>
              <a:rPr lang="nl-NL" sz="1600" dirty="0">
                <a:latin typeface="Aharoni" pitchFamily="2" charset="-79"/>
                <a:cs typeface="Aharoni" pitchFamily="2" charset="-79"/>
              </a:rPr>
              <a:t> plus</a:t>
            </a:r>
          </a:p>
          <a:p>
            <a:r>
              <a:rPr lang="nl-NL" sz="1600" dirty="0">
                <a:latin typeface="Aharoni" pitchFamily="2" charset="-79"/>
                <a:cs typeface="Aharoni" pitchFamily="2" charset="-79"/>
              </a:rPr>
              <a:t>de repeterende groep (RG). Vervolgens maak je een samengestelde</a:t>
            </a:r>
          </a:p>
          <a:p>
            <a:r>
              <a:rPr lang="nl-NL" sz="1600" dirty="0">
                <a:latin typeface="Aharoni" pitchFamily="2" charset="-79"/>
                <a:cs typeface="Aharoni" pitchFamily="2" charset="-79"/>
              </a:rPr>
              <a:t>sleutel met </a:t>
            </a:r>
            <a:r>
              <a:rPr lang="nl-NL" sz="1600" dirty="0" err="1">
                <a:latin typeface="Aharoni" pitchFamily="2" charset="-79"/>
                <a:cs typeface="Aharoni" pitchFamily="2" charset="-79"/>
              </a:rPr>
              <a:t>bestellingsnr</a:t>
            </a:r>
            <a:r>
              <a:rPr lang="nl-NL" sz="1600" dirty="0">
                <a:latin typeface="Aharoni" pitchFamily="2" charset="-79"/>
                <a:cs typeface="Aharoni" pitchFamily="2" charset="-79"/>
              </a:rPr>
              <a:t> plus albumcode.</a:t>
            </a:r>
            <a:endParaRPr lang="nl-NL" sz="1600" dirty="0" smtClean="0">
              <a:latin typeface="Aharoni" pitchFamily="2" charset="-79"/>
              <a:cs typeface="Aharoni" pitchFamily="2" charset="-79"/>
            </a:endParaRPr>
          </a:p>
          <a:p>
            <a:r>
              <a:rPr lang="nl-NL" sz="1600" dirty="0" smtClean="0">
                <a:latin typeface="Agency FB" pitchFamily="34" charset="0"/>
                <a:cs typeface="Aharoni" pitchFamily="2" charset="-79"/>
              </a:rPr>
              <a:t/>
            </a:r>
            <a:br>
              <a:rPr lang="nl-NL" sz="1600" dirty="0" smtClean="0">
                <a:latin typeface="Agency FB" pitchFamily="34" charset="0"/>
                <a:cs typeface="Aharoni" pitchFamily="2" charset="-79"/>
              </a:rPr>
            </a:br>
            <a:endParaRPr lang="nl-NL" sz="1600" dirty="0" smtClean="0">
              <a:latin typeface="Agency FB" pitchFamily="34" charset="0"/>
              <a:cs typeface="Aharoni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214997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AutoShape 2" descr="data:image/jpeg;base64,/9j/4AAQSkZJRgABAQAAAQABAAD/2wCEAAkGBxQSEhUUEhMUFRUXFxQXGBgXFRgcGRcZFxUcGhwdFRcYHCohGBolHBcXJTEiJSkrLi4uFx8zODMsNygtLisBCgoKDg0OGhAQGywmHiQuLCwsLCwsLSwsLCwwLCwsLCwsLCwsLCwsLCwsLDQsLCwsLCwsLDQsLCwsLCwsLSwsLP/AABEIAKMBNgMBIgACEQEDEQH/xAAcAAEAAwEAAwEAAAAAAAAAAAAABQYHBAIDCAH/xABPEAABAwIBBgkGCwUFCAMAAAABAAIDBBEFBgcSITFBEyIyUWFxgZGhUmJyk7HRFBVCVIKSorLB0uMWIzNDwghTVWODFyQ0RKPT4vBzw+H/xAAZAQADAQEBAAAAAAAAAAAAAAAAAgMEAQX/xAAnEQACAgEEAgICAgMAAAAAAAAAAQIRAwQSITFBURMUInEysUJhkf/aAAwDAQACEQMRAD8A3FERABERABERABERABFyTYhG3fc8w1+Oxcr8TceS0Dr1rtMCVXrkna3a4Dt/BV+uxZjP40zW9BcAfqjWe5QVVlnTt5AfJ1N0R3usfBUjilLpCuSRdJMSYNlz1D3rllxg7md5We1OW8h5ETG+kS72WUXUZS1L/wCZo9DWtHja/irR0svIryI0uXF5d2iOoe9R1Ti8u+W31Qs2lrZHcqR7utxP4rnVVpV7F3l9qMa56n/q/wD6o6bFmnbMT9IlVNE6wI5vZPy17D8u/euV9UzyvAqKRP8AEjm47nVPM4jqJXicQlHJmlHVI4ewrjRHxoLOwY/Vt5NTP6xx9pXsZl1Xs/5gkczmRnx0b+Kj0R8UfQbmT1NnTrG8tkDx6LmnvDreCl6TO83+dSuHTHIHeDg32qjuhadrR3L0voGHcR1H3qctPB+DqmzXKDOZh8ltKR8R5pI3Dvc27fFWXD8VgnF4JopR5j2u77HUvnWXCfJd3j3LjkwyRp0m7RsLTYjq2FRlpfQyyH1Ei+ccPy4xGlIAqJHAfJmGmD2v41uohXHBs9GwVdNbz4XX/wCm/YPpHqUJYZIdSRrqKCwDK+jrdVPUMc7yHXbJ9R9nHrAsp1SaoYIiIAIiIAIiIAIiIAIiIAIiIALxkkDRdxAA2kmwUJi2UscV2x2kf0Hit6zvPQPBVHE8aLuNM/qb+Vo9qpHG5CuSRcKvKFo1RjSPOdQ958FC4hjNheaUNHNe3c0az4qlVmULzqjGgOfa73BQ73lxu4kk7STc961Q03sRzLdV5YNbqhjLvOfqH1RrPgoOtygqJdshaOZnFHhrPaVFotMcUY9IRybCIicUIiIAIiIA9tNA6R7WMF3OIa0c5JsFYzkLU73QD/V/8V6cgYA6tjJ2RtfIeoNI9rgsKxmu4eommItwssklvTeXfisufPKEqRSEU1yb1+wtT5UHrf8AxXBjOTc9MwPk0CwnR0mO0gDa9jq6CsIW5YfBwGB0EWx0rpah3SCTo3+i9vckxaicppHZQSRGIiLaSCIiACIiACIiAPxzQdRFx0rhqMIidu0T5vu2LvRcaT7OlZq8BeNbCH21jc4d/vUvgOcbEKEhhkMzB/LqLuIHmyHjt6Lkgcy7166inbILPaHDp/A7lGeBPoZTo0vJXOtRVZDJCaaU2GjKRoOPmS8k9TtEnmV9XyviOTW0xG/mu/B3v711ZLZf12FuEdzJCNsEpNgP8p22PotdvQsWTC4lVKz6eRVfIzLukxJv7l+hKBd0L7CQW2kC9nt84c4vY6laFEYIiIAIiIAIi9NXUtiY58jg1rRck7kAeVRO1jS97g1oFyTsCoWPZVumuyK7I952OeOnyW9HfzKHykykdVP3thaeK3+p/O72d5NcqKku1DUPb1rZiweWTlM7qnFLao+/3BRb3km5JJ5yvFFsjFR6JN2ERS+AYbFKJ5ah7o4aeIySFgu6wudVwdwdu3LspKKtglZEIu34/wAB+d1nqv00+P8AAfndZ6r9NQ+zjG2M4kXb8f4D87rPVfpp8f4D87rPVfpo+zjDYziRd7cbwI/87Ut9KFx+7Gu6jwmkqrChxKnlcdkb7xvPU08Y/VTLU435DYyCRd2KYTNTO0Zoyy+w7Wu9Fw1FcKsmnyhScwqfgKDEqm9iynMbD50twPtaHesEW05azcBgFt9VVNH0Yxf70X2liy8vO7yMvDo/WNJIA1k6gvoHLaIRPp6ZvJp6aGMdYFvYGrEcmJ4o6ynfOdGJk0T3kAniseHEWGs3tbtWyYvlhglRM+Z9VVBz7XDYtQs0AWuw7gjBOMJXIJptcEMi7fj/AAH53Weq/TXm3FsDdqGITsPnwPI7dGNbfs4yWxkeisNPk5HUAmhraaqIF9AODX29G58bKFrKN8LyyVjmOG0OHiOcdIVIZIy/ixWmuz0IvZBEXua0bXODR1uNh7VL41Pg9HM+nqKqq4WPRD9GMFty0O1WYdxG9cnljDs6ot9EIi7fj/AfndZ6r9NPj/AfndZ6r9NT+zjO7GcSLt+P8B+d1nqv01+jHsB+d1Y/0v00fZxhsZwopWnmwic2hxQMP+fG5g+s4NC6MRyVniZwjQ2aK1xJC7SFue223SLjpTxzwl0zji0QS562iZK3RkaCN3OOo7l0IqtX2cKViWETUrhLC91mnSa9hIfGRvJGzrHgtYza53xMW02IlrJDYMn1Bkh5pRsY7zth6N9cVUyjyb1GSBvS6Mb+lg/DuWLNp/MSkZ+z6vRYHmgzomJzKKufeI2bDM464zsDJCdsfM48nYdXJ3xYioREQAWT5cZS/CZeCjP7mM7tj3Da7qGwdp3i1szjY58GptBhtJNdg5w23HcOwgdbhzLJIti1afFf5MnOXg9z33XgiL0EqJBERBwKQxubgMBrHg2dPLFCDzgEOI7W8IFHrxzuT8FhmG0/946Wod/T4SnuWbVOoUUx9mRIitua3J2OvxGOGYExaMj5ACQdFrDbWNY4xavOLFSRbccAwH5rVn/VP/cXi/JzAXavg9YzpEgPteVX4MnoXcjE0WuVuaukqQfiyscZQCRBUgAv32ZIABsvuPSRtWUVVO6N7o5Glr2Oc1zTta5psQekEFTcWnTGTsv2Q+cyWC1PX3qqN1mkP4z4h5UbjrNvJvu1W33LKLCRA5ron8JBK3hIZBrDmkA7ecXHYQegYUtqzTTmvw2aidrfTSxSRE7mSuIc0dAs8/THMrYMuyX+hJxtEXntn4OHDaW9iyB0z29MpAHi2RZSr9nwr+FxaZo5MLIoh2MDj9p7lQVFu3Y6CLSM22RtHU0dRV1xm0I5I4mCIgG5ALto18tnNaxVg/ZLAuav+sxNHHKStI42kYui2Z2RmBO1B9fH512G3ZolUfOFkX8XOidHMJ6edrnRSaOieKRdrhzjSbr38w2LkoSj2gTT6KnFIWkOaS1wIIINiCNYII2FbPm7yqdi0bsPrXaVQ1jn007uU4tGtjztcba77wDfWATiytOa6YsxaiLdvDNb2Ou0+BK5GTi7R1qzUcjqQvroWkcl5cejgwXa+1oCxzK7EPhFbUzA3Ek0rmnzS86NujRst4jkFPPitSP5EVS5vpucS23a0hfOCvqZbpL9CQVIIi3N2ROEUsVOyrp53zup4pJCyU203N421wtxg7VbZZRjFydIZujDEW3fEGA/Nav1v6i5p8hcFn1RVFVSvOwyBr2A+cAL2+kE7w5F4ObkY0pvJfKyqw+TTpZnM1guYdcb+h7DqOoWvtG4hdGW+R02GStZKWvZIC6KVnIkbzjmIuLjpG0EFVxSGN8hqoMWpXVtKwRzxW+FQDdf5bOg2Jvvsd4N4JVLNJjppMTg1/u5nCCQbi2Q6Iv1O0T2FX7KGh4CpliGxrzo+ieM37JC36XI5La/BHJGuSOREWsmVDK/AhYzxDpkaPvD8e/nWq5i8vjUs+A1L7zRtvC47ZI2jW0ne5vi30STWSFQK9kmH1jJYCWlrhJEeax5J5xuI3g9KwanFX5ItCXg+w0UXkvjbK2lhqY+TKwOtfku2OaekOBHYvxZChlGcfE+Gr3tB4sQbE3rGt3bpEj6IUM0WXLPPwtRI/y5ZH97i5da9bHGo0Z27YREVBQiIgD9awkgDaTYdZURn5qR8YRwNPFp6eGO3MTd33XM7lbMlKbhKyBv+Y1x6mcc/dWW5xcQ+EYnWSbjPI0dLYzoNP1WhYdY+UiuMri1TMdDoNxGq3xUwjaemUkjxjb3rK1s+QcHA4A9x21VVYejGB/VG7vWbGrkkUk6RzhEReuZj30MxZIx7dTmva4dYIVVz307WYxUaOrSETj1mJt++1+1XXJykM1VCwb5Gk+i06TvAFZvnRxIVGK1cg2CUxjqiAjuOg6F+1YdY+UWxlWWvf2bXH4ZU83we56xI23tKyFaxmevT0GLVuzQg4OM+foPNu8xd6xlDOcpa/4RV1E17iSaV46nPJHgQo1EQBt+Bw8BgNGy1nVEss5HOAS0Hu4MqPViyug4BtHS/N6WJp9Iix7eID2qur1NOqxohN8henPJJoUOFQ7yyeU84Diwt79I9y6I4y4ho2kgDrJsFDZ+asHEWwtPFp6eGK3MSC/2Pb3KWrfCQ2MzdXnMrQmXF6fmj4SR3QGxm32i1UZanmNh0BiNVvipuDafOlJI8Yh3rClboqWDLSu0cHrpb2NXVtY3XYkB/C91g8d6wxazndm4LDsNpx8sS1Du22h4Pd3LJk+V3NnI9Elk1QfCKunhtcSTRMPU54B7LErbMuqnTrZbbG6LB9Fov9rSWf5j6DhcWhceTC2WV3UGFo+09qs9bUcJI+Ty3vf9ZxP4q+kX5NiZHwelERbyJ784TeEwCFztsVZosO/Rcx5IHRr+yFjK17O1NwOFYfTHlSvkqT0AAht+sS/ZKyFeTldzdezTHo6sLcRNEW7RIwjrDhZb1nEH+/SejH9wLGsgaA1GI0kYF7zxE+ixwe77LStayzqeErZ3DYH6P1Ghp8WlW0i/N/oTJ0QqIi9AiFBZZUXCU5cBxozpDqOp34HsU6vVVxacb2nY5rh3iyWcd0WjqdMsH9m7Gi6KppHHkObMzXufxXgcwBaw9byizHNrlB8Bqny3tpQuZ3vY7+lfq8c0k/A3Rl0TtDnNPWLhSa8cr6Q0+IVDdwlLx6MnHFux1uxeS9fG7RmYRETnAiIgCx5EyiJ9RUu5NPTTSnrA9wcvn+R5cSSbkkknnJW410/AYHiEu+UxU7em5Gl9l7u5YYvM1LvIy8Ogt4rIPg+GYZTjV+4Mzh50xD/a56whtri+zfb8FtmJZ0sJnc10lHVktY1jbOaAGtvYWEnSUuGajO2dkrVHCv0Ly/2hYMNlDVnrk90i46nPAyIH4Bh0ELt0krjI8dWoWPaQtb1cfCZP42WerrRg1HJVTWbVzNdHSxHlC+2RzdwGo9w2uWBucSbnWSu7G8ZnrJTNUyulkOrSduA3NA1NGs6gANa4FinNzlbKpUqC2/KjDDheTDKd40ZqmSMyDYQ9x4Ug9LWRNafRUBmqyPaAMTrhaniN4WHbPKOTYHa0EdpHMCpTP3iz3wYfG88Z7ZKh7ebT0dADoALx2JdrqwsxtTeROH/CMQpIrXDp4tIeaHgu+yCoRaJmIow/FBI7ZBDNMe4R/wD2Lh0uuWdTwlbOdwfofUAafEFQq85pS9znna4lx63G59q8F7MVSSMzJfJGl4Ssgb54cfocf+lZTnAxD4RiVXLe4M8gafNY7Qb9loWxZFyiE1NU7ZT000naBceDXL5+c4k3OsnasGrdzorjXB+LaM31KYsCeRyqurDG9LWWt9pj+9Yuvo7JzDtCDBaUD5Pwl46XfvtfaXhRxfzT9c/8Gl0Ztn2qgcSELTxaeCGEDcNRf7HjuWdKey7xD4RiNXLe4dPKGnzWuLW/ZaFAqYxq2ZKHg4cSqrWLIGwsd0yk3setrO8LpUVm/wAuaGioZKWqgqJDLLwjjGWgWAZoi+mDqLL9qmP9oOC/Mqz1g/7q1YM0cadk5xbZ4KZydwThyZJTwdNHd0srjZoa3WQHHfYdm3mvBzZ0cOj/AOHwsvPPPLcD6PGuqflfnBrMRHByubHALWhiGjHq2aWsl27abC2oBPPV8VFHFj9nhnJyoGI1z5mC0TQIoRa1o2E2Nt1yXOtu0rblVkU5kfkvPiVQ2CAdL3kcWNl9bnfgN51LEVL1mPwsRGoxOVvEp2GOK/ypnix0TzhpDf8AV611veXElxuSSSeck3KnMenhhiioKT/h6cWLtV5ZPlOJG3WT0XJ3AKBXpabHtjb7ZCbthERaBAvx5sCeYH2L9UdlDU8HTyu3lpaOt2r8fBck6TZ1FCwTC31EhYwEkNLtXMCB+IX4tM/s74KJqmpmeLsZE2PXs0pHh3gIj3ovGNJdM8+Cn91VtGr+FJ0ayWE9pcL9LVRMPm0m23jV2bl9CYph7KiF8MguyRpaefXvHMQbEHnC+eMWw6ShqXwybWnUdz2HY4dBHcQRuW7TZOKZKa8nai8Y3hwBGwryWwkEROpADOpNwWD0EGx000s56QwEC/ZK3uWQLTs/U9qumpgeLT0sbepzib/ZDFmK8eb3SbNKVIItGzOYHTzurJ6qFs0VPBfQdsL3G7dY2G0bh9JW/hML/wAHh9c78iaGKc+YoHJLswpFuvCYX/g8PrXfkXtZiNCz+HhFGDuL2tf7WJ/rZPX9C74mJ4VhE9S/Qp4ZJXatTGF1r+VYcUdJ1LT8nc2MVHoz4w9t+UykjcHOf/8AK4G1r7gbbLu3KyVGWVSW6EZjgZ5MLA3xNyOyyr8khcS5xLidpJJJ6ydqrDSP/JivJ6JXFsVkrZWNsGMu2OKNvJjBIaABz7NfsGpUvPrWh+KvjHJgihhH1eE1est2KyUNSYpGSAAlj2vAOwlrgdfcpevxHD55HSzYVE+R5u5xmdcnp4ifPilKlBcI5CSXZgS1rM3BwdDidSd7I6dp6X30vvsU3wmF/wCDw+td+ReysxeH4MaalpGU0bpOEeGvLtJwAG9otsb3BRhp57la4Hc1RCoiL0SBJYnPwGBV0mx0z4oG9IuC630XP7lhy3mkxiH4MKaqpGVMbZDI0OeW2cQRcgNNzYu19K9fCYX/AIPD6135Fgy4ckptpFoySRieHUhmljibypHsYOt7g0e1fTWIVYhrKuYDiUNE7R6xHpADsLgqvSVuHRPZJHhMLXsc17XCU3a5puCOJtBAXrynxNwwjEal1g+qmjhHVpBzgPoOcOxJ8cscW5fo7uTaowkm+sr8RdmDUPD1EMI/myxx/XeG/is45xovoXHqLCqad8IwqF+hojS4RwuS0HZonZe23co/hML/AMHh9a78istPkatIXejCl5RsLiA0Ek6gALknoAW7MqsNbycHpvpP0vAsXVDlYYRakpaSmH+XEAfCw7wmWmyejm9Gd5LZqqyp/eVI+B041uknGi63mRmx7XaI16iVf311PR05o8NaWxn+LM7+JMbWNzYEDu5gANsbiOKTVBvNI5/MCdQ6mjUOwLjWnFplHmXLElO+giItJMIiIAKlZc4jpObC06m8Z3pEah2A+KsePYs2nj0tRebhjec856AvRmdyOdiNZw8wJp4XB8hI1SSbWs6dfGd0avlBZNVlpbEUxx8mzZnsmzQ4bGHi0s376QHaC8DRaQdhDA2457oruiwFgqxl3km2vh4tmzsuY3nYedj/ADT4HXzg2dF1Np2gas+ZmufTyOjlaWuabPYdrSP/AHqIUox4IuNYWtZcZFR17dJto6hos2S2pw8mS21vTtHeDilXTzUcropmFjhtadhHO07COkL0cWZSRCUaJJSWTdNwtVAznkYT1NOkfAFRFPUNeNR7N4VrzfstUulIJ4GGWSwFyTYNsANps4quSVQbOJcmR50a/h8VrHjZwpj9UBH/AEKrKaqMn657nPdSVRc4lxPASayTcnk85Xr/AGZrfmdV6iT8q8g0GnZuIeBwOpkIsaipbG087Y2tPt4Qdi9SmpqQ02E4bTOBa4sfM9pFiHPOkA4HYRwjh2KFXpaZVjITfIREWgQIiIAIiIAIiIAIiIAIiIAL1515uCwrD4N8sk1Qfo8Vt+tsvgV7Lcy9OezC6mSrhihp55I6emijuyJ7m6WsmxAts0e5ZNW/xSKY+zJleMy+H8Ni9NquI9OU9Ggw6J+uWKu/szW/M6r1En5VpOZfBpqU19VNDLEY6YsZwkbm6RedLi6Q1kGMDV5XSsKVuix2YvU8LPLJ5Uj3DqLjbwsuNAi9lKuDMEREHAiIgAiIgAuLFsUZTs0nnX8lo2uPR0dK4scyijgu1tnyeTfU30j+G3qUXkjkhWY1OSDoxggSTOHEYNui0fKdY6mjn1kXus+bUKHC7KRhfZ6MnMBqcarNBmoai95B0IY7+J22btJ7SPqfJzA4aGnjp4G2YwW17XHe5x3uJ1n3L0ZKZNQYdA2CmbZo1ucdb5Hb3PO8+A2CwUyvObbdssERFwAiIgAorKHJ6Ctj4Odl7clw1PYedjt3VsO8FSqLqddAYHlVkPU0BL23lhGsSsGto/zG7W9esdWxR+C5RyQP02PLHWtpNtrB3OadRGody+jCqPlPm0pqm74f93lOvij924+dHuPS23TdaYajxIm4einsy0rCLipJHox/lXl+2Nb84d9SP8qreOZL1lASZYzoD+bHxoz1m3F+kAuKDFPKHaPctUfjfhCOydxHEZZ36czy91gLm2oDcANQ2lcq9cNQ13JIPRv7l7FZV4FCIiDgREQAREQAREQAREQAREQAU5HlfWgACodYatbWE9pLbntUGi44p9o7ZPftjW/OHfUj/KuevykqpmGOWZzmG1xZovbn0QLqJRcWOK8ILYRETHAiIgAija/HoIr3fpO8lms9u4dpVaxDKyV/FibwYOoHlPPVuHYFKeaEe2MotltxDEY4BeR4bzDa49QGsqn4plRLMeDgDmBxsLa5HE6gBbZfmGvpVhyWzS4hXOEk4NNEdZfNcyOHmx8onZytEWOolblkbm9osNAMMenLvmks6TX5OqzB0NA6brHk1MpcLhFVBIyjIDMtLMWzYjpRR6iIQbSv3/vD/LB5uVt5O1bzh9DHBG2KFjY42izWtFgB1D2rpRZhwiIgAiIgAiIgAiIgAiIgD8IVRx7N1RVN3BhgeflRWaD1s5J7gelW9F1Sa6BqzD8azW1kNzCWVDfNOg/6jjbucepVOd89O7QlbJGfJlYQezSFyOpfTi9NVSskaWyMa9p2te0OB6wdSvHUSXYjgj5uixbym93uK6o6+M/Kt16lrmKZs6Ca5bG6Fx3xOIH1Ddo7lU8RzOyC5p6pruZsrC09r2k3+qFeOpQjgyrtcDsIPUv1ftdm8xGE6oNMeVE9p7gSHeChaqGqg/ixzx2/vI3gd7hZWWaLF2smUUAzGX87T2e5e1uNnewdhITfIjlE0iiRjg3sPePcvIY4zyX+HvXd8QpkoijfjuPmf3D3r8+PIvP7h70b4+wpkmiizj0XM/uHvXrdlDH5D/D3o+SPsKZMIoF+Ug3Rntdb8F6JMpX7mNHWSfcleWHs7tZZUVNlyimJsHNB5mtF/G66abCsRqf4cFW8HeI3tZ9YgN8Uj1EUd2Mss1Qxmt72t63Ae1RtTlFAzY4vPmj8TYLpw7NDic2t8cUA55ZQT12i0vGytuFZiWDXVVj3bOLDGGfbeXX7goy1T8DLGZlV5Wu/lsa3pcbnuFgPFemhw7EMRNoYp5gbi7W6MQ6C7UwdpX0Vg2bbDaaxZSse4W4015Dcbxp3DT1AK2NaALAWA3BZ55pS7Y6ikYNk7mJmfZ1bO2Jv93Dx39Re7itPUHLVsmMhKGgsaeBun/ev48nY53J6m2HQrIikMEREAEREAEREAEREAEREAEREAEREAEREAEREAEREAEREAcFZglNN/Fp4JPTiY72hQ9TkBhz9tJGPQ0mfcIX6i6pNBRS8fyIooidCEj/VlPtesxxqmbG8hgsOsn2oivjbfYjRGFeJRFUU8SrDkzhUUxtI3S+k4fdIREkujqNPyezd4dILvpy49M01u7hLK1U2QGGs2UNOfTYH/fuiLO2xybpMOhiFooo4x5jGt+6F1IiU6EREAEREAEREAEREAEREAEREAEREAf/Z"/>
          <p:cNvSpPr>
            <a:spLocks noChangeAspect="1" noChangeArrowheads="1"/>
          </p:cNvSpPr>
          <p:nvPr/>
        </p:nvSpPr>
        <p:spPr bwMode="auto">
          <a:xfrm>
            <a:off x="63500" y="-144463"/>
            <a:ext cx="1800225" cy="18002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nl-NL">
              <a:latin typeface="Calibri" pitchFamily="34" charset="0"/>
            </a:endParaRPr>
          </a:p>
        </p:txBody>
      </p:sp>
      <p:sp>
        <p:nvSpPr>
          <p:cNvPr id="9220" name="AutoShape 5" descr="data:image/jpeg;base64,/9j/4AAQSkZJRgABAQAAAQABAAD/2wCEAAkGBhASERMQEBQSEhASGBQUEBcTFRAXEhkXFhQXFxUUFRUXHCceFxojGRYWHy8gIygpLDAsFR8yNTAqNSYrLCkBCQoKDgwOGg8PGikkHyIzKzUsKiw1LykuKSwtLCwtLSwpLCwsLCwsLCwsLCwsLCksNCwsLCwpLCwsLCwsLSwpLP/AABEIAHMBtQMBIgACEQEDEQH/xAAbAAEAAgMBAQAAAAAAAAAAAAAABQYDBAcCAf/EAEgQAAEDAQQECAcPAwUBAQAAAAEAAgMRBAUSIQYxQVETImFxgZGSsQcyU3Kh0dIUFRYXMzRCUnOCk7LBwvAjJINDYqKz4VRj/8QAGgEBAAMBAQEAAAAAAAAAAAAAAAIDBAEFBv/EADcRAAIBAgMFBQcDAwUAAAAAAAABAgMRBBIxEyFBUWEFFBWh0SIyUnGBkbFCwfCC4fEjJDM0Y//aAAwDAQACEQMRAD8A7iiIgCIiAIiIAiIgCIiAIiIAiIgCIiAIiIAiIgCIiAIiIAiIgCIiAIiIAiIgCIiAIiIAiIgCIiAIiIAiIgCIiAIiIAiIgCIiAIiIAiIgCIiAIiIAi5kdM7b5QdiL2U+Gdt8oOxF7K8bxmhyl5epn7xHqdNRcy+Gdt8oOxF7KfDO2+UHYi9lPGaHKXl6jvEep01FzL4Z23yg7EXsp8M7b5QdiL2U8ZocpeXqO8R6nTUXNYdLbe9wY19XOIDQGRVJOoeKr7DKYYQ60yAlorI8gAV3AAdA2la8NjoYi7imktW7W/JOFVT0N1FS7f4QsyII6j60hOf3R61pfGBafqw9mT21VLtXDRdr3+Rx14I6Ci578YFq+rD2X+2nxgWr6sPZf7aj4th+v2ObeB0JFz34wLV9WHsv9tPjAtX1Yey/208Ww/X7DbwOhIue/GBavqw9l/trdubTK0zTxxFsVHmjqNfWgBJpxtwUodqUJyUVe76HVXi3YuqIoi+7XbGOb7libI0g48Ww1FPpDlW+pNU45mm/lvLW7K5Loqt76Xt/80f8AP8iyaMaRz2mR7JGsDWNqSwO8bEABXERqxdSzRxsHNQtJN6XTRBVFe28sqKnx6TW6SSVkEUTxG4g6waYiBWrxuWf30vb/AOaP+f5FxY6D0jJ/JM5tVyZaUUBft+TWezRS4WcK4tbI11S0EsJcBR28bys2jN+m0xuLwGysNHgVpn4pocxtHO0q1Ymm6my42uSzq+UmUUJpJfclnMOAMPCOwuxB2rLVQjevulN9Ps0TZIw0kvwnEHEUwuOwjcuzxMIZ7/ptf6hzSv0JpFVRfF6UDvc0ZaRXLXTmEhPoW1c+lzZX8DMwwzagHVoTuzAIPIVXHGU21F3V9Lpq5xVFoWBERbCwIiIAiIgCIiAIiIAiIgCIiAIiIAiIgCIiAIiIAiIgCIiAIURAcYITCuzovnvBP/Ty/uZO7dTjGFKLs6pem+kGuyxH7Yj0M/U9W9ZsT2ZHD03OVTy1f3IToqCu2UtEVg0R0f4eThHj+jGc9znaw3m2noG1eXRoyrTUI6spjFydkTmhOj+BvumQcdw/pg/Rafpc57udRend7F83AA8SKhdyvIr6AQOkroCp14aCSSyyS8K0Y3OdTC7IE1A17l9LisLOGGVGgr8zZODUMsSkIrf8XUnlmdh3rT4u3+WZ2HeteJ4bifg/HqZtjPkVBFb/AIu3+WZ2HetPi7f5ZnYd608NxPwea9RsZ8ioIrf8XUnlmdh3rT4un+WZ2HetPDcT8H49RsZ8ioK46BXOcRtLxRoBbFXaT4zhybOk7lvXfoDCwh0rnS02Uws6RUk9as7GAAAAADIAZAAagAvUwHZk4TVSrw0RdSotO8j0iLRvm9W2eJ0rszqYPrOOofzYCvenNQi5S0RqbsrsiNLb3cMNkgzmmyNNYadnIT6BU7lK3HdDbNEI25nW873HWebYOQKJ0TulxLrZPnNNm2uxp28lRq3Cm9WZY8NB1JOvPV6LkvV8SuCu8zKBcd+xWae1GXFx3kNwiup7694U58PbJ/8Ap2P/AFaGiMDXWi2YmtdR+WIA/wCpJvVq974vJx9hvqWXBxrukskkld6q/F9SFNSy7mV7wgmtmjO+Qf8AW9a9u/s7ay0DKC0Cku4E0xHro7tLY8IXzZn2g/63qWvq6xaLO6P6VAYzucBl16uYlKtJzrVHH3o5Wvmr/nQSjeTtruIbTrXZftD+1evCH83Z9p+x6gLXeZlhsrH/ACkMhY8HXQYcJPQKc7Sp/wAIfzdn2n7HrPOqqtOvNcVH8EHLMpP5FksfybPNb3BVzTu7wYmzjKSNzRiGvCTTXyOoR0qx2P5Nnmt7gq/p5bWtgEWt8jm0G2jTUnrAHSvSxmXu0s3Lz4eZdUtkdybum1mWCKQ63saTz0z9NVtrTueymKCKM62saHc9M/TVbi1U75Fm1sixabwiIrDoREQBERAEREAREQBERAEREAREQBERAEREAREQBERAEREARFr3hbmQxulkNGtHSdwHKTkuSkoq70GhG6UX8LNFxfln1EY3b3nkHfRcye8kkkkk5knWSdZK2r0vJ88rpX6zqGxoGpo5vWtVjCSAASSQABrJOoBfGY7FvE1N2i0/nU86rUzs27pux9olbEzbm47GtGtx/mshdVsNiZDG2KMUa0UG/lJ5Sc1G6MXCLNFnThX0Mh7mjkHfVTK+g7Owfd4Zpe8/Lp6mqjTyq71C0L4viOzR8I/PYxo1uO4etb65ppneBktLm14sXEbz63Hry+6Fdj8V3elmWr3IlVnkjcW/TO1SE4XcE3YGAelxzPoWj7/Wry83bf61oIvkZ4mrN3lJ/cwOcnxN/wB/rV5ebtv9ae/1q8vN23+taCzWSyPleI42lz3agO87hyqKq1W7KT8xeRdNBLVPIZXyyPe0YWtxOcRU1JpXkp1q3KPuK6RZ4WxDN2t53uOs82ocwCkF9phKcqVGMZ68T0aaaikwiItRMKraV3HaZ5Y3RBro2NFA8imLESat21Ab1K0rVvC9IoAHTOwBxoMnHOldgKz4mlCpTcajsvsQmk1ZlewXxvh/4epb9zC8OE/ujHweE+LhriqKahuqsnwvsXlR2ZPZWWyaSWWV4jjkDnurhGF41AnaNwKy01RUlas30zJ3IJRv73mV6C5bxhlmfBwYEriTUtOWJxbrGXjLZw3xvh/4epS9p0mskb3MfIA5po4YZMj0BYxpdYvLDsyeyq1Sw8PZVZrpmRzLFbs3maukV02i0WWJgwmYFrpMwBXg3B1OkqwsGQCx2a1Mkbjjc17TtaQR6FlXoU6UYyc073t5Fqir3KdfmiMr7SJoQ3A4tc8E0o4HjU59fPVSml10S2iFrIgC4PxGpplhcP1C2J9KLIxzmOlAc0kOGF5oRrGQUlDM17WvaatcA5p3gioKyxw+HltIwfva2a3ehBQg7pcSrsgvegaHQtAAAPF2dBWe6tFHCX3RapOGmGbdeEEajU66bMgApi8L3hgw8M/Birhyca0pXUDvCXffEE+LgXh+GmLJwpWtNYG4pGhQVRRlNya0Td/IKEb2bubiLHaLQ1jXPecLWglxOwBR1n0nsj3NYyUFziA0YZMyecLZKrCDSlJJsscktSVRad4XvDBh4Z+DFXDk41pSuoHeFp/C+xeVHZk9lRlXpQdpSSfzRxyitWTCKNsekVmleI45A55rQYXjUKnWNy8RaUWRzgxsoLnENAwyDMmgGY3p3ilrmX3QzR5kqixWm0sjY6R5wsaKuOeQ6Fp2LSCzTP4OKQOfQmlHjIa9YU5VIRkotq74HbpbiRRa1vvKKFofK7A0nCDQnOhNMhyFebvvWGcEwuxhtA7Jw184CbSGbJdX5cRdXsbaLRvC+oIPlXhpOoZl3PhFStGLTOxuNOELfOY8Drpkq5YilB5ZSSfzOOcVubJxF5jka4BzSHNOYIIIPKCFoW7SCzQvwSyBrqA0o85HVqCslUjBZpNJHW0tSRRQ/wALrF5UdmT2VIWO8IpRiie14GvCa05xrCjCtTm7Rkn8mcUk9GbCLVvC9IoAHTOwBxoMnHOldgKXfecU7S6J2NoNCaOGdAaZgbwpbSGbJdX5cTt1extIo+3X9Z4XYJZA11K0o4mnQDRbFht8czccRxMqQDRw1a6VAquKrByypq/LiMyvY2ERFYdCIiAIiIAiIgBK5tpbpB7okwMP9GM8X/cdRf8AoOTnU1ptpDhBs0Z4zh/VI2NP0Oc7eTnVGXzfauNu9hD6+hjr1P0oK66EaParVIPsQfS/9B17lTI3AEEgOAIJBrQ8hpnRWVun9oAoI4QBkAA+n5l5+BnQp1M9Xhoiqk4p3kdBRc/+MG0fUh6pPaT4wbR9SHqk9pe/4thub+xq28DoCgrRoXZXvc9wfieS53HOsmpWXRe+X2mJ0kgaCHlow1pQNadpO9Y9KNIhZmANoZn1wA6gNrj+g29C0VZ0KlHa1FePUnJxccz0MD9CLEBU4wN5fQLX+C92+UH4zVSbZbpJXYpXOe7/AHHuGodCwUXz88dQv7NFW6/4MjqR4ROiWfQ2wuzbV4GRpISOarVNWG7IYRSJjWA66DM85OZ6VF6E2Mx2VpORkLpOg0DfQ0HpU8vocLSp5I1FBJtGuEVZOwREWwsCIiAKp+EP5GLzz+Qq2Kp+EP5GLzz+QrD2h/1p/wA4lVX3GRGi+i8Vpjc97ntLXYRhw08UHaDvVjuzQyGCVszXyFzK0DsFM2kZ0byqnXPo5PaGOfEWBrThOJzga0B2A7wrLozozaLPNwkpYW4XN4rnE1JFMiBuXk4GKeS9H+r9yimtPZ+pVdJfnc/nnuCsV7aDRMhfJG+TExpfR+Ag4RUjICmpV3SX53P557gs1635bXAxTuc0GhLSwMJGyuQJCxKdGMqu1i3v3dNSu8U5XRtaC2pzbSGA8WRrsQ2cUVB58qdKv14WsRRPlOpjS7noMh0nLpVc0HuVjWe6cQe94oKamiuYNfpVGf8ACvWn9vwwtiGuV2fmsoT/AMsK9fCuWGwTnLq19dPM0QvCndlEcHvxSGpoavPK46zzldB0Ft+OzYD40RLfunjN7yPuquXK6zCx2hkkjWyy+KDWvEFWbPrVX3QW34LTwZ8WVpb95vGb6MQ6V5uBlsK1OV/fW/pv/wAFNJ5ZLqSXhG/0P8n7FA6LXnwFoY45MfxH7qOOR6HUPWp7wjf6H+T9ihLXdtbDBaAPFdIx/MZHFp66j7wUsWprGTnDWNn5IVL7RtcCw6f3nhY2ztOb+M/zQch0u/Kqpo986g+0b3rfuCJ9rtbHSnEGBrnnkjADR0mlecrSuH53D9o3vVVapKvWjWejdl8lb1OSeaSkWLwi6oP8n7Fp6OaLQ2iHhHve12JzaNLKUFN45VueEXVB/k/YoW6NE5bTHwrHRgVLeNirlTc071fiFfHS9jPuW7TgiU/+V7rluunRGGCVsrJHuc2tASymYI2DlVLv6EwWuSmWF/CN6aPHfToVs0X0Wls0rpHujILC0YcVa4mnaBuUX4QrJSWOX67S087DXud6Fdi6P+0U1DI0728vQlUj/p3tYltNrePcjQ0/LFtPN8f9B1qnaO2rg7VC7ZiDTzP4p71lvm9OEisrNfBx0dz4i3P7rAeletI7q9zuhoKF0TCfPaKO9ND0rHiq0qtXbx0jl9fyVzk5SzLhYm/CJas4YvOefQ1v7ls3DL7lu509OM7E8A7SSGMB5Mh1qtaSXh7onDm58SJraby0OI7TiOhWvSuy8Hd4jbqj4Jp5gQO+i1wqOdatiI/pW7+fQsTvKUlwKldF3PtloIc451fK45mmWrlqQB/4rBfOgsbYnPgc/GwF1HEEOAzIFAKGiweDtw4SYbcLacwca94V3lIDSTqANeaiswODpVsPnmrt338jtKnGULsoWg18OZLwBNY5K4RucBWo5wD00WHTv539xn7lHaOAm1QU+u3q2+iqkNO/nf3GfuXn7SUsC0+Et32Kr3pfUk7DoPDLZ45A+Rsj2Nd9AtqRXVStOlV/Rq0vjtUWE+M5rHbi1xoQd+/oWSS/bayFkZc5kRaBHxA2rQAOK6lTlTMHapbQW5WPd7pc4ExkhrBrBp4zujV/4pxUK1anGhHK1rw5HVaUkoo3vCH8jF55/IVp6LXqyz2OaV2f9SjBtc4sbQfzYCtzwh/IxeefyFUkRSGMuo4xNdmfohzh3kNHo3q3GVpUcZKcVvt+2p2pJxqNok7qu6W3Wgl5NCcUztw3DcTSgHJyLpcEDWNDGANa0ANA1ABVbQG8IzG6CgbICXH/AHg7ecZDmpyq2r0uzKUI0tondy1f7F1GKUb8wiIvVLwiIgCIiAKK0jvwWaLFkZHVEY5d55B6htUqte03dDIayRxvIyBc1rjTdmFVVU5Qag7PmRle245DLI5zi5xJc4kuJ1knWSvK617x2XyEP4cfqT3jsvkIfw4/UvnvBaj/AFoy93fM5Ki617x2XyEP4cfqT3jsvkIfw4/UngtT4kO7PmclRda947L5CH8OP1J7x2XyEP4cfqTwWp8SHdnzIXwffN3/AGh/IxVXSq2GS1Sk6mng28zMu+p6V02zWSOMYY2NYCakNaGiu+g5gsbrthJJMcZJzJLGVJO05L0KuAnUw8KKlp5lsqTcVG5yBWDR/RKWZwfK0shGZrUOdyNGunL1LoMVhiaatYxp5GtB9AWdUUOxoxlmqSv0IRw6T3s+MYAAAKAZADVQbF9RF7pqCIiAIiIAqn4RPkYvPP5CrYsc1nY/J7WuA1YgD3rPiaW2pSpp2uQnHNGxWfB58hJ9p+xqtSxwwMYKMa1oOZwgAehZF3D0tjSjTbvY7COWNjlOkp/u5/PPcFe9J7gFpiq0DhmZxnfvYeQ9/SpR9giJJMbCTrJa0nros6x0ez1HaKbup+WvqVxpWvficy0av51llLX14JxpIDraRlipvGojdzBfdMLxE1pIYQ5rAGMpmDtJHSadC6I+wREkmOMk6yWtJ66ILuhGYjjBGriM9Szvs2rstjn9m99PIhsZZctytReD2LCMUkmKgxUwUrTOmWqqq142Y2S1FrTUxOa5hOsjJwr3Lqywy2ONxq5jHHeWtJ6yFbX7Lpyitl7LXElKgmvZ3FN0+tDXssz2+K8Pc3mIjIUporZGS2ARvFWOMgPbOo76qefY4yACxhDfFBa0gcwpkvcUTWijQGjcAAOoK6GDaxEq0mnmVrfb0JKn7bkzSuq4obPi4IEY6Yqkk5VoM+crnNwn+7h+0b3rqywMsEQNRGwEZghra9dFHEYFVHDJZKL0+xydK9rcCpeEbVB/k/Yom5NLnWaLgmxtcKl1S4g505ORdFmszH0xta6mrEAac1Vj97YfJx9hnqVdXA1XXdanOzfTojkqUs2ZMrtxaZvtE7YTG1odizDiTk0nVTkWzp1ZMdlx7Y3Nd0Hin8wPQpuOxRNNWsY07w1oPWAsr2BwIcAQdYIBHUtCw9SVGVOrK7fElkbi1JnJrksnC2iKPWHPFeYcZ3oBVx8INkxQsl2xuoeZ4p3hqscdhiaatYxpGohrQesBZZImuGFwDgdYIBHUVmo9m7OhOk3dy4/gjGjaLjzOW6L2XhLVE3YHYzzMGLvAHSul3jYWzRPidqeCK7jsPQaHoXuKxxtNWsY06qta0HrAWZX4PBLD03CTvfUlTp5FZnLI3WiwWipFHiozrge066HaDlzEKSvfTh8sRjYzg8Qo84sRodYGQpXVVX2ezMeML2te3c4AjqK1orlszTibDEDsIYyvRksq7OrU04Uqlovh/P7Feykt0XuKtoPcDw/3TIC0AERA5EkihdTdSoG+qjtOz/d/cZ+5dHWGWxxuNXMY47y1pPWQrZ9nLu6oQfG9+ZJ0fYyohoroZabBDG7I8Gwsd9V2EUPNsPIVS7ut8titBxChacMrN4/mYP6FdSYwAAAAAZADIDmCxS2KNxq5jHHeWtJ6yFKvgM+ScJWlG2/mdlSvZrVFT05tbJLNBIwgsc+oP3D6eRetCLKyWyzRvFWOeQew3Vy7VaTYYqYcDMINQMLaV30ovcMDGCjGtaDmcIAHoUlg28RtpNaWa+lhs/bzM5baoJbFaaA0fGasOxzTqPMRUEc4XSrpvNloibKzUdY2tcNbT/NyzzWSN+b2NcRqxNae9fYbOxmTGtaDrwgDuTCYOWGnLLL2Xw5CFNwb37jIiIvRLgiIgCIiAIiIAiIgCIiAIiIAiIgCIiAIiIAiIgCIiAIiIAiIgCIiAIiIAiIgCIiAIiIAiIgCIiAIiIAiIgCIiAIiIAiIgCIiAIiIAiIgCIiAIiIAiIgCIiAIiIAiIgCIiAIiIAiIgCIiAIiIAiIgCIiAIiIAiIgCIiAIiIAiIgCIiAIiIAiIgCIiAIiIAiIgCIiAIiIAiIgCIiAIiID/2Q=="/>
          <p:cNvSpPr>
            <a:spLocks noChangeAspect="1" noChangeArrowheads="1"/>
          </p:cNvSpPr>
          <p:nvPr/>
        </p:nvSpPr>
        <p:spPr bwMode="auto">
          <a:xfrm>
            <a:off x="63500" y="-144463"/>
            <a:ext cx="304800" cy="304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nl-NL">
              <a:latin typeface="Calibri" pitchFamily="34" charset="0"/>
            </a:endParaRPr>
          </a:p>
        </p:txBody>
      </p:sp>
      <p:pic>
        <p:nvPicPr>
          <p:cNvPr id="3" name="Afbeelding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44" y="1052736"/>
            <a:ext cx="7272808" cy="5287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226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AutoShape 2" descr="data:image/jpeg;base64,/9j/4AAQSkZJRgABAQAAAQABAAD/2wCEAAkGBxQSEhUUEhMUFRUXFxQXGBgXFRgcGRcZFxUcGhwdFRcYHCohGBolHBcXJTEiJSkrLi4uFx8zODMsNygtLisBCgoKDg0OGhAQGywmHiQuLCwsLCwsLSwsLCwwLCwsLCwsLCwsLCwsLCwsLDQsLCwsLCwsLDQsLCwsLCwsLSwsLP/AABEIAKMBNgMBIgACEQEDEQH/xAAcAAEAAwEAAwEAAAAAAAAAAAAABQYHBAIDCAH/xABPEAABAwIBBgkGCwUFCAMAAAABAAIDBBEFBgcSITFBEyIyUWFxgZGhUmJyk7HRFBVCVIKSorLB0uMWIzNDwghTVWODFyQ0RKPT4vBzw+H/xAAZAQADAQEBAAAAAAAAAAAAAAAAAgMEAQX/xAAnEQACAgEEAgICAgMAAAAAAAAAAQIRAwQSITFBURMUInEysUJhkf/aAAwDAQACEQMRAD8A3FERABERABERABERABFyTYhG3fc8w1+Oxcr8TceS0Dr1rtMCVXrkna3a4Dt/BV+uxZjP40zW9BcAfqjWe5QVVlnTt5AfJ1N0R3usfBUjilLpCuSRdJMSYNlz1D3rllxg7md5We1OW8h5ETG+kS72WUXUZS1L/wCZo9DWtHja/irR0svIryI0uXF5d2iOoe9R1Ti8u+W31Qs2lrZHcqR7utxP4rnVVpV7F3l9qMa56n/q/wD6o6bFmnbMT9IlVNE6wI5vZPy17D8u/euV9UzyvAqKRP8AEjm47nVPM4jqJXicQlHJmlHVI4ewrjRHxoLOwY/Vt5NTP6xx9pXsZl1Xs/5gkczmRnx0b+Kj0R8UfQbmT1NnTrG8tkDx6LmnvDreCl6TO83+dSuHTHIHeDg32qjuhadrR3L0voGHcR1H3qctPB+DqmzXKDOZh8ltKR8R5pI3Dvc27fFWXD8VgnF4JopR5j2u77HUvnWXCfJd3j3LjkwyRp0m7RsLTYjq2FRlpfQyyH1Ei+ccPy4xGlIAqJHAfJmGmD2v41uohXHBs9GwVdNbz4XX/wCm/YPpHqUJYZIdSRrqKCwDK+jrdVPUMc7yHXbJ9R9nHrAsp1SaoYIiIAIiIAIiIAIiIAIiIAIiIALxkkDRdxAA2kmwUJi2UscV2x2kf0Hit6zvPQPBVHE8aLuNM/qb+Vo9qpHG5CuSRcKvKFo1RjSPOdQ958FC4hjNheaUNHNe3c0az4qlVmULzqjGgOfa73BQ73lxu4kk7STc961Q03sRzLdV5YNbqhjLvOfqH1RrPgoOtygqJdshaOZnFHhrPaVFotMcUY9IRybCIicUIiIAIiIA9tNA6R7WMF3OIa0c5JsFYzkLU73QD/V/8V6cgYA6tjJ2RtfIeoNI9rgsKxmu4eommItwssklvTeXfisufPKEqRSEU1yb1+wtT5UHrf8AxXBjOTc9MwPk0CwnR0mO0gDa9jq6CsIW5YfBwGB0EWx0rpah3SCTo3+i9vckxaicppHZQSRGIiLaSCIiACIiACIiAPxzQdRFx0rhqMIidu0T5vu2LvRcaT7OlZq8BeNbCH21jc4d/vUvgOcbEKEhhkMzB/LqLuIHmyHjt6Lkgcy7166inbILPaHDp/A7lGeBPoZTo0vJXOtRVZDJCaaU2GjKRoOPmS8k9TtEnmV9XyviOTW0xG/mu/B3v711ZLZf12FuEdzJCNsEpNgP8p22PotdvQsWTC4lVKz6eRVfIzLukxJv7l+hKBd0L7CQW2kC9nt84c4vY6laFEYIiIAIiIAIi9NXUtiY58jg1rRck7kAeVRO1jS97g1oFyTsCoWPZVumuyK7I952OeOnyW9HfzKHykykdVP3thaeK3+p/O72d5NcqKku1DUPb1rZiweWTlM7qnFLao+/3BRb3km5JJ5yvFFsjFR6JN2ERS+AYbFKJ5ah7o4aeIySFgu6wudVwdwdu3LspKKtglZEIu34/wAB+d1nqv00+P8AAfndZ6r9NQ+zjG2M4kXb8f4D87rPVfpp8f4D87rPVfpo+zjDYziRd7cbwI/87Ut9KFx+7Gu6jwmkqrChxKnlcdkb7xvPU08Y/VTLU435DYyCRd2KYTNTO0Zoyy+w7Wu9Fw1FcKsmnyhScwqfgKDEqm9iynMbD50twPtaHesEW05azcBgFt9VVNH0Yxf70X2liy8vO7yMvDo/WNJIA1k6gvoHLaIRPp6ZvJp6aGMdYFvYGrEcmJ4o6ynfOdGJk0T3kAniseHEWGs3tbtWyYvlhglRM+Z9VVBz7XDYtQs0AWuw7gjBOMJXIJptcEMi7fj/AAH53Weq/TXm3FsDdqGITsPnwPI7dGNbfs4yWxkeisNPk5HUAmhraaqIF9AODX29G58bKFrKN8LyyVjmOG0OHiOcdIVIZIy/ixWmuz0IvZBEXua0bXODR1uNh7VL41Pg9HM+nqKqq4WPRD9GMFty0O1WYdxG9cnljDs6ot9EIi7fj/AfndZ6r9NPj/AfndZ6r9NT+zjO7GcSLt+P8B+d1nqv01+jHsB+d1Y/0v00fZxhsZwopWnmwic2hxQMP+fG5g+s4NC6MRyVniZwjQ2aK1xJC7SFue223SLjpTxzwl0zji0QS562iZK3RkaCN3OOo7l0IqtX2cKViWETUrhLC91mnSa9hIfGRvJGzrHgtYza53xMW02IlrJDYMn1Bkh5pRsY7zth6N9cVUyjyb1GSBvS6Mb+lg/DuWLNp/MSkZ+z6vRYHmgzomJzKKufeI2bDM464zsDJCdsfM48nYdXJ3xYioREQAWT5cZS/CZeCjP7mM7tj3Da7qGwdp3i1szjY58GptBhtJNdg5w23HcOwgdbhzLJIti1afFf5MnOXg9z33XgiL0EqJBERBwKQxubgMBrHg2dPLFCDzgEOI7W8IFHrxzuT8FhmG0/946Wod/T4SnuWbVOoUUx9mRIitua3J2OvxGOGYExaMj5ACQdFrDbWNY4xavOLFSRbccAwH5rVn/VP/cXi/JzAXavg9YzpEgPteVX4MnoXcjE0WuVuaukqQfiyscZQCRBUgAv32ZIABsvuPSRtWUVVO6N7o5Glr2Oc1zTta5psQekEFTcWnTGTsv2Q+cyWC1PX3qqN1mkP4z4h5UbjrNvJvu1W33LKLCRA5ron8JBK3hIZBrDmkA7ecXHYQegYUtqzTTmvw2aidrfTSxSRE7mSuIc0dAs8/THMrYMuyX+hJxtEXntn4OHDaW9iyB0z29MpAHi2RZSr9nwr+FxaZo5MLIoh2MDj9p7lQVFu3Y6CLSM22RtHU0dRV1xm0I5I4mCIgG5ALto18tnNaxVg/ZLAuav+sxNHHKStI42kYui2Z2RmBO1B9fH512G3ZolUfOFkX8XOidHMJ6edrnRSaOieKRdrhzjSbr38w2LkoSj2gTT6KnFIWkOaS1wIIINiCNYII2FbPm7yqdi0bsPrXaVQ1jn007uU4tGtjztcba77wDfWATiytOa6YsxaiLdvDNb2Ou0+BK5GTi7R1qzUcjqQvroWkcl5cejgwXa+1oCxzK7EPhFbUzA3Ek0rmnzS86NujRst4jkFPPitSP5EVS5vpucS23a0hfOCvqZbpL9CQVIIi3N2ROEUsVOyrp53zup4pJCyU203N421wtxg7VbZZRjFydIZujDEW3fEGA/Nav1v6i5p8hcFn1RVFVSvOwyBr2A+cAL2+kE7w5F4ObkY0pvJfKyqw+TTpZnM1guYdcb+h7DqOoWvtG4hdGW+R02GStZKWvZIC6KVnIkbzjmIuLjpG0EFVxSGN8hqoMWpXVtKwRzxW+FQDdf5bOg2Jvvsd4N4JVLNJjppMTg1/u5nCCQbi2Q6Iv1O0T2FX7KGh4CpliGxrzo+ieM37JC36XI5La/BHJGuSOREWsmVDK/AhYzxDpkaPvD8e/nWq5i8vjUs+A1L7zRtvC47ZI2jW0ne5vi30STWSFQK9kmH1jJYCWlrhJEeax5J5xuI3g9KwanFX5ItCXg+w0UXkvjbK2lhqY+TKwOtfku2OaekOBHYvxZChlGcfE+Gr3tB4sQbE3rGt3bpEj6IUM0WXLPPwtRI/y5ZH97i5da9bHGo0Z27YREVBQiIgD9awkgDaTYdZURn5qR8YRwNPFp6eGO3MTd33XM7lbMlKbhKyBv+Y1x6mcc/dWW5xcQ+EYnWSbjPI0dLYzoNP1WhYdY+UiuMri1TMdDoNxGq3xUwjaemUkjxjb3rK1s+QcHA4A9x21VVYejGB/VG7vWbGrkkUk6RzhEReuZj30MxZIx7dTmva4dYIVVz307WYxUaOrSETj1mJt++1+1XXJykM1VCwb5Gk+i06TvAFZvnRxIVGK1cg2CUxjqiAjuOg6F+1YdY+UWxlWWvf2bXH4ZU83we56xI23tKyFaxmevT0GLVuzQg4OM+foPNu8xd6xlDOcpa/4RV1E17iSaV46nPJHgQo1EQBt+Bw8BgNGy1nVEss5HOAS0Hu4MqPViyug4BtHS/N6WJp9Iix7eID2qur1NOqxohN8henPJJoUOFQ7yyeU84Diwt79I9y6I4y4ho2kgDrJsFDZ+asHEWwtPFp6eGK3MSC/2Pb3KWrfCQ2MzdXnMrQmXF6fmj4SR3QGxm32i1UZanmNh0BiNVvipuDafOlJI8Yh3rClboqWDLSu0cHrpb2NXVtY3XYkB/C91g8d6wxazndm4LDsNpx8sS1Du22h4Pd3LJk+V3NnI9Elk1QfCKunhtcSTRMPU54B7LErbMuqnTrZbbG6LB9Fov9rSWf5j6DhcWhceTC2WV3UGFo+09qs9bUcJI+Ty3vf9ZxP4q+kX5NiZHwelERbyJ784TeEwCFztsVZosO/Rcx5IHRr+yFjK17O1NwOFYfTHlSvkqT0AAht+sS/ZKyFeTldzdezTHo6sLcRNEW7RIwjrDhZb1nEH+/SejH9wLGsgaA1GI0kYF7zxE+ixwe77LStayzqeErZ3DYH6P1Ghp8WlW0i/N/oTJ0QqIi9AiFBZZUXCU5cBxozpDqOp34HsU6vVVxacb2nY5rh3iyWcd0WjqdMsH9m7Gi6KppHHkObMzXufxXgcwBaw9byizHNrlB8Bqny3tpQuZ3vY7+lfq8c0k/A3Rl0TtDnNPWLhSa8cr6Q0+IVDdwlLx6MnHFux1uxeS9fG7RmYRETnAiIgCx5EyiJ9RUu5NPTTSnrA9wcvn+R5cSSbkkknnJW410/AYHiEu+UxU7em5Gl9l7u5YYvM1LvIy8Ogt4rIPg+GYZTjV+4Mzh50xD/a56whtri+zfb8FtmJZ0sJnc10lHVktY1jbOaAGtvYWEnSUuGajO2dkrVHCv0Ly/2hYMNlDVnrk90i46nPAyIH4Bh0ELt0krjI8dWoWPaQtb1cfCZP42WerrRg1HJVTWbVzNdHSxHlC+2RzdwGo9w2uWBucSbnWSu7G8ZnrJTNUyulkOrSduA3NA1NGs6gANa4FinNzlbKpUqC2/KjDDheTDKd40ZqmSMyDYQ9x4Ug9LWRNafRUBmqyPaAMTrhaniN4WHbPKOTYHa0EdpHMCpTP3iz3wYfG88Z7ZKh7ebT0dADoALx2JdrqwsxtTeROH/CMQpIrXDp4tIeaHgu+yCoRaJmIow/FBI7ZBDNMe4R/wD2Lh0uuWdTwlbOdwfofUAafEFQq85pS9znna4lx63G59q8F7MVSSMzJfJGl4Ssgb54cfocf+lZTnAxD4RiVXLe4M8gafNY7Qb9loWxZFyiE1NU7ZT000naBceDXL5+c4k3OsnasGrdzorjXB+LaM31KYsCeRyqurDG9LWWt9pj+9Yuvo7JzDtCDBaUD5Pwl46XfvtfaXhRxfzT9c/8Gl0Ztn2qgcSELTxaeCGEDcNRf7HjuWdKey7xD4RiNXLe4dPKGnzWuLW/ZaFAqYxq2ZKHg4cSqrWLIGwsd0yk3setrO8LpUVm/wAuaGioZKWqgqJDLLwjjGWgWAZoi+mDqLL9qmP9oOC/Mqz1g/7q1YM0cadk5xbZ4KZydwThyZJTwdNHd0srjZoa3WQHHfYdm3mvBzZ0cOj/AOHwsvPPPLcD6PGuqflfnBrMRHByubHALWhiGjHq2aWsl27abC2oBPPV8VFHFj9nhnJyoGI1z5mC0TQIoRa1o2E2Nt1yXOtu0rblVkU5kfkvPiVQ2CAdL3kcWNl9bnfgN51LEVL1mPwsRGoxOVvEp2GOK/ypnix0TzhpDf8AV611veXElxuSSSeck3KnMenhhiioKT/h6cWLtV5ZPlOJG3WT0XJ3AKBXpabHtjb7ZCbthERaBAvx5sCeYH2L9UdlDU8HTyu3lpaOt2r8fBck6TZ1FCwTC31EhYwEkNLtXMCB+IX4tM/s74KJqmpmeLsZE2PXs0pHh3gIj3ovGNJdM8+Cn91VtGr+FJ0ayWE9pcL9LVRMPm0m23jV2bl9CYph7KiF8MguyRpaefXvHMQbEHnC+eMWw6ShqXwybWnUdz2HY4dBHcQRuW7TZOKZKa8nai8Y3hwBGwryWwkEROpADOpNwWD0EGx000s56QwEC/ZK3uWQLTs/U9qumpgeLT0sbepzib/ZDFmK8eb3SbNKVIItGzOYHTzurJ6qFs0VPBfQdsL3G7dY2G0bh9JW/hML/wAHh9c78iaGKc+YoHJLswpFuvCYX/g8PrXfkXtZiNCz+HhFGDuL2tf7WJ/rZPX9C74mJ4VhE9S/Qp4ZJXatTGF1r+VYcUdJ1LT8nc2MVHoz4w9t+UykjcHOf/8AK4G1r7gbbLu3KyVGWVSW6EZjgZ5MLA3xNyOyyr8khcS5xLidpJJJ6ydqrDSP/JivJ6JXFsVkrZWNsGMu2OKNvJjBIaABz7NfsGpUvPrWh+KvjHJgihhH1eE1est2KyUNSYpGSAAlj2vAOwlrgdfcpevxHD55HSzYVE+R5u5xmdcnp4ifPilKlBcI5CSXZgS1rM3BwdDidSd7I6dp6X30vvsU3wmF/wCDw+td+ReysxeH4MaalpGU0bpOEeGvLtJwAG9otsb3BRhp57la4Hc1RCoiL0SBJYnPwGBV0mx0z4oG9IuC630XP7lhy3mkxiH4MKaqpGVMbZDI0OeW2cQRcgNNzYu19K9fCYX/AIPD6135Fgy4ckptpFoySRieHUhmljibypHsYOt7g0e1fTWIVYhrKuYDiUNE7R6xHpADsLgqvSVuHRPZJHhMLXsc17XCU3a5puCOJtBAXrynxNwwjEal1g+qmjhHVpBzgPoOcOxJ8cscW5fo7uTaowkm+sr8RdmDUPD1EMI/myxx/XeG/is45xovoXHqLCqad8IwqF+hojS4RwuS0HZonZe23co/hML/AMHh9a78istPkatIXejCl5RsLiA0Ek6gALknoAW7MqsNbycHpvpP0vAsXVDlYYRakpaSmH+XEAfCw7wmWmyejm9Gd5LZqqyp/eVI+B041uknGi63mRmx7XaI16iVf311PR05o8NaWxn+LM7+JMbWNzYEDu5gANsbiOKTVBvNI5/MCdQ6mjUOwLjWnFplHmXLElO+giItJMIiIAKlZc4jpObC06m8Z3pEah2A+KsePYs2nj0tRebhjec856AvRmdyOdiNZw8wJp4XB8hI1SSbWs6dfGd0avlBZNVlpbEUxx8mzZnsmzQ4bGHi0s376QHaC8DRaQdhDA2457oruiwFgqxl3km2vh4tmzsuY3nYedj/ADT4HXzg2dF1Np2gas+ZmufTyOjlaWuabPYdrSP/AHqIUox4IuNYWtZcZFR17dJto6hos2S2pw8mS21vTtHeDilXTzUcropmFjhtadhHO07COkL0cWZSRCUaJJSWTdNwtVAznkYT1NOkfAFRFPUNeNR7N4VrzfstUulIJ4GGWSwFyTYNsANps4quSVQbOJcmR50a/h8VrHjZwpj9UBH/AEKrKaqMn657nPdSVRc4lxPASayTcnk85Xr/AGZrfmdV6iT8q8g0GnZuIeBwOpkIsaipbG087Y2tPt4Qdi9SmpqQ02E4bTOBa4sfM9pFiHPOkA4HYRwjh2KFXpaZVjITfIREWgQIiIAIiIAIiIAIiIAIiIAL1515uCwrD4N8sk1Qfo8Vt+tsvgV7Lcy9OezC6mSrhihp55I6emijuyJ7m6WsmxAts0e5ZNW/xSKY+zJleMy+H8Ni9NquI9OU9Ggw6J+uWKu/szW/M6r1En5VpOZfBpqU19VNDLEY6YsZwkbm6RedLi6Q1kGMDV5XSsKVuix2YvU8LPLJ5Uj3DqLjbwsuNAi9lKuDMEREHAiIgAiIgAuLFsUZTs0nnX8lo2uPR0dK4scyijgu1tnyeTfU30j+G3qUXkjkhWY1OSDoxggSTOHEYNui0fKdY6mjn1kXus+bUKHC7KRhfZ6MnMBqcarNBmoai95B0IY7+J22btJ7SPqfJzA4aGnjp4G2YwW17XHe5x3uJ1n3L0ZKZNQYdA2CmbZo1ucdb5Hb3PO8+A2CwUyvObbdssERFwAiIgAorKHJ6Ctj4Odl7clw1PYedjt3VsO8FSqLqddAYHlVkPU0BL23lhGsSsGto/zG7W9esdWxR+C5RyQP02PLHWtpNtrB3OadRGody+jCqPlPm0pqm74f93lOvij924+dHuPS23TdaYajxIm4einsy0rCLipJHox/lXl+2Nb84d9SP8qreOZL1lASZYzoD+bHxoz1m3F+kAuKDFPKHaPctUfjfhCOydxHEZZ36czy91gLm2oDcANQ2lcq9cNQ13JIPRv7l7FZV4FCIiDgREQAREQAREQAREQAREQAU5HlfWgACodYatbWE9pLbntUGi44p9o7ZPftjW/OHfUj/KuevykqpmGOWZzmG1xZovbn0QLqJRcWOK8ILYRETHAiIgAija/HoIr3fpO8lms9u4dpVaxDKyV/FibwYOoHlPPVuHYFKeaEe2MotltxDEY4BeR4bzDa49QGsqn4plRLMeDgDmBxsLa5HE6gBbZfmGvpVhyWzS4hXOEk4NNEdZfNcyOHmx8onZytEWOolblkbm9osNAMMenLvmks6TX5OqzB0NA6brHk1MpcLhFVBIyjIDMtLMWzYjpRR6iIQbSv3/vD/LB5uVt5O1bzh9DHBG2KFjY42izWtFgB1D2rpRZhwiIgAiIgAiIgAiIgAiIgD8IVRx7N1RVN3BhgeflRWaD1s5J7gelW9F1Sa6BqzD8azW1kNzCWVDfNOg/6jjbucepVOd89O7QlbJGfJlYQezSFyOpfTi9NVSskaWyMa9p2te0OB6wdSvHUSXYjgj5uixbym93uK6o6+M/Kt16lrmKZs6Ca5bG6Fx3xOIH1Ddo7lU8RzOyC5p6pruZsrC09r2k3+qFeOpQjgyrtcDsIPUv1ftdm8xGE6oNMeVE9p7gSHeChaqGqg/ixzx2/vI3gd7hZWWaLF2smUUAzGX87T2e5e1uNnewdhITfIjlE0iiRjg3sPePcvIY4zyX+HvXd8QpkoijfjuPmf3D3r8+PIvP7h70b4+wpkmiizj0XM/uHvXrdlDH5D/D3o+SPsKZMIoF+Ug3Rntdb8F6JMpX7mNHWSfcleWHs7tZZUVNlyimJsHNB5mtF/G66abCsRqf4cFW8HeI3tZ9YgN8Uj1EUd2Mss1Qxmt72t63Ae1RtTlFAzY4vPmj8TYLpw7NDic2t8cUA55ZQT12i0vGytuFZiWDXVVj3bOLDGGfbeXX7goy1T8DLGZlV5Wu/lsa3pcbnuFgPFemhw7EMRNoYp5gbi7W6MQ6C7UwdpX0Vg2bbDaaxZSse4W4015Dcbxp3DT1AK2NaALAWA3BZ55pS7Y6ikYNk7mJmfZ1bO2Jv93Dx39Re7itPUHLVsmMhKGgsaeBun/ev48nY53J6m2HQrIikMEREAEREAEREAEREAEREAEREAEREAEREAEREAEREAEREAcFZglNN/Fp4JPTiY72hQ9TkBhz9tJGPQ0mfcIX6i6pNBRS8fyIooidCEj/VlPtesxxqmbG8hgsOsn2oivjbfYjRGFeJRFUU8SrDkzhUUxtI3S+k4fdIREkujqNPyezd4dILvpy49M01u7hLK1U2QGGs2UNOfTYH/fuiLO2xybpMOhiFooo4x5jGt+6F1IiU6EREAEREAEREAEREAEREAEREAEREAf/Z"/>
          <p:cNvSpPr>
            <a:spLocks noChangeAspect="1" noChangeArrowheads="1"/>
          </p:cNvSpPr>
          <p:nvPr/>
        </p:nvSpPr>
        <p:spPr bwMode="auto">
          <a:xfrm>
            <a:off x="63500" y="-144463"/>
            <a:ext cx="1800225" cy="18002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nl-NL">
              <a:latin typeface="Calibri" pitchFamily="34" charset="0"/>
            </a:endParaRPr>
          </a:p>
        </p:txBody>
      </p:sp>
      <p:sp>
        <p:nvSpPr>
          <p:cNvPr id="9220" name="AutoShape 5" descr="data:image/jpeg;base64,/9j/4AAQSkZJRgABAQAAAQABAAD/2wCEAAkGBhASERMQEBQSEhASGBQUEBcTFRAXEhkXFhQXFxUUFRUXHCceFxojGRYWHy8gIygpLDAsFR8yNTAqNSYrLCkBCQoKDgwOGg8PGikkHyIzKzUsKiw1LykuKSwtLCwtLSwpLCwsLCwsLCwsLCwsLCksNCwsLCwpLCwsLCwsLSwpLP/AABEIAHMBtQMBIgACEQEDEQH/xAAbAAEAAgMBAQAAAAAAAAAAAAAABQYDBAcCAf/EAEgQAAEDAQQECAcPAwUBAQAAAAEAAgMRBAUSIQYxQVETImFxgZGSsQcyU3Kh0dIUFRYXMzRCUnOCk7LBwvAjJINDYqKz4VRj/8QAGgEBAAMBAQEAAAAAAAAAAAAAAAIDBAEFBv/EADcRAAIBAgMFBQcDAwUAAAAAAAABAgMRBBIxEyFBUWEFFBWh0SIyUnGBkbFCwfCC4fEjJDM0Y//aAAwDAQACEQMRAD8A7iiIgCIiAIiIAiIgCIiAIiIAiIgCIiAIiIAiIgCIiAIiIAiIgCIiAIiIAiIgCIiAIiIAiIgCIiAIiIAiIgCIiAIiIAiIgCIiAIiIAiIgCIiAIiIAi5kdM7b5QdiL2U+Gdt8oOxF7K8bxmhyl5epn7xHqdNRcy+Gdt8oOxF7KfDO2+UHYi9lPGaHKXl6jvEep01FzL4Z23yg7EXsp8M7b5QdiL2U8ZocpeXqO8R6nTUXNYdLbe9wY19XOIDQGRVJOoeKr7DKYYQ60yAlorI8gAV3AAdA2la8NjoYi7imktW7W/JOFVT0N1FS7f4QsyII6j60hOf3R61pfGBafqw9mT21VLtXDRdr3+Rx14I6Ci578YFq+rD2X+2nxgWr6sPZf7aj4th+v2ObeB0JFz34wLV9WHsv9tPjAtX1Yey/208Ww/X7DbwOhIue/GBavqw9l/trdubTK0zTxxFsVHmjqNfWgBJpxtwUodqUJyUVe76HVXi3YuqIoi+7XbGOb7libI0g48Ww1FPpDlW+pNU45mm/lvLW7K5Loqt76Xt/80f8AP8iyaMaRz2mR7JGsDWNqSwO8bEABXERqxdSzRxsHNQtJN6XTRBVFe28sqKnx6TW6SSVkEUTxG4g6waYiBWrxuWf30vb/AOaP+f5FxY6D0jJ/JM5tVyZaUUBft+TWezRS4WcK4tbI11S0EsJcBR28bys2jN+m0xuLwGysNHgVpn4pocxtHO0q1Ymm6my42uSzq+UmUUJpJfclnMOAMPCOwuxB2rLVQjevulN9Ps0TZIw0kvwnEHEUwuOwjcuzxMIZ7/ptf6hzSv0JpFVRfF6UDvc0ZaRXLXTmEhPoW1c+lzZX8DMwwzagHVoTuzAIPIVXHGU21F3V9Lpq5xVFoWBERbCwIiIAiIgCIiAIiIAiIgCIiAIiIAiIgCIiAIiIAiIgCIiAIURAcYITCuzovnvBP/Ty/uZO7dTjGFKLs6pem+kGuyxH7Yj0M/U9W9ZsT2ZHD03OVTy1f3IToqCu2UtEVg0R0f4eThHj+jGc9znaw3m2noG1eXRoyrTUI6spjFydkTmhOj+BvumQcdw/pg/Rafpc57udRend7F83AA8SKhdyvIr6AQOkroCp14aCSSyyS8K0Y3OdTC7IE1A17l9LisLOGGVGgr8zZODUMsSkIrf8XUnlmdh3rT4u3+WZ2HeteJ4bifg/HqZtjPkVBFb/AIu3+WZ2HetPi7f5ZnYd608NxPwea9RsZ8ioIrf8XUnlmdh3rT4un+WZ2HetPDcT8H49RsZ8ioK46BXOcRtLxRoBbFXaT4zhybOk7lvXfoDCwh0rnS02Uws6RUk9as7GAAAAADIAZAAagAvUwHZk4TVSrw0RdSotO8j0iLRvm9W2eJ0rszqYPrOOofzYCvenNQi5S0RqbsrsiNLb3cMNkgzmmyNNYadnIT6BU7lK3HdDbNEI25nW873HWebYOQKJ0TulxLrZPnNNm2uxp28lRq3Cm9WZY8NB1JOvPV6LkvV8SuCu8zKBcd+xWae1GXFx3kNwiup7694U58PbJ/8Ap2P/AFaGiMDXWi2YmtdR+WIA/wCpJvVq974vJx9hvqWXBxrukskkld6q/F9SFNSy7mV7wgmtmjO+Qf8AW9a9u/s7ay0DKC0Cku4E0xHro7tLY8IXzZn2g/63qWvq6xaLO6P6VAYzucBl16uYlKtJzrVHH3o5Wvmr/nQSjeTtruIbTrXZftD+1evCH83Z9p+x6gLXeZlhsrH/ACkMhY8HXQYcJPQKc7Sp/wAIfzdn2n7HrPOqqtOvNcVH8EHLMpP5FksfybPNb3BVzTu7wYmzjKSNzRiGvCTTXyOoR0qx2P5Nnmt7gq/p5bWtgEWt8jm0G2jTUnrAHSvSxmXu0s3Lz4eZdUtkdybum1mWCKQ63saTz0z9NVtrTueymKCKM62saHc9M/TVbi1U75Fm1sixabwiIrDoREQBERAEREAREQBERAEREAREQBERAEREAREQBERAEREARFr3hbmQxulkNGtHSdwHKTkuSkoq70GhG6UX8LNFxfln1EY3b3nkHfRcye8kkkkk5knWSdZK2r0vJ88rpX6zqGxoGpo5vWtVjCSAASSQABrJOoBfGY7FvE1N2i0/nU86rUzs27pux9olbEzbm47GtGtx/mshdVsNiZDG2KMUa0UG/lJ5Sc1G6MXCLNFnThX0Mh7mjkHfVTK+g7Owfd4Zpe8/Lp6mqjTyq71C0L4viOzR8I/PYxo1uO4etb65ppneBktLm14sXEbz63Hry+6Fdj8V3elmWr3IlVnkjcW/TO1SE4XcE3YGAelxzPoWj7/Wry83bf61oIvkZ4mrN3lJ/cwOcnxN/wB/rV5ebtv9ae/1q8vN23+taCzWSyPleI42lz3agO87hyqKq1W7KT8xeRdNBLVPIZXyyPe0YWtxOcRU1JpXkp1q3KPuK6RZ4WxDN2t53uOs82ocwCkF9phKcqVGMZ68T0aaaikwiItRMKraV3HaZ5Y3RBro2NFA8imLESat21Ab1K0rVvC9IoAHTOwBxoMnHOldgKz4mlCpTcajsvsQmk1ZlewXxvh/4epb9zC8OE/ujHweE+LhriqKahuqsnwvsXlR2ZPZWWyaSWWV4jjkDnurhGF41AnaNwKy01RUlas30zJ3IJRv73mV6C5bxhlmfBwYEriTUtOWJxbrGXjLZw3xvh/4epS9p0mskb3MfIA5po4YZMj0BYxpdYvLDsyeyq1Sw8PZVZrpmRzLFbs3maukV02i0WWJgwmYFrpMwBXg3B1OkqwsGQCx2a1Mkbjjc17TtaQR6FlXoU6UYyc073t5Fqir3KdfmiMr7SJoQ3A4tc8E0o4HjU59fPVSml10S2iFrIgC4PxGpplhcP1C2J9KLIxzmOlAc0kOGF5oRrGQUlDM17WvaatcA5p3gioKyxw+HltIwfva2a3ehBQg7pcSrsgvegaHQtAAAPF2dBWe6tFHCX3RapOGmGbdeEEajU66bMgApi8L3hgw8M/Birhyca0pXUDvCXffEE+LgXh+GmLJwpWtNYG4pGhQVRRlNya0Td/IKEb2bubiLHaLQ1jXPecLWglxOwBR1n0nsj3NYyUFziA0YZMyecLZKrCDSlJJsscktSVRad4XvDBh4Z+DFXDk41pSuoHeFp/C+xeVHZk9lRlXpQdpSSfzRxyitWTCKNsekVmleI45A55rQYXjUKnWNy8RaUWRzgxsoLnENAwyDMmgGY3p3ilrmX3QzR5kqixWm0sjY6R5wsaKuOeQ6Fp2LSCzTP4OKQOfQmlHjIa9YU5VIRkotq74HbpbiRRa1vvKKFofK7A0nCDQnOhNMhyFebvvWGcEwuxhtA7Jw184CbSGbJdX5cRdXsbaLRvC+oIPlXhpOoZl3PhFStGLTOxuNOELfOY8Drpkq5YilB5ZSSfzOOcVubJxF5jka4BzSHNOYIIIPKCFoW7SCzQvwSyBrqA0o85HVqCslUjBZpNJHW0tSRRQ/wALrF5UdmT2VIWO8IpRiie14GvCa05xrCjCtTm7Rkn8mcUk9GbCLVvC9IoAHTOwBxoMnHOldgKXfecU7S6J2NoNCaOGdAaZgbwpbSGbJdX5cTt1extIo+3X9Z4XYJZA11K0o4mnQDRbFht8czccRxMqQDRw1a6VAquKrByypq/LiMyvY2ERFYdCIiAIiIAiIgBK5tpbpB7okwMP9GM8X/cdRf8AoOTnU1ptpDhBs0Z4zh/VI2NP0Oc7eTnVGXzfauNu9hD6+hjr1P0oK66EaParVIPsQfS/9B17lTI3AEEgOAIJBrQ8hpnRWVun9oAoI4QBkAA+n5l5+BnQp1M9Xhoiqk4p3kdBRc/+MG0fUh6pPaT4wbR9SHqk9pe/4thub+xq28DoCgrRoXZXvc9wfieS53HOsmpWXRe+X2mJ0kgaCHlow1pQNadpO9Y9KNIhZmANoZn1wA6gNrj+g29C0VZ0KlHa1FePUnJxccz0MD9CLEBU4wN5fQLX+C92+UH4zVSbZbpJXYpXOe7/AHHuGodCwUXz88dQv7NFW6/4MjqR4ROiWfQ2wuzbV4GRpISOarVNWG7IYRSJjWA66DM85OZ6VF6E2Mx2VpORkLpOg0DfQ0HpU8vocLSp5I1FBJtGuEVZOwREWwsCIiAKp+EP5GLzz+Qq2Kp+EP5GLzz+QrD2h/1p/wA4lVX3GRGi+i8Vpjc97ntLXYRhw08UHaDvVjuzQyGCVszXyFzK0DsFM2kZ0byqnXPo5PaGOfEWBrThOJzga0B2A7wrLozozaLPNwkpYW4XN4rnE1JFMiBuXk4GKeS9H+r9yimtPZ+pVdJfnc/nnuCsV7aDRMhfJG+TExpfR+Ag4RUjICmpV3SX53P557gs1635bXAxTuc0GhLSwMJGyuQJCxKdGMqu1i3v3dNSu8U5XRtaC2pzbSGA8WRrsQ2cUVB58qdKv14WsRRPlOpjS7noMh0nLpVc0HuVjWe6cQe94oKamiuYNfpVGf8ACvWn9vwwtiGuV2fmsoT/AMsK9fCuWGwTnLq19dPM0QvCndlEcHvxSGpoavPK46zzldB0Ft+OzYD40RLfunjN7yPuquXK6zCx2hkkjWyy+KDWvEFWbPrVX3QW34LTwZ8WVpb95vGb6MQ6V5uBlsK1OV/fW/pv/wAFNJ5ZLqSXhG/0P8n7FA6LXnwFoY45MfxH7qOOR6HUPWp7wjf6H+T9ihLXdtbDBaAPFdIx/MZHFp66j7wUsWprGTnDWNn5IVL7RtcCw6f3nhY2ztOb+M/zQch0u/Kqpo986g+0b3rfuCJ9rtbHSnEGBrnnkjADR0mlecrSuH53D9o3vVVapKvWjWejdl8lb1OSeaSkWLwi6oP8n7Fp6OaLQ2iHhHve12JzaNLKUFN45VueEXVB/k/YoW6NE5bTHwrHRgVLeNirlTc071fiFfHS9jPuW7TgiU/+V7rluunRGGCVsrJHuc2tASymYI2DlVLv6EwWuSmWF/CN6aPHfToVs0X0Wls0rpHujILC0YcVa4mnaBuUX4QrJSWOX67S087DXud6Fdi6P+0U1DI0728vQlUj/p3tYltNrePcjQ0/LFtPN8f9B1qnaO2rg7VC7ZiDTzP4p71lvm9OEisrNfBx0dz4i3P7rAeletI7q9zuhoKF0TCfPaKO9ND0rHiq0qtXbx0jl9fyVzk5SzLhYm/CJas4YvOefQ1v7ls3DL7lu509OM7E8A7SSGMB5Mh1qtaSXh7onDm58SJraby0OI7TiOhWvSuy8Hd4jbqj4Jp5gQO+i1wqOdatiI/pW7+fQsTvKUlwKldF3PtloIc451fK45mmWrlqQB/4rBfOgsbYnPgc/GwF1HEEOAzIFAKGiweDtw4SYbcLacwca94V3lIDSTqANeaiswODpVsPnmrt338jtKnGULsoWg18OZLwBNY5K4RucBWo5wD00WHTv539xn7lHaOAm1QU+u3q2+iqkNO/nf3GfuXn7SUsC0+Et32Kr3pfUk7DoPDLZ45A+Rsj2Nd9AtqRXVStOlV/Rq0vjtUWE+M5rHbi1xoQd+/oWSS/bayFkZc5kRaBHxA2rQAOK6lTlTMHapbQW5WPd7pc4ExkhrBrBp4zujV/4pxUK1anGhHK1rw5HVaUkoo3vCH8jF55/IVp6LXqyz2OaV2f9SjBtc4sbQfzYCtzwh/IxeefyFUkRSGMuo4xNdmfohzh3kNHo3q3GVpUcZKcVvt+2p2pJxqNok7qu6W3Wgl5NCcUztw3DcTSgHJyLpcEDWNDGANa0ANA1ABVbQG8IzG6CgbICXH/AHg7ecZDmpyq2r0uzKUI0tondy1f7F1GKUb8wiIvVLwiIgCIiAKK0jvwWaLFkZHVEY5d55B6htUqte03dDIayRxvIyBc1rjTdmFVVU5Qag7PmRle245DLI5zi5xJc4kuJ1knWSvK617x2XyEP4cfqT3jsvkIfw4/UvnvBaj/AFoy93fM5Ki617x2XyEP4cfqT3jsvkIfw4/UngtT4kO7PmclRda947L5CH8OP1J7x2XyEP4cfqTwWp8SHdnzIXwffN3/AGh/IxVXSq2GS1Sk6mng28zMu+p6V02zWSOMYY2NYCakNaGiu+g5gsbrthJJMcZJzJLGVJO05L0KuAnUw8KKlp5lsqTcVG5yBWDR/RKWZwfK0shGZrUOdyNGunL1LoMVhiaatYxp5GtB9AWdUUOxoxlmqSv0IRw6T3s+MYAAAKAZADVQbF9RF7pqCIiAIiIAqn4RPkYvPP5CrYsc1nY/J7WuA1YgD3rPiaW2pSpp2uQnHNGxWfB58hJ9p+xqtSxwwMYKMa1oOZwgAehZF3D0tjSjTbvY7COWNjlOkp/u5/PPcFe9J7gFpiq0DhmZxnfvYeQ9/SpR9giJJMbCTrJa0nros6x0ez1HaKbup+WvqVxpWvficy0av51llLX14JxpIDraRlipvGojdzBfdMLxE1pIYQ5rAGMpmDtJHSadC6I+wREkmOMk6yWtJ66ILuhGYjjBGriM9Szvs2rstjn9m99PIhsZZctytReD2LCMUkmKgxUwUrTOmWqqq142Y2S1FrTUxOa5hOsjJwr3Lqywy2ONxq5jHHeWtJ6yFbX7Lpyitl7LXElKgmvZ3FN0+tDXssz2+K8Pc3mIjIUporZGS2ARvFWOMgPbOo76qefY4yACxhDfFBa0gcwpkvcUTWijQGjcAAOoK6GDaxEq0mnmVrfb0JKn7bkzSuq4obPi4IEY6Yqkk5VoM+crnNwn+7h+0b3rqywMsEQNRGwEZghra9dFHEYFVHDJZKL0+xydK9rcCpeEbVB/k/Yom5NLnWaLgmxtcKl1S4g505ORdFmszH0xta6mrEAac1Vj97YfJx9hnqVdXA1XXdanOzfTojkqUs2ZMrtxaZvtE7YTG1odizDiTk0nVTkWzp1ZMdlx7Y3Nd0Hin8wPQpuOxRNNWsY07w1oPWAsr2BwIcAQdYIBHUtCw9SVGVOrK7fElkbi1JnJrksnC2iKPWHPFeYcZ3oBVx8INkxQsl2xuoeZ4p3hqscdhiaatYxpGohrQesBZZImuGFwDgdYIBHUVmo9m7OhOk3dy4/gjGjaLjzOW6L2XhLVE3YHYzzMGLvAHSul3jYWzRPidqeCK7jsPQaHoXuKxxtNWsY06qta0HrAWZX4PBLD03CTvfUlTp5FZnLI3WiwWipFHiozrge066HaDlzEKSvfTh8sRjYzg8Qo84sRodYGQpXVVX2ezMeML2te3c4AjqK1orlszTibDEDsIYyvRksq7OrU04Uqlovh/P7Feykt0XuKtoPcDw/3TIC0AERA5EkihdTdSoG+qjtOz/d/cZ+5dHWGWxxuNXMY47y1pPWQrZ9nLu6oQfG9+ZJ0fYyohoroZabBDG7I8Gwsd9V2EUPNsPIVS7ut8titBxChacMrN4/mYP6FdSYwAAAAAZADIDmCxS2KNxq5jHHeWtJ6yFKvgM+ScJWlG2/mdlSvZrVFT05tbJLNBIwgsc+oP3D6eRetCLKyWyzRvFWOeQew3Vy7VaTYYqYcDMINQMLaV30ovcMDGCjGtaDmcIAHoUlg28RtpNaWa+lhs/bzM5baoJbFaaA0fGasOxzTqPMRUEc4XSrpvNloibKzUdY2tcNbT/NyzzWSN+b2NcRqxNae9fYbOxmTGtaDrwgDuTCYOWGnLLL2Xw5CFNwb37jIiIvRLgiIgCIiAIiIAiIgCIiAIiIAiIgCIiAIiIAiIgCIiAIiIAiIgCIiAIiIAiIgCIiAIiIAiIgCIiAIiIAiIgCIiAIiIAiIgCIiAIiIAiIgCIiAIiIAiIgCIiAIiIAiIgCIiAIiIAiIgCIiAIiIAiIgCIiAIiIAiIgCIiAIiIAiIgCIiAIiIAiIgCIiAIiIAiIgCIiAIiIAiIgCIiAIiID/2Q=="/>
          <p:cNvSpPr>
            <a:spLocks noChangeAspect="1" noChangeArrowheads="1"/>
          </p:cNvSpPr>
          <p:nvPr/>
        </p:nvSpPr>
        <p:spPr bwMode="auto">
          <a:xfrm>
            <a:off x="63500" y="-144463"/>
            <a:ext cx="304800" cy="304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nl-NL">
              <a:latin typeface="Calibri" pitchFamily="34" charset="0"/>
            </a:endParaRPr>
          </a:p>
        </p:txBody>
      </p:sp>
      <p:sp>
        <p:nvSpPr>
          <p:cNvPr id="9223" name="Tekstvak 6"/>
          <p:cNvSpPr txBox="1">
            <a:spLocks noChangeArrowheads="1"/>
          </p:cNvSpPr>
          <p:nvPr/>
        </p:nvSpPr>
        <p:spPr bwMode="auto">
          <a:xfrm>
            <a:off x="468313" y="980728"/>
            <a:ext cx="8280151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4000" dirty="0">
                <a:solidFill>
                  <a:srgbClr val="FF0000"/>
                </a:solidFill>
                <a:latin typeface="Aharoni" pitchFamily="2" charset="-79"/>
                <a:ea typeface="+mj-ea"/>
                <a:cs typeface="Aharoni" pitchFamily="2" charset="-79"/>
              </a:rPr>
              <a:t>De </a:t>
            </a:r>
            <a:r>
              <a:rPr lang="fr-FR" sz="4000" dirty="0" err="1">
                <a:solidFill>
                  <a:srgbClr val="FF0000"/>
                </a:solidFill>
                <a:latin typeface="Aharoni" pitchFamily="2" charset="-79"/>
                <a:ea typeface="+mj-ea"/>
                <a:cs typeface="Aharoni" pitchFamily="2" charset="-79"/>
              </a:rPr>
              <a:t>tweede</a:t>
            </a:r>
            <a:r>
              <a:rPr lang="fr-FR" sz="4000" dirty="0">
                <a:solidFill>
                  <a:srgbClr val="FF0000"/>
                </a:solidFill>
                <a:latin typeface="Aharoni" pitchFamily="2" charset="-79"/>
                <a:ea typeface="+mj-ea"/>
                <a:cs typeface="Aharoni" pitchFamily="2" charset="-79"/>
              </a:rPr>
              <a:t> </a:t>
            </a:r>
            <a:r>
              <a:rPr lang="fr-FR" sz="4000" dirty="0" err="1">
                <a:solidFill>
                  <a:srgbClr val="FF0000"/>
                </a:solidFill>
                <a:latin typeface="Aharoni" pitchFamily="2" charset="-79"/>
                <a:ea typeface="+mj-ea"/>
                <a:cs typeface="Aharoni" pitchFamily="2" charset="-79"/>
              </a:rPr>
              <a:t>normaalvorm</a:t>
            </a:r>
            <a:r>
              <a:rPr lang="fr-FR" sz="4000" dirty="0">
                <a:solidFill>
                  <a:srgbClr val="FF0000"/>
                </a:solidFill>
                <a:latin typeface="Aharoni" pitchFamily="2" charset="-79"/>
                <a:ea typeface="+mj-ea"/>
                <a:cs typeface="Aharoni" pitchFamily="2" charset="-79"/>
              </a:rPr>
              <a:t> (2NV)</a:t>
            </a:r>
            <a:endParaRPr lang="en-US" sz="4000" dirty="0" smtClean="0">
              <a:solidFill>
                <a:srgbClr val="FF0000"/>
              </a:solidFill>
              <a:latin typeface="Aharoni" pitchFamily="2" charset="-79"/>
              <a:ea typeface="+mj-ea"/>
              <a:cs typeface="Aharoni" pitchFamily="2" charset="-79"/>
            </a:endParaRPr>
          </a:p>
        </p:txBody>
      </p:sp>
      <p:sp>
        <p:nvSpPr>
          <p:cNvPr id="8" name="Tekstvak 6"/>
          <p:cNvSpPr txBox="1">
            <a:spLocks noChangeArrowheads="1"/>
          </p:cNvSpPr>
          <p:nvPr/>
        </p:nvSpPr>
        <p:spPr bwMode="auto">
          <a:xfrm>
            <a:off x="611560" y="1746721"/>
            <a:ext cx="7920880" cy="4524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nl-NL" sz="1600" dirty="0">
                <a:latin typeface="Aharoni" pitchFamily="2" charset="-79"/>
                <a:cs typeface="Aharoni" pitchFamily="2" charset="-79"/>
              </a:rPr>
              <a:t>Maak een derde groep met een kopie van het tweede deel van de</a:t>
            </a:r>
          </a:p>
          <a:p>
            <a:r>
              <a:rPr lang="nl-NL" sz="1600" dirty="0">
                <a:latin typeface="Aharoni" pitchFamily="2" charset="-79"/>
                <a:cs typeface="Aharoni" pitchFamily="2" charset="-79"/>
              </a:rPr>
              <a:t>samengestelde sleutel in groep 2 plus de bijbehorende attributen.</a:t>
            </a:r>
          </a:p>
          <a:p>
            <a:r>
              <a:rPr lang="nl-NL" sz="1600" dirty="0">
                <a:latin typeface="Aharoni" pitchFamily="2" charset="-79"/>
                <a:cs typeface="Aharoni" pitchFamily="2" charset="-79"/>
              </a:rPr>
              <a:t>Het tweede deel van de samengestelde sleutel vormt de koppeling</a:t>
            </a:r>
          </a:p>
          <a:p>
            <a:r>
              <a:rPr lang="nl-NL" sz="1600" dirty="0">
                <a:latin typeface="Aharoni" pitchFamily="2" charset="-79"/>
                <a:cs typeface="Aharoni" pitchFamily="2" charset="-79"/>
              </a:rPr>
              <a:t>tussen de twee groepen. Bijvoorbeeld</a:t>
            </a:r>
            <a:r>
              <a:rPr lang="nl-NL" sz="1600" dirty="0" smtClean="0">
                <a:latin typeface="Aharoni" pitchFamily="2" charset="-79"/>
                <a:cs typeface="Aharoni" pitchFamily="2" charset="-79"/>
              </a:rPr>
              <a:t>:</a:t>
            </a:r>
          </a:p>
          <a:p>
            <a:endParaRPr lang="en-US" sz="1600" dirty="0">
              <a:latin typeface="Aharoni" pitchFamily="2" charset="-79"/>
              <a:cs typeface="Aharoni" pitchFamily="2" charset="-79"/>
            </a:endParaRPr>
          </a:p>
          <a:p>
            <a:endParaRPr lang="en-US" sz="1600" dirty="0" smtClean="0">
              <a:latin typeface="Aharoni" pitchFamily="2" charset="-79"/>
              <a:cs typeface="Aharoni" pitchFamily="2" charset="-79"/>
            </a:endParaRPr>
          </a:p>
          <a:p>
            <a:endParaRPr lang="en-US" sz="1600" dirty="0">
              <a:latin typeface="Aharoni" pitchFamily="2" charset="-79"/>
              <a:cs typeface="Aharoni" pitchFamily="2" charset="-79"/>
            </a:endParaRPr>
          </a:p>
          <a:p>
            <a:endParaRPr lang="en-US" sz="1600" dirty="0" smtClean="0">
              <a:latin typeface="Aharoni" pitchFamily="2" charset="-79"/>
              <a:cs typeface="Aharoni" pitchFamily="2" charset="-79"/>
            </a:endParaRPr>
          </a:p>
          <a:p>
            <a:endParaRPr lang="en-US" sz="1600" dirty="0">
              <a:latin typeface="Aharoni" pitchFamily="2" charset="-79"/>
              <a:cs typeface="Aharoni" pitchFamily="2" charset="-79"/>
            </a:endParaRPr>
          </a:p>
          <a:p>
            <a:endParaRPr lang="en-US" sz="1600" dirty="0" smtClean="0">
              <a:latin typeface="Aharoni" pitchFamily="2" charset="-79"/>
              <a:cs typeface="Aharoni" pitchFamily="2" charset="-79"/>
            </a:endParaRPr>
          </a:p>
          <a:p>
            <a:endParaRPr lang="nl-NL" sz="1600" dirty="0" smtClean="0">
              <a:latin typeface="Aharoni" pitchFamily="2" charset="-79"/>
              <a:cs typeface="Aharoni" pitchFamily="2" charset="-79"/>
            </a:endParaRPr>
          </a:p>
          <a:p>
            <a:endParaRPr lang="nl-NL" sz="1600" dirty="0">
              <a:latin typeface="Aharoni" pitchFamily="2" charset="-79"/>
              <a:cs typeface="Aharoni" pitchFamily="2" charset="-79"/>
            </a:endParaRPr>
          </a:p>
          <a:p>
            <a:endParaRPr lang="nl-NL" sz="1600" dirty="0" smtClean="0">
              <a:latin typeface="Aharoni" pitchFamily="2" charset="-79"/>
              <a:cs typeface="Aharoni" pitchFamily="2" charset="-79"/>
            </a:endParaRPr>
          </a:p>
          <a:p>
            <a:endParaRPr lang="nl-NL" sz="1600" dirty="0">
              <a:latin typeface="Aharoni" pitchFamily="2" charset="-79"/>
              <a:cs typeface="Aharoni" pitchFamily="2" charset="-79"/>
            </a:endParaRPr>
          </a:p>
          <a:p>
            <a:endParaRPr lang="nl-NL" sz="1600" dirty="0" smtClean="0">
              <a:latin typeface="Aharoni" pitchFamily="2" charset="-79"/>
              <a:cs typeface="Aharoni" pitchFamily="2" charset="-79"/>
            </a:endParaRPr>
          </a:p>
          <a:p>
            <a:r>
              <a:rPr lang="nl-NL" sz="1600" dirty="0" smtClean="0">
                <a:latin typeface="Aharoni" pitchFamily="2" charset="-79"/>
                <a:cs typeface="Aharoni" pitchFamily="2" charset="-79"/>
              </a:rPr>
              <a:t>Hier </a:t>
            </a:r>
            <a:r>
              <a:rPr lang="nl-NL" sz="1600" dirty="0">
                <a:latin typeface="Aharoni" pitchFamily="2" charset="-79"/>
                <a:cs typeface="Aharoni" pitchFamily="2" charset="-79"/>
              </a:rPr>
              <a:t>wordt groep drie gemaakt met albumcode en de bijbehorende</a:t>
            </a:r>
          </a:p>
          <a:p>
            <a:r>
              <a:rPr lang="nl-NL" sz="1600" dirty="0">
                <a:latin typeface="Aharoni" pitchFamily="2" charset="-79"/>
                <a:cs typeface="Aharoni" pitchFamily="2" charset="-79"/>
              </a:rPr>
              <a:t>attributen (alle attributen over album).</a:t>
            </a:r>
            <a:br>
              <a:rPr lang="nl-NL" sz="1600" dirty="0">
                <a:latin typeface="Aharoni" pitchFamily="2" charset="-79"/>
                <a:cs typeface="Aharoni" pitchFamily="2" charset="-79"/>
              </a:rPr>
            </a:br>
            <a:endParaRPr lang="nl-NL" sz="1600" dirty="0">
              <a:latin typeface="Aharoni" pitchFamily="2" charset="-79"/>
              <a:cs typeface="Aharoni" pitchFamily="2" charset="-79"/>
            </a:endParaRPr>
          </a:p>
        </p:txBody>
      </p:sp>
      <p:pic>
        <p:nvPicPr>
          <p:cNvPr id="3" name="Afbeelding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2780954"/>
            <a:ext cx="4248472" cy="2684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534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AutoShape 2" descr="data:image/jpeg;base64,/9j/4AAQSkZJRgABAQAAAQABAAD/2wCEAAkGBxQSEhUUEhMUFRUXFxQXGBgXFRgcGRcZFxUcGhwdFRcYHCohGBolHBcXJTEiJSkrLi4uFx8zODMsNygtLisBCgoKDg0OGhAQGywmHiQuLCwsLCwsLSwsLCwwLCwsLCwsLCwsLCwsLCwsLDQsLCwsLCwsLDQsLCwsLCwsLSwsLP/AABEIAKMBNgMBIgACEQEDEQH/xAAcAAEAAwEAAwEAAAAAAAAAAAAABQYHBAIDCAH/xABPEAABAwIBBgkGCwUFCAMAAAABAAIDBBEFBgcSITFBEyIyUWFxgZGhUmJyk7HRFBVCVIKSorLB0uMWIzNDwghTVWODFyQ0RKPT4vBzw+H/xAAZAQADAQEBAAAAAAAAAAAAAAAAAgMEAQX/xAAnEQACAgEEAgICAgMAAAAAAAAAAQIRAwQSITFBURMUInEysUJhkf/aAAwDAQACEQMRAD8A3FERABERABERABERABFyTYhG3fc8w1+Oxcr8TceS0Dr1rtMCVXrkna3a4Dt/BV+uxZjP40zW9BcAfqjWe5QVVlnTt5AfJ1N0R3usfBUjilLpCuSRdJMSYNlz1D3rllxg7md5We1OW8h5ETG+kS72WUXUZS1L/wCZo9DWtHja/irR0svIryI0uXF5d2iOoe9R1Ti8u+W31Qs2lrZHcqR7utxP4rnVVpV7F3l9qMa56n/q/wD6o6bFmnbMT9IlVNE6wI5vZPy17D8u/euV9UzyvAqKRP8AEjm47nVPM4jqJXicQlHJmlHVI4ewrjRHxoLOwY/Vt5NTP6xx9pXsZl1Xs/5gkczmRnx0b+Kj0R8UfQbmT1NnTrG8tkDx6LmnvDreCl6TO83+dSuHTHIHeDg32qjuhadrR3L0voGHcR1H3qctPB+DqmzXKDOZh8ltKR8R5pI3Dvc27fFWXD8VgnF4JopR5j2u77HUvnWXCfJd3j3LjkwyRp0m7RsLTYjq2FRlpfQyyH1Ei+ccPy4xGlIAqJHAfJmGmD2v41uohXHBs9GwVdNbz4XX/wCm/YPpHqUJYZIdSRrqKCwDK+jrdVPUMc7yHXbJ9R9nHrAsp1SaoYIiIAIiIAIiIAIiIAIiIAIiIALxkkDRdxAA2kmwUJi2UscV2x2kf0Hit6zvPQPBVHE8aLuNM/qb+Vo9qpHG5CuSRcKvKFo1RjSPOdQ958FC4hjNheaUNHNe3c0az4qlVmULzqjGgOfa73BQ73lxu4kk7STc961Q03sRzLdV5YNbqhjLvOfqH1RrPgoOtygqJdshaOZnFHhrPaVFotMcUY9IRybCIicUIiIAIiIA9tNA6R7WMF3OIa0c5JsFYzkLU73QD/V/8V6cgYA6tjJ2RtfIeoNI9rgsKxmu4eommItwssklvTeXfisufPKEqRSEU1yb1+wtT5UHrf8AxXBjOTc9MwPk0CwnR0mO0gDa9jq6CsIW5YfBwGB0EWx0rpah3SCTo3+i9vckxaicppHZQSRGIiLaSCIiACIiACIiAPxzQdRFx0rhqMIidu0T5vu2LvRcaT7OlZq8BeNbCH21jc4d/vUvgOcbEKEhhkMzB/LqLuIHmyHjt6Lkgcy7166inbILPaHDp/A7lGeBPoZTo0vJXOtRVZDJCaaU2GjKRoOPmS8k9TtEnmV9XyviOTW0xG/mu/B3v711ZLZf12FuEdzJCNsEpNgP8p22PotdvQsWTC4lVKz6eRVfIzLukxJv7l+hKBd0L7CQW2kC9nt84c4vY6laFEYIiIAIiIAIi9NXUtiY58jg1rRck7kAeVRO1jS97g1oFyTsCoWPZVumuyK7I952OeOnyW9HfzKHykykdVP3thaeK3+p/O72d5NcqKku1DUPb1rZiweWTlM7qnFLao+/3BRb3km5JJ5yvFFsjFR6JN2ERS+AYbFKJ5ah7o4aeIySFgu6wudVwdwdu3LspKKtglZEIu34/wAB+d1nqv00+P8AAfndZ6r9NQ+zjG2M4kXb8f4D87rPVfpp8f4D87rPVfpo+zjDYziRd7cbwI/87Ut9KFx+7Gu6jwmkqrChxKnlcdkb7xvPU08Y/VTLU435DYyCRd2KYTNTO0Zoyy+w7Wu9Fw1FcKsmnyhScwqfgKDEqm9iynMbD50twPtaHesEW05azcBgFt9VVNH0Yxf70X2liy8vO7yMvDo/WNJIA1k6gvoHLaIRPp6ZvJp6aGMdYFvYGrEcmJ4o6ynfOdGJk0T3kAniseHEWGs3tbtWyYvlhglRM+Z9VVBz7XDYtQs0AWuw7gjBOMJXIJptcEMi7fj/AAH53Weq/TXm3FsDdqGITsPnwPI7dGNbfs4yWxkeisNPk5HUAmhraaqIF9AODX29G58bKFrKN8LyyVjmOG0OHiOcdIVIZIy/ixWmuz0IvZBEXua0bXODR1uNh7VL41Pg9HM+nqKqq4WPRD9GMFty0O1WYdxG9cnljDs6ot9EIi7fj/AfndZ6r9NPj/AfndZ6r9NT+zjO7GcSLt+P8B+d1nqv01+jHsB+d1Y/0v00fZxhsZwopWnmwic2hxQMP+fG5g+s4NC6MRyVniZwjQ2aK1xJC7SFue223SLjpTxzwl0zji0QS562iZK3RkaCN3OOo7l0IqtX2cKViWETUrhLC91mnSa9hIfGRvJGzrHgtYza53xMW02IlrJDYMn1Bkh5pRsY7zth6N9cVUyjyb1GSBvS6Mb+lg/DuWLNp/MSkZ+z6vRYHmgzomJzKKufeI2bDM464zsDJCdsfM48nYdXJ3xYioREQAWT5cZS/CZeCjP7mM7tj3Da7qGwdp3i1szjY58GptBhtJNdg5w23HcOwgdbhzLJIti1afFf5MnOXg9z33XgiL0EqJBERBwKQxubgMBrHg2dPLFCDzgEOI7W8IFHrxzuT8FhmG0/946Wod/T4SnuWbVOoUUx9mRIitua3J2OvxGOGYExaMj5ACQdFrDbWNY4xavOLFSRbccAwH5rVn/VP/cXi/JzAXavg9YzpEgPteVX4MnoXcjE0WuVuaukqQfiyscZQCRBUgAv32ZIABsvuPSRtWUVVO6N7o5Glr2Oc1zTta5psQekEFTcWnTGTsv2Q+cyWC1PX3qqN1mkP4z4h5UbjrNvJvu1W33LKLCRA5ron8JBK3hIZBrDmkA7ecXHYQegYUtqzTTmvw2aidrfTSxSRE7mSuIc0dAs8/THMrYMuyX+hJxtEXntn4OHDaW9iyB0z29MpAHi2RZSr9nwr+FxaZo5MLIoh2MDj9p7lQVFu3Y6CLSM22RtHU0dRV1xm0I5I4mCIgG5ALto18tnNaxVg/ZLAuav+sxNHHKStI42kYui2Z2RmBO1B9fH512G3ZolUfOFkX8XOidHMJ6edrnRSaOieKRdrhzjSbr38w2LkoSj2gTT6KnFIWkOaS1wIIINiCNYII2FbPm7yqdi0bsPrXaVQ1jn007uU4tGtjztcba77wDfWATiytOa6YsxaiLdvDNb2Ou0+BK5GTi7R1qzUcjqQvroWkcl5cejgwXa+1oCxzK7EPhFbUzA3Ek0rmnzS86NujRst4jkFPPitSP5EVS5vpucS23a0hfOCvqZbpL9CQVIIi3N2ROEUsVOyrp53zup4pJCyU203N421wtxg7VbZZRjFydIZujDEW3fEGA/Nav1v6i5p8hcFn1RVFVSvOwyBr2A+cAL2+kE7w5F4ObkY0pvJfKyqw+TTpZnM1guYdcb+h7DqOoWvtG4hdGW+R02GStZKWvZIC6KVnIkbzjmIuLjpG0EFVxSGN8hqoMWpXVtKwRzxW+FQDdf5bOg2Jvvsd4N4JVLNJjppMTg1/u5nCCQbi2Q6Iv1O0T2FX7KGh4CpliGxrzo+ieM37JC36XI5La/BHJGuSOREWsmVDK/AhYzxDpkaPvD8e/nWq5i8vjUs+A1L7zRtvC47ZI2jW0ne5vi30STWSFQK9kmH1jJYCWlrhJEeax5J5xuI3g9KwanFX5ItCXg+w0UXkvjbK2lhqY+TKwOtfku2OaekOBHYvxZChlGcfE+Gr3tB4sQbE3rGt3bpEj6IUM0WXLPPwtRI/y5ZH97i5da9bHGo0Z27YREVBQiIgD9awkgDaTYdZURn5qR8YRwNPFp6eGO3MTd33XM7lbMlKbhKyBv+Y1x6mcc/dWW5xcQ+EYnWSbjPI0dLYzoNP1WhYdY+UiuMri1TMdDoNxGq3xUwjaemUkjxjb3rK1s+QcHA4A9x21VVYejGB/VG7vWbGrkkUk6RzhEReuZj30MxZIx7dTmva4dYIVVz307WYxUaOrSETj1mJt++1+1XXJykM1VCwb5Gk+i06TvAFZvnRxIVGK1cg2CUxjqiAjuOg6F+1YdY+UWxlWWvf2bXH4ZU83we56xI23tKyFaxmevT0GLVuzQg4OM+foPNu8xd6xlDOcpa/4RV1E17iSaV46nPJHgQo1EQBt+Bw8BgNGy1nVEss5HOAS0Hu4MqPViyug4BtHS/N6WJp9Iix7eID2qur1NOqxohN8henPJJoUOFQ7yyeU84Diwt79I9y6I4y4ho2kgDrJsFDZ+asHEWwtPFp6eGK3MSC/2Pb3KWrfCQ2MzdXnMrQmXF6fmj4SR3QGxm32i1UZanmNh0BiNVvipuDafOlJI8Yh3rClboqWDLSu0cHrpb2NXVtY3XYkB/C91g8d6wxazndm4LDsNpx8sS1Du22h4Pd3LJk+V3NnI9Elk1QfCKunhtcSTRMPU54B7LErbMuqnTrZbbG6LB9Fov9rSWf5j6DhcWhceTC2WV3UGFo+09qs9bUcJI+Ty3vf9ZxP4q+kX5NiZHwelERbyJ784TeEwCFztsVZosO/Rcx5IHRr+yFjK17O1NwOFYfTHlSvkqT0AAht+sS/ZKyFeTldzdezTHo6sLcRNEW7RIwjrDhZb1nEH+/SejH9wLGsgaA1GI0kYF7zxE+ixwe77LStayzqeErZ3DYH6P1Ghp8WlW0i/N/oTJ0QqIi9AiFBZZUXCU5cBxozpDqOp34HsU6vVVxacb2nY5rh3iyWcd0WjqdMsH9m7Gi6KppHHkObMzXufxXgcwBaw9byizHNrlB8Bqny3tpQuZ3vY7+lfq8c0k/A3Rl0TtDnNPWLhSa8cr6Q0+IVDdwlLx6MnHFux1uxeS9fG7RmYRETnAiIgCx5EyiJ9RUu5NPTTSnrA9wcvn+R5cSSbkkknnJW410/AYHiEu+UxU7em5Gl9l7u5YYvM1LvIy8Ogt4rIPg+GYZTjV+4Mzh50xD/a56whtri+zfb8FtmJZ0sJnc10lHVktY1jbOaAGtvYWEnSUuGajO2dkrVHCv0Ly/2hYMNlDVnrk90i46nPAyIH4Bh0ELt0krjI8dWoWPaQtb1cfCZP42WerrRg1HJVTWbVzNdHSxHlC+2RzdwGo9w2uWBucSbnWSu7G8ZnrJTNUyulkOrSduA3NA1NGs6gANa4FinNzlbKpUqC2/KjDDheTDKd40ZqmSMyDYQ9x4Ug9LWRNafRUBmqyPaAMTrhaniN4WHbPKOTYHa0EdpHMCpTP3iz3wYfG88Z7ZKh7ebT0dADoALx2JdrqwsxtTeROH/CMQpIrXDp4tIeaHgu+yCoRaJmIow/FBI7ZBDNMe4R/wD2Lh0uuWdTwlbOdwfofUAafEFQq85pS9znna4lx63G59q8F7MVSSMzJfJGl4Ssgb54cfocf+lZTnAxD4RiVXLe4M8gafNY7Qb9loWxZFyiE1NU7ZT000naBceDXL5+c4k3OsnasGrdzorjXB+LaM31KYsCeRyqurDG9LWWt9pj+9Yuvo7JzDtCDBaUD5Pwl46XfvtfaXhRxfzT9c/8Gl0Ztn2qgcSELTxaeCGEDcNRf7HjuWdKey7xD4RiNXLe4dPKGnzWuLW/ZaFAqYxq2ZKHg4cSqrWLIGwsd0yk3setrO8LpUVm/wAuaGioZKWqgqJDLLwjjGWgWAZoi+mDqLL9qmP9oOC/Mqz1g/7q1YM0cadk5xbZ4KZydwThyZJTwdNHd0srjZoa3WQHHfYdm3mvBzZ0cOj/AOHwsvPPPLcD6PGuqflfnBrMRHByubHALWhiGjHq2aWsl27abC2oBPPV8VFHFj9nhnJyoGI1z5mC0TQIoRa1o2E2Nt1yXOtu0rblVkU5kfkvPiVQ2CAdL3kcWNl9bnfgN51LEVL1mPwsRGoxOVvEp2GOK/ypnix0TzhpDf8AV611veXElxuSSSeck3KnMenhhiioKT/h6cWLtV5ZPlOJG3WT0XJ3AKBXpabHtjb7ZCbthERaBAvx5sCeYH2L9UdlDU8HTyu3lpaOt2r8fBck6TZ1FCwTC31EhYwEkNLtXMCB+IX4tM/s74KJqmpmeLsZE2PXs0pHh3gIj3ovGNJdM8+Cn91VtGr+FJ0ayWE9pcL9LVRMPm0m23jV2bl9CYph7KiF8MguyRpaefXvHMQbEHnC+eMWw6ShqXwybWnUdz2HY4dBHcQRuW7TZOKZKa8nai8Y3hwBGwryWwkEROpADOpNwWD0EGx000s56QwEC/ZK3uWQLTs/U9qumpgeLT0sbepzib/ZDFmK8eb3SbNKVIItGzOYHTzurJ6qFs0VPBfQdsL3G7dY2G0bh9JW/hML/wAHh9c78iaGKc+YoHJLswpFuvCYX/g8PrXfkXtZiNCz+HhFGDuL2tf7WJ/rZPX9C74mJ4VhE9S/Qp4ZJXatTGF1r+VYcUdJ1LT8nc2MVHoz4w9t+UykjcHOf/8AK4G1r7gbbLu3KyVGWVSW6EZjgZ5MLA3xNyOyyr8khcS5xLidpJJJ6ydqrDSP/JivJ6JXFsVkrZWNsGMu2OKNvJjBIaABz7NfsGpUvPrWh+KvjHJgihhH1eE1est2KyUNSYpGSAAlj2vAOwlrgdfcpevxHD55HSzYVE+R5u5xmdcnp4ifPilKlBcI5CSXZgS1rM3BwdDidSd7I6dp6X30vvsU3wmF/wCDw+td+ReysxeH4MaalpGU0bpOEeGvLtJwAG9otsb3BRhp57la4Hc1RCoiL0SBJYnPwGBV0mx0z4oG9IuC630XP7lhy3mkxiH4MKaqpGVMbZDI0OeW2cQRcgNNzYu19K9fCYX/AIPD6135Fgy4ckptpFoySRieHUhmljibypHsYOt7g0e1fTWIVYhrKuYDiUNE7R6xHpADsLgqvSVuHRPZJHhMLXsc17XCU3a5puCOJtBAXrynxNwwjEal1g+qmjhHVpBzgPoOcOxJ8cscW5fo7uTaowkm+sr8RdmDUPD1EMI/myxx/XeG/is45xovoXHqLCqad8IwqF+hojS4RwuS0HZonZe23co/hML/AMHh9a78istPkatIXejCl5RsLiA0Ek6gALknoAW7MqsNbycHpvpP0vAsXVDlYYRakpaSmH+XEAfCw7wmWmyejm9Gd5LZqqyp/eVI+B041uknGi63mRmx7XaI16iVf311PR05o8NaWxn+LM7+JMbWNzYEDu5gANsbiOKTVBvNI5/MCdQ6mjUOwLjWnFplHmXLElO+giItJMIiIAKlZc4jpObC06m8Z3pEah2A+KsePYs2nj0tRebhjec856AvRmdyOdiNZw8wJp4XB8hI1SSbWs6dfGd0avlBZNVlpbEUxx8mzZnsmzQ4bGHi0s376QHaC8DRaQdhDA2457oruiwFgqxl3km2vh4tmzsuY3nYedj/ADT4HXzg2dF1Np2gas+ZmufTyOjlaWuabPYdrSP/AHqIUox4IuNYWtZcZFR17dJto6hos2S2pw8mS21vTtHeDilXTzUcropmFjhtadhHO07COkL0cWZSRCUaJJSWTdNwtVAznkYT1NOkfAFRFPUNeNR7N4VrzfstUulIJ4GGWSwFyTYNsANps4quSVQbOJcmR50a/h8VrHjZwpj9UBH/AEKrKaqMn657nPdSVRc4lxPASayTcnk85Xr/AGZrfmdV6iT8q8g0GnZuIeBwOpkIsaipbG087Y2tPt4Qdi9SmpqQ02E4bTOBa4sfM9pFiHPOkA4HYRwjh2KFXpaZVjITfIREWgQIiIAIiIAIiIAIiIAIiIAL1515uCwrD4N8sk1Qfo8Vt+tsvgV7Lcy9OezC6mSrhihp55I6emijuyJ7m6WsmxAts0e5ZNW/xSKY+zJleMy+H8Ni9NquI9OU9Ggw6J+uWKu/szW/M6r1En5VpOZfBpqU19VNDLEY6YsZwkbm6RedLi6Q1kGMDV5XSsKVuix2YvU8LPLJ5Uj3DqLjbwsuNAi9lKuDMEREHAiIgAiIgAuLFsUZTs0nnX8lo2uPR0dK4scyijgu1tnyeTfU30j+G3qUXkjkhWY1OSDoxggSTOHEYNui0fKdY6mjn1kXus+bUKHC7KRhfZ6MnMBqcarNBmoai95B0IY7+J22btJ7SPqfJzA4aGnjp4G2YwW17XHe5x3uJ1n3L0ZKZNQYdA2CmbZo1ucdb5Hb3PO8+A2CwUyvObbdssERFwAiIgAorKHJ6Ctj4Odl7clw1PYedjt3VsO8FSqLqddAYHlVkPU0BL23lhGsSsGto/zG7W9esdWxR+C5RyQP02PLHWtpNtrB3OadRGody+jCqPlPm0pqm74f93lOvij924+dHuPS23TdaYajxIm4einsy0rCLipJHox/lXl+2Nb84d9SP8qreOZL1lASZYzoD+bHxoz1m3F+kAuKDFPKHaPctUfjfhCOydxHEZZ36czy91gLm2oDcANQ2lcq9cNQ13JIPRv7l7FZV4FCIiDgREQAREQAREQAREQAREQAU5HlfWgACodYatbWE9pLbntUGi44p9o7ZPftjW/OHfUj/KuevykqpmGOWZzmG1xZovbn0QLqJRcWOK8ILYRETHAiIgAija/HoIr3fpO8lms9u4dpVaxDKyV/FibwYOoHlPPVuHYFKeaEe2MotltxDEY4BeR4bzDa49QGsqn4plRLMeDgDmBxsLa5HE6gBbZfmGvpVhyWzS4hXOEk4NNEdZfNcyOHmx8onZytEWOolblkbm9osNAMMenLvmks6TX5OqzB0NA6brHk1MpcLhFVBIyjIDMtLMWzYjpRR6iIQbSv3/vD/LB5uVt5O1bzh9DHBG2KFjY42izWtFgB1D2rpRZhwiIgAiIgAiIgAiIgAiIgD8IVRx7N1RVN3BhgeflRWaD1s5J7gelW9F1Sa6BqzD8azW1kNzCWVDfNOg/6jjbucepVOd89O7QlbJGfJlYQezSFyOpfTi9NVSskaWyMa9p2te0OB6wdSvHUSXYjgj5uixbym93uK6o6+M/Kt16lrmKZs6Ca5bG6Fx3xOIH1Ddo7lU8RzOyC5p6pruZsrC09r2k3+qFeOpQjgyrtcDsIPUv1ftdm8xGE6oNMeVE9p7gSHeChaqGqg/ixzx2/vI3gd7hZWWaLF2smUUAzGX87T2e5e1uNnewdhITfIjlE0iiRjg3sPePcvIY4zyX+HvXd8QpkoijfjuPmf3D3r8+PIvP7h70b4+wpkmiizj0XM/uHvXrdlDH5D/D3o+SPsKZMIoF+Ug3Rntdb8F6JMpX7mNHWSfcleWHs7tZZUVNlyimJsHNB5mtF/G66abCsRqf4cFW8HeI3tZ9YgN8Uj1EUd2Mss1Qxmt72t63Ae1RtTlFAzY4vPmj8TYLpw7NDic2t8cUA55ZQT12i0vGytuFZiWDXVVj3bOLDGGfbeXX7goy1T8DLGZlV5Wu/lsa3pcbnuFgPFemhw7EMRNoYp5gbi7W6MQ6C7UwdpX0Vg2bbDaaxZSse4W4015Dcbxp3DT1AK2NaALAWA3BZ55pS7Y6ikYNk7mJmfZ1bO2Jv93Dx39Re7itPUHLVsmMhKGgsaeBun/ev48nY53J6m2HQrIikMEREAEREAEREAEREAEREAEREAEREAEREAEREAEREAEREAcFZglNN/Fp4JPTiY72hQ9TkBhz9tJGPQ0mfcIX6i6pNBRS8fyIooidCEj/VlPtesxxqmbG8hgsOsn2oivjbfYjRGFeJRFUU8SrDkzhUUxtI3S+k4fdIREkujqNPyezd4dILvpy49M01u7hLK1U2QGGs2UNOfTYH/fuiLO2xybpMOhiFooo4x5jGt+6F1IiU6EREAEREAEREAEREAEREAEREAEREAf/Z"/>
          <p:cNvSpPr>
            <a:spLocks noChangeAspect="1" noChangeArrowheads="1"/>
          </p:cNvSpPr>
          <p:nvPr/>
        </p:nvSpPr>
        <p:spPr bwMode="auto">
          <a:xfrm>
            <a:off x="63500" y="-144463"/>
            <a:ext cx="1800225" cy="18002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nl-NL">
              <a:latin typeface="Calibri" pitchFamily="34" charset="0"/>
            </a:endParaRPr>
          </a:p>
        </p:txBody>
      </p:sp>
      <p:sp>
        <p:nvSpPr>
          <p:cNvPr id="9220" name="AutoShape 5" descr="data:image/jpeg;base64,/9j/4AAQSkZJRgABAQAAAQABAAD/2wCEAAkGBhASERMQEBQSEhASGBQUEBcTFRAXEhkXFhQXFxUUFRUXHCceFxojGRYWHy8gIygpLDAsFR8yNTAqNSYrLCkBCQoKDgwOGg8PGikkHyIzKzUsKiw1LykuKSwtLCwtLSwpLCwsLCwsLCwsLCwsLCksNCwsLCwpLCwsLCwsLSwpLP/AABEIAHMBtQMBIgACEQEDEQH/xAAbAAEAAgMBAQAAAAAAAAAAAAAABQYDBAcCAf/EAEgQAAEDAQQECAcPAwUBAQAAAAEAAgMRBAUSIQYxQVETImFxgZGSsQcyU3Kh0dIUFRYXMzRCUnOCk7LBwvAjJINDYqKz4VRj/8QAGgEBAAMBAQEAAAAAAAAAAAAAAAIDBAEFBv/EADcRAAIBAgMFBQcDAwUAAAAAAAABAgMRBBIxEyFBUWEFFBWh0SIyUnGBkbFCwfCC4fEjJDM0Y//aAAwDAQACEQMRAD8A7iiIgCIiAIiIAiIgCIiAIiIAiIgCIiAIiIAiIgCIiAIiIAiIgCIiAIiIAiIgCIiAIiIAiIgCIiAIiIAiIgCIiAIiIAiIgCIiAIiIAiIgCIiAIiIAi5kdM7b5QdiL2U+Gdt8oOxF7K8bxmhyl5epn7xHqdNRcy+Gdt8oOxF7KfDO2+UHYi9lPGaHKXl6jvEep01FzL4Z23yg7EXsp8M7b5QdiL2U8ZocpeXqO8R6nTUXNYdLbe9wY19XOIDQGRVJOoeKr7DKYYQ60yAlorI8gAV3AAdA2la8NjoYi7imktW7W/JOFVT0N1FS7f4QsyII6j60hOf3R61pfGBafqw9mT21VLtXDRdr3+Rx14I6Ci578YFq+rD2X+2nxgWr6sPZf7aj4th+v2ObeB0JFz34wLV9WHsv9tPjAtX1Yey/208Ww/X7DbwOhIue/GBavqw9l/trdubTK0zTxxFsVHmjqNfWgBJpxtwUodqUJyUVe76HVXi3YuqIoi+7XbGOb7libI0g48Ww1FPpDlW+pNU45mm/lvLW7K5Loqt76Xt/80f8AP8iyaMaRz2mR7JGsDWNqSwO8bEABXERqxdSzRxsHNQtJN6XTRBVFe28sqKnx6TW6SSVkEUTxG4g6waYiBWrxuWf30vb/AOaP+f5FxY6D0jJ/JM5tVyZaUUBft+TWezRS4WcK4tbI11S0EsJcBR28bys2jN+m0xuLwGysNHgVpn4pocxtHO0q1Ymm6my42uSzq+UmUUJpJfclnMOAMPCOwuxB2rLVQjevulN9Ps0TZIw0kvwnEHEUwuOwjcuzxMIZ7/ptf6hzSv0JpFVRfF6UDvc0ZaRXLXTmEhPoW1c+lzZX8DMwwzagHVoTuzAIPIVXHGU21F3V9Lpq5xVFoWBERbCwIiIAiIgCIiAIiIAiIgCIiAIiIAiIgCIiAIiIAiIgCIiAIURAcYITCuzovnvBP/Ty/uZO7dTjGFKLs6pem+kGuyxH7Yj0M/U9W9ZsT2ZHD03OVTy1f3IToqCu2UtEVg0R0f4eThHj+jGc9znaw3m2noG1eXRoyrTUI6spjFydkTmhOj+BvumQcdw/pg/Rafpc57udRend7F83AA8SKhdyvIr6AQOkroCp14aCSSyyS8K0Y3OdTC7IE1A17l9LisLOGGVGgr8zZODUMsSkIrf8XUnlmdh3rT4u3+WZ2HeteJ4bifg/HqZtjPkVBFb/AIu3+WZ2HetPi7f5ZnYd608NxPwea9RsZ8ioIrf8XUnlmdh3rT4un+WZ2HetPDcT8H49RsZ8ioK46BXOcRtLxRoBbFXaT4zhybOk7lvXfoDCwh0rnS02Uws6RUk9as7GAAAAADIAZAAagAvUwHZk4TVSrw0RdSotO8j0iLRvm9W2eJ0rszqYPrOOofzYCvenNQi5S0RqbsrsiNLb3cMNkgzmmyNNYadnIT6BU7lK3HdDbNEI25nW873HWebYOQKJ0TulxLrZPnNNm2uxp28lRq3Cm9WZY8NB1JOvPV6LkvV8SuCu8zKBcd+xWae1GXFx3kNwiup7694U58PbJ/8Ap2P/AFaGiMDXWi2YmtdR+WIA/wCpJvVq974vJx9hvqWXBxrukskkld6q/F9SFNSy7mV7wgmtmjO+Qf8AW9a9u/s7ay0DKC0Cku4E0xHro7tLY8IXzZn2g/63qWvq6xaLO6P6VAYzucBl16uYlKtJzrVHH3o5Wvmr/nQSjeTtruIbTrXZftD+1evCH83Z9p+x6gLXeZlhsrH/ACkMhY8HXQYcJPQKc7Sp/wAIfzdn2n7HrPOqqtOvNcVH8EHLMpP5FksfybPNb3BVzTu7wYmzjKSNzRiGvCTTXyOoR0qx2P5Nnmt7gq/p5bWtgEWt8jm0G2jTUnrAHSvSxmXu0s3Lz4eZdUtkdybum1mWCKQ63saTz0z9NVtrTueymKCKM62saHc9M/TVbi1U75Fm1sixabwiIrDoREQBERAEREAREQBERAEREAREQBERAEREAREQBERAEREARFr3hbmQxulkNGtHSdwHKTkuSkoq70GhG6UX8LNFxfln1EY3b3nkHfRcye8kkkkk5knWSdZK2r0vJ88rpX6zqGxoGpo5vWtVjCSAASSQABrJOoBfGY7FvE1N2i0/nU86rUzs27pux9olbEzbm47GtGtx/mshdVsNiZDG2KMUa0UG/lJ5Sc1G6MXCLNFnThX0Mh7mjkHfVTK+g7Owfd4Zpe8/Lp6mqjTyq71C0L4viOzR8I/PYxo1uO4etb65ppneBktLm14sXEbz63Hry+6Fdj8V3elmWr3IlVnkjcW/TO1SE4XcE3YGAelxzPoWj7/Wry83bf61oIvkZ4mrN3lJ/cwOcnxN/wB/rV5ebtv9ae/1q8vN23+taCzWSyPleI42lz3agO87hyqKq1W7KT8xeRdNBLVPIZXyyPe0YWtxOcRU1JpXkp1q3KPuK6RZ4WxDN2t53uOs82ocwCkF9phKcqVGMZ68T0aaaikwiItRMKraV3HaZ5Y3RBro2NFA8imLESat21Ab1K0rVvC9IoAHTOwBxoMnHOldgKz4mlCpTcajsvsQmk1ZlewXxvh/4epb9zC8OE/ujHweE+LhriqKahuqsnwvsXlR2ZPZWWyaSWWV4jjkDnurhGF41AnaNwKy01RUlas30zJ3IJRv73mV6C5bxhlmfBwYEriTUtOWJxbrGXjLZw3xvh/4epS9p0mskb3MfIA5po4YZMj0BYxpdYvLDsyeyq1Sw8PZVZrpmRzLFbs3maukV02i0WWJgwmYFrpMwBXg3B1OkqwsGQCx2a1Mkbjjc17TtaQR6FlXoU6UYyc073t5Fqir3KdfmiMr7SJoQ3A4tc8E0o4HjU59fPVSml10S2iFrIgC4PxGpplhcP1C2J9KLIxzmOlAc0kOGF5oRrGQUlDM17WvaatcA5p3gioKyxw+HltIwfva2a3ehBQg7pcSrsgvegaHQtAAAPF2dBWe6tFHCX3RapOGmGbdeEEajU66bMgApi8L3hgw8M/Birhyca0pXUDvCXffEE+LgXh+GmLJwpWtNYG4pGhQVRRlNya0Td/IKEb2bubiLHaLQ1jXPecLWglxOwBR1n0nsj3NYyUFziA0YZMyecLZKrCDSlJJsscktSVRad4XvDBh4Z+DFXDk41pSuoHeFp/C+xeVHZk9lRlXpQdpSSfzRxyitWTCKNsekVmleI45A55rQYXjUKnWNy8RaUWRzgxsoLnENAwyDMmgGY3p3ilrmX3QzR5kqixWm0sjY6R5wsaKuOeQ6Fp2LSCzTP4OKQOfQmlHjIa9YU5VIRkotq74HbpbiRRa1vvKKFofK7A0nCDQnOhNMhyFebvvWGcEwuxhtA7Jw184CbSGbJdX5cRdXsbaLRvC+oIPlXhpOoZl3PhFStGLTOxuNOELfOY8Drpkq5YilB5ZSSfzOOcVubJxF5jka4BzSHNOYIIIPKCFoW7SCzQvwSyBrqA0o85HVqCslUjBZpNJHW0tSRRQ/wALrF5UdmT2VIWO8IpRiie14GvCa05xrCjCtTm7Rkn8mcUk9GbCLVvC9IoAHTOwBxoMnHOldgKXfecU7S6J2NoNCaOGdAaZgbwpbSGbJdX5cTt1extIo+3X9Z4XYJZA11K0o4mnQDRbFht8czccRxMqQDRw1a6VAquKrByypq/LiMyvY2ERFYdCIiAIiIAiIgBK5tpbpB7okwMP9GM8X/cdRf8AoOTnU1ptpDhBs0Z4zh/VI2NP0Oc7eTnVGXzfauNu9hD6+hjr1P0oK66EaParVIPsQfS/9B17lTI3AEEgOAIJBrQ8hpnRWVun9oAoI4QBkAA+n5l5+BnQp1M9Xhoiqk4p3kdBRc/+MG0fUh6pPaT4wbR9SHqk9pe/4thub+xq28DoCgrRoXZXvc9wfieS53HOsmpWXRe+X2mJ0kgaCHlow1pQNadpO9Y9KNIhZmANoZn1wA6gNrj+g29C0VZ0KlHa1FePUnJxccz0MD9CLEBU4wN5fQLX+C92+UH4zVSbZbpJXYpXOe7/AHHuGodCwUXz88dQv7NFW6/4MjqR4ROiWfQ2wuzbV4GRpISOarVNWG7IYRSJjWA66DM85OZ6VF6E2Mx2VpORkLpOg0DfQ0HpU8vocLSp5I1FBJtGuEVZOwREWwsCIiAKp+EP5GLzz+Qq2Kp+EP5GLzz+QrD2h/1p/wA4lVX3GRGi+i8Vpjc97ntLXYRhw08UHaDvVjuzQyGCVszXyFzK0DsFM2kZ0byqnXPo5PaGOfEWBrThOJzga0B2A7wrLozozaLPNwkpYW4XN4rnE1JFMiBuXk4GKeS9H+r9yimtPZ+pVdJfnc/nnuCsV7aDRMhfJG+TExpfR+Ag4RUjICmpV3SX53P557gs1635bXAxTuc0GhLSwMJGyuQJCxKdGMqu1i3v3dNSu8U5XRtaC2pzbSGA8WRrsQ2cUVB58qdKv14WsRRPlOpjS7noMh0nLpVc0HuVjWe6cQe94oKamiuYNfpVGf8ACvWn9vwwtiGuV2fmsoT/AMsK9fCuWGwTnLq19dPM0QvCndlEcHvxSGpoavPK46zzldB0Ft+OzYD40RLfunjN7yPuquXK6zCx2hkkjWyy+KDWvEFWbPrVX3QW34LTwZ8WVpb95vGb6MQ6V5uBlsK1OV/fW/pv/wAFNJ5ZLqSXhG/0P8n7FA6LXnwFoY45MfxH7qOOR6HUPWp7wjf6H+T9ihLXdtbDBaAPFdIx/MZHFp66j7wUsWprGTnDWNn5IVL7RtcCw6f3nhY2ztOb+M/zQch0u/Kqpo986g+0b3rfuCJ9rtbHSnEGBrnnkjADR0mlecrSuH53D9o3vVVapKvWjWejdl8lb1OSeaSkWLwi6oP8n7Fp6OaLQ2iHhHve12JzaNLKUFN45VueEXVB/k/YoW6NE5bTHwrHRgVLeNirlTc071fiFfHS9jPuW7TgiU/+V7rluunRGGCVsrJHuc2tASymYI2DlVLv6EwWuSmWF/CN6aPHfToVs0X0Wls0rpHujILC0YcVa4mnaBuUX4QrJSWOX67S087DXud6Fdi6P+0U1DI0728vQlUj/p3tYltNrePcjQ0/LFtPN8f9B1qnaO2rg7VC7ZiDTzP4p71lvm9OEisrNfBx0dz4i3P7rAeletI7q9zuhoKF0TCfPaKO9ND0rHiq0qtXbx0jl9fyVzk5SzLhYm/CJas4YvOefQ1v7ls3DL7lu509OM7E8A7SSGMB5Mh1qtaSXh7onDm58SJraby0OI7TiOhWvSuy8Hd4jbqj4Jp5gQO+i1wqOdatiI/pW7+fQsTvKUlwKldF3PtloIc451fK45mmWrlqQB/4rBfOgsbYnPgc/GwF1HEEOAzIFAKGiweDtw4SYbcLacwca94V3lIDSTqANeaiswODpVsPnmrt338jtKnGULsoWg18OZLwBNY5K4RucBWo5wD00WHTv539xn7lHaOAm1QU+u3q2+iqkNO/nf3GfuXn7SUsC0+Et32Kr3pfUk7DoPDLZ45A+Rsj2Nd9AtqRXVStOlV/Rq0vjtUWE+M5rHbi1xoQd+/oWSS/bayFkZc5kRaBHxA2rQAOK6lTlTMHapbQW5WPd7pc4ExkhrBrBp4zujV/4pxUK1anGhHK1rw5HVaUkoo3vCH8jF55/IVp6LXqyz2OaV2f9SjBtc4sbQfzYCtzwh/IxeefyFUkRSGMuo4xNdmfohzh3kNHo3q3GVpUcZKcVvt+2p2pJxqNok7qu6W3Wgl5NCcUztw3DcTSgHJyLpcEDWNDGANa0ANA1ABVbQG8IzG6CgbICXH/AHg7ecZDmpyq2r0uzKUI0tondy1f7F1GKUb8wiIvVLwiIgCIiAKK0jvwWaLFkZHVEY5d55B6htUqte03dDIayRxvIyBc1rjTdmFVVU5Qag7PmRle245DLI5zi5xJc4kuJ1knWSvK617x2XyEP4cfqT3jsvkIfw4/UvnvBaj/AFoy93fM5Ki617x2XyEP4cfqT3jsvkIfw4/UngtT4kO7PmclRda947L5CH8OP1J7x2XyEP4cfqTwWp8SHdnzIXwffN3/AGh/IxVXSq2GS1Sk6mng28zMu+p6V02zWSOMYY2NYCakNaGiu+g5gsbrthJJMcZJzJLGVJO05L0KuAnUw8KKlp5lsqTcVG5yBWDR/RKWZwfK0shGZrUOdyNGunL1LoMVhiaatYxp5GtB9AWdUUOxoxlmqSv0IRw6T3s+MYAAAKAZADVQbF9RF7pqCIiAIiIAqn4RPkYvPP5CrYsc1nY/J7WuA1YgD3rPiaW2pSpp2uQnHNGxWfB58hJ9p+xqtSxwwMYKMa1oOZwgAehZF3D0tjSjTbvY7COWNjlOkp/u5/PPcFe9J7gFpiq0DhmZxnfvYeQ9/SpR9giJJMbCTrJa0nros6x0ez1HaKbup+WvqVxpWvficy0av51llLX14JxpIDraRlipvGojdzBfdMLxE1pIYQ5rAGMpmDtJHSadC6I+wREkmOMk6yWtJ66ILuhGYjjBGriM9Szvs2rstjn9m99PIhsZZctytReD2LCMUkmKgxUwUrTOmWqqq142Y2S1FrTUxOa5hOsjJwr3Lqywy2ONxq5jHHeWtJ6yFbX7Lpyitl7LXElKgmvZ3FN0+tDXssz2+K8Pc3mIjIUporZGS2ARvFWOMgPbOo76qefY4yACxhDfFBa0gcwpkvcUTWijQGjcAAOoK6GDaxEq0mnmVrfb0JKn7bkzSuq4obPi4IEY6Yqkk5VoM+crnNwn+7h+0b3rqywMsEQNRGwEZghra9dFHEYFVHDJZKL0+xydK9rcCpeEbVB/k/Yom5NLnWaLgmxtcKl1S4g505ORdFmszH0xta6mrEAac1Vj97YfJx9hnqVdXA1XXdanOzfTojkqUs2ZMrtxaZvtE7YTG1odizDiTk0nVTkWzp1ZMdlx7Y3Nd0Hin8wPQpuOxRNNWsY07w1oPWAsr2BwIcAQdYIBHUtCw9SVGVOrK7fElkbi1JnJrksnC2iKPWHPFeYcZ3oBVx8INkxQsl2xuoeZ4p3hqscdhiaatYxpGohrQesBZZImuGFwDgdYIBHUVmo9m7OhOk3dy4/gjGjaLjzOW6L2XhLVE3YHYzzMGLvAHSul3jYWzRPidqeCK7jsPQaHoXuKxxtNWsY06qta0HrAWZX4PBLD03CTvfUlTp5FZnLI3WiwWipFHiozrge066HaDlzEKSvfTh8sRjYzg8Qo84sRodYGQpXVVX2ezMeML2te3c4AjqK1orlszTibDEDsIYyvRksq7OrU04Uqlovh/P7Feykt0XuKtoPcDw/3TIC0AERA5EkihdTdSoG+qjtOz/d/cZ+5dHWGWxxuNXMY47y1pPWQrZ9nLu6oQfG9+ZJ0fYyohoroZabBDG7I8Gwsd9V2EUPNsPIVS7ut8titBxChacMrN4/mYP6FdSYwAAAAAZADIDmCxS2KNxq5jHHeWtJ6yFKvgM+ScJWlG2/mdlSvZrVFT05tbJLNBIwgsc+oP3D6eRetCLKyWyzRvFWOeQew3Vy7VaTYYqYcDMINQMLaV30ovcMDGCjGtaDmcIAHoUlg28RtpNaWa+lhs/bzM5baoJbFaaA0fGasOxzTqPMRUEc4XSrpvNloibKzUdY2tcNbT/NyzzWSN+b2NcRqxNae9fYbOxmTGtaDrwgDuTCYOWGnLLL2Xw5CFNwb37jIiIvRLgiIgCIiAIiIAiIgCIiAIiIAiIgCIiAIiIAiIgCIiAIiIAiIgCIiAIiIAiIgCIiAIiIAiIgCIiAIiIAiIgCIiAIiIAiIgCIiAIiIAiIgCIiAIiIAiIgCIiAIiIAiIgCIiAIiIAiIgCIiAIiIAiIgCIiAIiIAiIgCIiAIiIAiIgCIiAIiIAiIgCIiAIiIAiIgCIiAIiIAiIgCIiAIiID/2Q=="/>
          <p:cNvSpPr>
            <a:spLocks noChangeAspect="1" noChangeArrowheads="1"/>
          </p:cNvSpPr>
          <p:nvPr/>
        </p:nvSpPr>
        <p:spPr bwMode="auto">
          <a:xfrm>
            <a:off x="63500" y="-144463"/>
            <a:ext cx="304800" cy="304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nl-NL">
              <a:latin typeface="Calibri" pitchFamily="34" charset="0"/>
            </a:endParaRPr>
          </a:p>
        </p:txBody>
      </p:sp>
      <p:sp>
        <p:nvSpPr>
          <p:cNvPr id="9223" name="Tekstvak 6"/>
          <p:cNvSpPr txBox="1">
            <a:spLocks noChangeArrowheads="1"/>
          </p:cNvSpPr>
          <p:nvPr/>
        </p:nvSpPr>
        <p:spPr bwMode="auto">
          <a:xfrm>
            <a:off x="468313" y="980728"/>
            <a:ext cx="8280151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4000" dirty="0">
                <a:solidFill>
                  <a:srgbClr val="FF0000"/>
                </a:solidFill>
                <a:latin typeface="Aharoni" pitchFamily="2" charset="-79"/>
                <a:ea typeface="+mj-ea"/>
                <a:cs typeface="Aharoni" pitchFamily="2" charset="-79"/>
              </a:rPr>
              <a:t>De </a:t>
            </a:r>
            <a:r>
              <a:rPr lang="fr-FR" sz="4000" dirty="0" err="1">
                <a:solidFill>
                  <a:srgbClr val="FF0000"/>
                </a:solidFill>
                <a:latin typeface="Aharoni" pitchFamily="2" charset="-79"/>
                <a:ea typeface="+mj-ea"/>
                <a:cs typeface="Aharoni" pitchFamily="2" charset="-79"/>
              </a:rPr>
              <a:t>derde</a:t>
            </a:r>
            <a:r>
              <a:rPr lang="fr-FR" sz="4000" dirty="0">
                <a:solidFill>
                  <a:srgbClr val="FF0000"/>
                </a:solidFill>
                <a:latin typeface="Aharoni" pitchFamily="2" charset="-79"/>
                <a:ea typeface="+mj-ea"/>
                <a:cs typeface="Aharoni" pitchFamily="2" charset="-79"/>
              </a:rPr>
              <a:t> </a:t>
            </a:r>
            <a:r>
              <a:rPr lang="fr-FR" sz="4000" dirty="0" err="1">
                <a:solidFill>
                  <a:srgbClr val="FF0000"/>
                </a:solidFill>
                <a:latin typeface="Aharoni" pitchFamily="2" charset="-79"/>
                <a:ea typeface="+mj-ea"/>
                <a:cs typeface="Aharoni" pitchFamily="2" charset="-79"/>
              </a:rPr>
              <a:t>normaalvorm</a:t>
            </a:r>
            <a:r>
              <a:rPr lang="fr-FR" sz="4000" dirty="0">
                <a:solidFill>
                  <a:srgbClr val="FF0000"/>
                </a:solidFill>
                <a:latin typeface="Aharoni" pitchFamily="2" charset="-79"/>
                <a:ea typeface="+mj-ea"/>
                <a:cs typeface="Aharoni" pitchFamily="2" charset="-79"/>
              </a:rPr>
              <a:t> (3NV)</a:t>
            </a:r>
            <a:endParaRPr lang="en-US" sz="4000" dirty="0" smtClean="0">
              <a:solidFill>
                <a:srgbClr val="FF0000"/>
              </a:solidFill>
              <a:latin typeface="Aharoni" pitchFamily="2" charset="-79"/>
              <a:ea typeface="+mj-ea"/>
              <a:cs typeface="Aharoni" pitchFamily="2" charset="-79"/>
            </a:endParaRPr>
          </a:p>
        </p:txBody>
      </p:sp>
      <p:sp>
        <p:nvSpPr>
          <p:cNvPr id="8" name="Tekstvak 6"/>
          <p:cNvSpPr txBox="1">
            <a:spLocks noChangeArrowheads="1"/>
          </p:cNvSpPr>
          <p:nvPr/>
        </p:nvSpPr>
        <p:spPr bwMode="auto">
          <a:xfrm>
            <a:off x="611560" y="1746721"/>
            <a:ext cx="7920880" cy="4278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nl-NL" sz="1600" dirty="0">
                <a:latin typeface="Aharoni" pitchFamily="2" charset="-79"/>
                <a:cs typeface="Aharoni" pitchFamily="2" charset="-79"/>
              </a:rPr>
              <a:t>Kijk of er een groep is die verder opgesplitst kan worden. Als dat</a:t>
            </a:r>
          </a:p>
          <a:p>
            <a:r>
              <a:rPr lang="nl-NL" sz="1600" dirty="0">
                <a:latin typeface="Aharoni" pitchFamily="2" charset="-79"/>
                <a:cs typeface="Aharoni" pitchFamily="2" charset="-79"/>
              </a:rPr>
              <a:t>zo is, maak je een vierde groep met de overtollige attributen. Maak</a:t>
            </a:r>
          </a:p>
          <a:p>
            <a:r>
              <a:rPr lang="nl-NL" sz="1600" dirty="0">
                <a:latin typeface="Aharoni" pitchFamily="2" charset="-79"/>
                <a:cs typeface="Aharoni" pitchFamily="2" charset="-79"/>
              </a:rPr>
              <a:t>een koppeling tussen de twee groepen met een primaire sleutel en</a:t>
            </a:r>
          </a:p>
          <a:p>
            <a:r>
              <a:rPr lang="nl-NL" sz="1600" dirty="0">
                <a:latin typeface="Aharoni" pitchFamily="2" charset="-79"/>
                <a:cs typeface="Aharoni" pitchFamily="2" charset="-79"/>
              </a:rPr>
              <a:t>een verwijzende sleutel. Bijvoorbeeld:</a:t>
            </a:r>
            <a:endParaRPr lang="en-US" sz="1600" dirty="0" smtClean="0">
              <a:latin typeface="Aharoni" pitchFamily="2" charset="-79"/>
              <a:cs typeface="Aharoni" pitchFamily="2" charset="-79"/>
            </a:endParaRPr>
          </a:p>
          <a:p>
            <a:endParaRPr lang="en-US" sz="1600" dirty="0">
              <a:latin typeface="Aharoni" pitchFamily="2" charset="-79"/>
              <a:cs typeface="Aharoni" pitchFamily="2" charset="-79"/>
            </a:endParaRPr>
          </a:p>
          <a:p>
            <a:endParaRPr lang="en-US" sz="1600" dirty="0" smtClean="0">
              <a:latin typeface="Aharoni" pitchFamily="2" charset="-79"/>
              <a:cs typeface="Aharoni" pitchFamily="2" charset="-79"/>
            </a:endParaRPr>
          </a:p>
          <a:p>
            <a:endParaRPr lang="en-US" sz="1600" dirty="0">
              <a:latin typeface="Aharoni" pitchFamily="2" charset="-79"/>
              <a:cs typeface="Aharoni" pitchFamily="2" charset="-79"/>
            </a:endParaRPr>
          </a:p>
          <a:p>
            <a:endParaRPr lang="en-US" sz="1600" dirty="0" smtClean="0">
              <a:latin typeface="Aharoni" pitchFamily="2" charset="-79"/>
              <a:cs typeface="Aharoni" pitchFamily="2" charset="-79"/>
            </a:endParaRPr>
          </a:p>
          <a:p>
            <a:endParaRPr lang="en-US" sz="1600" dirty="0">
              <a:latin typeface="Aharoni" pitchFamily="2" charset="-79"/>
              <a:cs typeface="Aharoni" pitchFamily="2" charset="-79"/>
            </a:endParaRPr>
          </a:p>
          <a:p>
            <a:endParaRPr lang="en-US" sz="1600" dirty="0" smtClean="0">
              <a:latin typeface="Aharoni" pitchFamily="2" charset="-79"/>
              <a:cs typeface="Aharoni" pitchFamily="2" charset="-79"/>
            </a:endParaRPr>
          </a:p>
          <a:p>
            <a:endParaRPr lang="nl-NL" sz="1600" dirty="0" smtClean="0">
              <a:latin typeface="Aharoni" pitchFamily="2" charset="-79"/>
              <a:cs typeface="Aharoni" pitchFamily="2" charset="-79"/>
            </a:endParaRPr>
          </a:p>
          <a:p>
            <a:endParaRPr lang="nl-NL" sz="1600" dirty="0">
              <a:latin typeface="Aharoni" pitchFamily="2" charset="-79"/>
              <a:cs typeface="Aharoni" pitchFamily="2" charset="-79"/>
            </a:endParaRPr>
          </a:p>
          <a:p>
            <a:endParaRPr lang="nl-NL" sz="1600" dirty="0" smtClean="0">
              <a:latin typeface="Aharoni" pitchFamily="2" charset="-79"/>
              <a:cs typeface="Aharoni" pitchFamily="2" charset="-79"/>
            </a:endParaRPr>
          </a:p>
          <a:p>
            <a:endParaRPr lang="nl-NL" sz="1600" dirty="0">
              <a:latin typeface="Aharoni" pitchFamily="2" charset="-79"/>
              <a:cs typeface="Aharoni" pitchFamily="2" charset="-79"/>
            </a:endParaRPr>
          </a:p>
          <a:p>
            <a:endParaRPr lang="nl-NL" sz="1600" dirty="0" smtClean="0">
              <a:latin typeface="Aharoni" pitchFamily="2" charset="-79"/>
              <a:cs typeface="Aharoni" pitchFamily="2" charset="-79"/>
            </a:endParaRPr>
          </a:p>
          <a:p>
            <a:r>
              <a:rPr lang="nl-NL" sz="1600" dirty="0">
                <a:latin typeface="Aharoni" pitchFamily="2" charset="-79"/>
                <a:cs typeface="Aharoni" pitchFamily="2" charset="-79"/>
              </a:rPr>
              <a:t>Hier maak je een vierde groep met </a:t>
            </a:r>
            <a:r>
              <a:rPr lang="nl-NL" sz="1600" dirty="0" err="1">
                <a:latin typeface="Aharoni" pitchFamily="2" charset="-79"/>
                <a:cs typeface="Aharoni" pitchFamily="2" charset="-79"/>
              </a:rPr>
              <a:t>klantnr</a:t>
            </a:r>
            <a:r>
              <a:rPr lang="nl-NL" sz="1600" dirty="0">
                <a:latin typeface="Aharoni" pitchFamily="2" charset="-79"/>
                <a:cs typeface="Aharoni" pitchFamily="2" charset="-79"/>
              </a:rPr>
              <a:t> en bijbehorende attributen.</a:t>
            </a:r>
            <a:br>
              <a:rPr lang="nl-NL" sz="1600" dirty="0">
                <a:latin typeface="Aharoni" pitchFamily="2" charset="-79"/>
                <a:cs typeface="Aharoni" pitchFamily="2" charset="-79"/>
              </a:rPr>
            </a:br>
            <a:endParaRPr lang="nl-NL" sz="1600" dirty="0">
              <a:latin typeface="Aharoni" pitchFamily="2" charset="-79"/>
              <a:cs typeface="Aharoni" pitchFamily="2" charset="-79"/>
            </a:endParaRPr>
          </a:p>
        </p:txBody>
      </p:sp>
      <p:pic>
        <p:nvPicPr>
          <p:cNvPr id="4" name="Afbeelding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9" y="2794666"/>
            <a:ext cx="4464496" cy="2700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188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AutoShape 2" descr="data:image/jpeg;base64,/9j/4AAQSkZJRgABAQAAAQABAAD/2wCEAAkGBxQSEhUUEhMUFRUXFxQXGBgXFRgcGRcZFxUcGhwdFRcYHCohGBolHBcXJTEiJSkrLi4uFx8zODMsNygtLisBCgoKDg0OGhAQGywmHiQuLCwsLCwsLSwsLCwwLCwsLCwsLCwsLCwsLCwsLDQsLCwsLCwsLDQsLCwsLCwsLSwsLP/AABEIAKMBNgMBIgACEQEDEQH/xAAcAAEAAwEAAwEAAAAAAAAAAAAABQYHBAIDCAH/xABPEAABAwIBBgkGCwUFCAMAAAABAAIDBBEFBgcSITFBEyIyUWFxgZGhUmJyk7HRFBVCVIKSorLB0uMWIzNDwghTVWODFyQ0RKPT4vBzw+H/xAAZAQADAQEBAAAAAAAAAAAAAAAAAgMEAQX/xAAnEQACAgEEAgICAgMAAAAAAAAAAQIRAwQSITFBURMUInEysUJhkf/aAAwDAQACEQMRAD8A3FERABERABERABERABFyTYhG3fc8w1+Oxcr8TceS0Dr1rtMCVXrkna3a4Dt/BV+uxZjP40zW9BcAfqjWe5QVVlnTt5AfJ1N0R3usfBUjilLpCuSRdJMSYNlz1D3rllxg7md5We1OW8h5ETG+kS72WUXUZS1L/wCZo9DWtHja/irR0svIryI0uXF5d2iOoe9R1Ti8u+W31Qs2lrZHcqR7utxP4rnVVpV7F3l9qMa56n/q/wD6o6bFmnbMT9IlVNE6wI5vZPy17D8u/euV9UzyvAqKRP8AEjm47nVPM4jqJXicQlHJmlHVI4ewrjRHxoLOwY/Vt5NTP6xx9pXsZl1Xs/5gkczmRnx0b+Kj0R8UfQbmT1NnTrG8tkDx6LmnvDreCl6TO83+dSuHTHIHeDg32qjuhadrR3L0voGHcR1H3qctPB+DqmzXKDOZh8ltKR8R5pI3Dvc27fFWXD8VgnF4JopR5j2u77HUvnWXCfJd3j3LjkwyRp0m7RsLTYjq2FRlpfQyyH1Ei+ccPy4xGlIAqJHAfJmGmD2v41uohXHBs9GwVdNbz4XX/wCm/YPpHqUJYZIdSRrqKCwDK+jrdVPUMc7yHXbJ9R9nHrAsp1SaoYIiIAIiIAIiIAIiIAIiIAIiIALxkkDRdxAA2kmwUJi2UscV2x2kf0Hit6zvPQPBVHE8aLuNM/qb+Vo9qpHG5CuSRcKvKFo1RjSPOdQ958FC4hjNheaUNHNe3c0az4qlVmULzqjGgOfa73BQ73lxu4kk7STc961Q03sRzLdV5YNbqhjLvOfqH1RrPgoOtygqJdshaOZnFHhrPaVFotMcUY9IRybCIicUIiIAIiIA9tNA6R7WMF3OIa0c5JsFYzkLU73QD/V/8V6cgYA6tjJ2RtfIeoNI9rgsKxmu4eommItwssklvTeXfisufPKEqRSEU1yb1+wtT5UHrf8AxXBjOTc9MwPk0CwnR0mO0gDa9jq6CsIW5YfBwGB0EWx0rpah3SCTo3+i9vckxaicppHZQSRGIiLaSCIiACIiACIiAPxzQdRFx0rhqMIidu0T5vu2LvRcaT7OlZq8BeNbCH21jc4d/vUvgOcbEKEhhkMzB/LqLuIHmyHjt6Lkgcy7166inbILPaHDp/A7lGeBPoZTo0vJXOtRVZDJCaaU2GjKRoOPmS8k9TtEnmV9XyviOTW0xG/mu/B3v711ZLZf12FuEdzJCNsEpNgP8p22PotdvQsWTC4lVKz6eRVfIzLukxJv7l+hKBd0L7CQW2kC9nt84c4vY6laFEYIiIAIiIAIi9NXUtiY58jg1rRck7kAeVRO1jS97g1oFyTsCoWPZVumuyK7I952OeOnyW9HfzKHykykdVP3thaeK3+p/O72d5NcqKku1DUPb1rZiweWTlM7qnFLao+/3BRb3km5JJ5yvFFsjFR6JN2ERS+AYbFKJ5ah7o4aeIySFgu6wudVwdwdu3LspKKtglZEIu34/wAB+d1nqv00+P8AAfndZ6r9NQ+zjG2M4kXb8f4D87rPVfpp8f4D87rPVfpo+zjDYziRd7cbwI/87Ut9KFx+7Gu6jwmkqrChxKnlcdkb7xvPU08Y/VTLU435DYyCRd2KYTNTO0Zoyy+w7Wu9Fw1FcKsmnyhScwqfgKDEqm9iynMbD50twPtaHesEW05azcBgFt9VVNH0Yxf70X2liy8vO7yMvDo/WNJIA1k6gvoHLaIRPp6ZvJp6aGMdYFvYGrEcmJ4o6ynfOdGJk0T3kAniseHEWGs3tbtWyYvlhglRM+Z9VVBz7XDYtQs0AWuw7gjBOMJXIJptcEMi7fj/AAH53Weq/TXm3FsDdqGITsPnwPI7dGNbfs4yWxkeisNPk5HUAmhraaqIF9AODX29G58bKFrKN8LyyVjmOG0OHiOcdIVIZIy/ixWmuz0IvZBEXua0bXODR1uNh7VL41Pg9HM+nqKqq4WPRD9GMFty0O1WYdxG9cnljDs6ot9EIi7fj/AfndZ6r9NPj/AfndZ6r9NT+zjO7GcSLt+P8B+d1nqv01+jHsB+d1Y/0v00fZxhsZwopWnmwic2hxQMP+fG5g+s4NC6MRyVniZwjQ2aK1xJC7SFue223SLjpTxzwl0zji0QS562iZK3RkaCN3OOo7l0IqtX2cKViWETUrhLC91mnSa9hIfGRvJGzrHgtYza53xMW02IlrJDYMn1Bkh5pRsY7zth6N9cVUyjyb1GSBvS6Mb+lg/DuWLNp/MSkZ+z6vRYHmgzomJzKKufeI2bDM464zsDJCdsfM48nYdXJ3xYioREQAWT5cZS/CZeCjP7mM7tj3Da7qGwdp3i1szjY58GptBhtJNdg5w23HcOwgdbhzLJIti1afFf5MnOXg9z33XgiL0EqJBERBwKQxubgMBrHg2dPLFCDzgEOI7W8IFHrxzuT8FhmG0/946Wod/T4SnuWbVOoUUx9mRIitua3J2OvxGOGYExaMj5ACQdFrDbWNY4xavOLFSRbccAwH5rVn/VP/cXi/JzAXavg9YzpEgPteVX4MnoXcjE0WuVuaukqQfiyscZQCRBUgAv32ZIABsvuPSRtWUVVO6N7o5Glr2Oc1zTta5psQekEFTcWnTGTsv2Q+cyWC1PX3qqN1mkP4z4h5UbjrNvJvu1W33LKLCRA5ron8JBK3hIZBrDmkA7ecXHYQegYUtqzTTmvw2aidrfTSxSRE7mSuIc0dAs8/THMrYMuyX+hJxtEXntn4OHDaW9iyB0z29MpAHi2RZSr9nwr+FxaZo5MLIoh2MDj9p7lQVFu3Y6CLSM22RtHU0dRV1xm0I5I4mCIgG5ALto18tnNaxVg/ZLAuav+sxNHHKStI42kYui2Z2RmBO1B9fH512G3ZolUfOFkX8XOidHMJ6edrnRSaOieKRdrhzjSbr38w2LkoSj2gTT6KnFIWkOaS1wIIINiCNYII2FbPm7yqdi0bsPrXaVQ1jn007uU4tGtjztcba77wDfWATiytOa6YsxaiLdvDNb2Ou0+BK5GTi7R1qzUcjqQvroWkcl5cejgwXa+1oCxzK7EPhFbUzA3Ek0rmnzS86NujRst4jkFPPitSP5EVS5vpucS23a0hfOCvqZbpL9CQVIIi3N2ROEUsVOyrp53zup4pJCyU203N421wtxg7VbZZRjFydIZujDEW3fEGA/Nav1v6i5p8hcFn1RVFVSvOwyBr2A+cAL2+kE7w5F4ObkY0pvJfKyqw+TTpZnM1guYdcb+h7DqOoWvtG4hdGW+R02GStZKWvZIC6KVnIkbzjmIuLjpG0EFVxSGN8hqoMWpXVtKwRzxW+FQDdf5bOg2Jvvsd4N4JVLNJjppMTg1/u5nCCQbi2Q6Iv1O0T2FX7KGh4CpliGxrzo+ieM37JC36XI5La/BHJGuSOREWsmVDK/AhYzxDpkaPvD8e/nWq5i8vjUs+A1L7zRtvC47ZI2jW0ne5vi30STWSFQK9kmH1jJYCWlrhJEeax5J5xuI3g9KwanFX5ItCXg+w0UXkvjbK2lhqY+TKwOtfku2OaekOBHYvxZChlGcfE+Gr3tB4sQbE3rGt3bpEj6IUM0WXLPPwtRI/y5ZH97i5da9bHGo0Z27YREVBQiIgD9awkgDaTYdZURn5qR8YRwNPFp6eGO3MTd33XM7lbMlKbhKyBv+Y1x6mcc/dWW5xcQ+EYnWSbjPI0dLYzoNP1WhYdY+UiuMri1TMdDoNxGq3xUwjaemUkjxjb3rK1s+QcHA4A9x21VVYejGB/VG7vWbGrkkUk6RzhEReuZj30MxZIx7dTmva4dYIVVz307WYxUaOrSETj1mJt++1+1XXJykM1VCwb5Gk+i06TvAFZvnRxIVGK1cg2CUxjqiAjuOg6F+1YdY+UWxlWWvf2bXH4ZU83we56xI23tKyFaxmevT0GLVuzQg4OM+foPNu8xd6xlDOcpa/4RV1E17iSaV46nPJHgQo1EQBt+Bw8BgNGy1nVEss5HOAS0Hu4MqPViyug4BtHS/N6WJp9Iix7eID2qur1NOqxohN8henPJJoUOFQ7yyeU84Diwt79I9y6I4y4ho2kgDrJsFDZ+asHEWwtPFp6eGK3MSC/2Pb3KWrfCQ2MzdXnMrQmXF6fmj4SR3QGxm32i1UZanmNh0BiNVvipuDafOlJI8Yh3rClboqWDLSu0cHrpb2NXVtY3XYkB/C91g8d6wxazndm4LDsNpx8sS1Du22h4Pd3LJk+V3NnI9Elk1QfCKunhtcSTRMPU54B7LErbMuqnTrZbbG6LB9Fov9rSWf5j6DhcWhceTC2WV3UGFo+09qs9bUcJI+Ty3vf9ZxP4q+kX5NiZHwelERbyJ784TeEwCFztsVZosO/Rcx5IHRr+yFjK17O1NwOFYfTHlSvkqT0AAht+sS/ZKyFeTldzdezTHo6sLcRNEW7RIwjrDhZb1nEH+/SejH9wLGsgaA1GI0kYF7zxE+ixwe77LStayzqeErZ3DYH6P1Ghp8WlW0i/N/oTJ0QqIi9AiFBZZUXCU5cBxozpDqOp34HsU6vVVxacb2nY5rh3iyWcd0WjqdMsH9m7Gi6KppHHkObMzXufxXgcwBaw9byizHNrlB8Bqny3tpQuZ3vY7+lfq8c0k/A3Rl0TtDnNPWLhSa8cr6Q0+IVDdwlLx6MnHFux1uxeS9fG7RmYRETnAiIgCx5EyiJ9RUu5NPTTSnrA9wcvn+R5cSSbkkknnJW410/AYHiEu+UxU7em5Gl9l7u5YYvM1LvIy8Ogt4rIPg+GYZTjV+4Mzh50xD/a56whtri+zfb8FtmJZ0sJnc10lHVktY1jbOaAGtvYWEnSUuGajO2dkrVHCv0Ly/2hYMNlDVnrk90i46nPAyIH4Bh0ELt0krjI8dWoWPaQtb1cfCZP42WerrRg1HJVTWbVzNdHSxHlC+2RzdwGo9w2uWBucSbnWSu7G8ZnrJTNUyulkOrSduA3NA1NGs6gANa4FinNzlbKpUqC2/KjDDheTDKd40ZqmSMyDYQ9x4Ug9LWRNafRUBmqyPaAMTrhaniN4WHbPKOTYHa0EdpHMCpTP3iz3wYfG88Z7ZKh7ebT0dADoALx2JdrqwsxtTeROH/CMQpIrXDp4tIeaHgu+yCoRaJmIow/FBI7ZBDNMe4R/wD2Lh0uuWdTwlbOdwfofUAafEFQq85pS9znna4lx63G59q8F7MVSSMzJfJGl4Ssgb54cfocf+lZTnAxD4RiVXLe4M8gafNY7Qb9loWxZFyiE1NU7ZT000naBceDXL5+c4k3OsnasGrdzorjXB+LaM31KYsCeRyqurDG9LWWt9pj+9Yuvo7JzDtCDBaUD5Pwl46XfvtfaXhRxfzT9c/8Gl0Ztn2qgcSELTxaeCGEDcNRf7HjuWdKey7xD4RiNXLe4dPKGnzWuLW/ZaFAqYxq2ZKHg4cSqrWLIGwsd0yk3setrO8LpUVm/wAuaGioZKWqgqJDLLwjjGWgWAZoi+mDqLL9qmP9oOC/Mqz1g/7q1YM0cadk5xbZ4KZydwThyZJTwdNHd0srjZoa3WQHHfYdm3mvBzZ0cOj/AOHwsvPPPLcD6PGuqflfnBrMRHByubHALWhiGjHq2aWsl27abC2oBPPV8VFHFj9nhnJyoGI1z5mC0TQIoRa1o2E2Nt1yXOtu0rblVkU5kfkvPiVQ2CAdL3kcWNl9bnfgN51LEVL1mPwsRGoxOVvEp2GOK/ypnix0TzhpDf8AV611veXElxuSSSeck3KnMenhhiioKT/h6cWLtV5ZPlOJG3WT0XJ3AKBXpabHtjb7ZCbthERaBAvx5sCeYH2L9UdlDU8HTyu3lpaOt2r8fBck6TZ1FCwTC31EhYwEkNLtXMCB+IX4tM/s74KJqmpmeLsZE2PXs0pHh3gIj3ovGNJdM8+Cn91VtGr+FJ0ayWE9pcL9LVRMPm0m23jV2bl9CYph7KiF8MguyRpaefXvHMQbEHnC+eMWw6ShqXwybWnUdz2HY4dBHcQRuW7TZOKZKa8nai8Y3hwBGwryWwkEROpADOpNwWD0EGx000s56QwEC/ZK3uWQLTs/U9qumpgeLT0sbepzib/ZDFmK8eb3SbNKVIItGzOYHTzurJ6qFs0VPBfQdsL3G7dY2G0bh9JW/hML/wAHh9c78iaGKc+YoHJLswpFuvCYX/g8PrXfkXtZiNCz+HhFGDuL2tf7WJ/rZPX9C74mJ4VhE9S/Qp4ZJXatTGF1r+VYcUdJ1LT8nc2MVHoz4w9t+UykjcHOf/8AK4G1r7gbbLu3KyVGWVSW6EZjgZ5MLA3xNyOyyr8khcS5xLidpJJJ6ydqrDSP/JivJ6JXFsVkrZWNsGMu2OKNvJjBIaABz7NfsGpUvPrWh+KvjHJgihhH1eE1est2KyUNSYpGSAAlj2vAOwlrgdfcpevxHD55HSzYVE+R5u5xmdcnp4ifPilKlBcI5CSXZgS1rM3BwdDidSd7I6dp6X30vvsU3wmF/wCDw+td+ReysxeH4MaalpGU0bpOEeGvLtJwAG9otsb3BRhp57la4Hc1RCoiL0SBJYnPwGBV0mx0z4oG9IuC630XP7lhy3mkxiH4MKaqpGVMbZDI0OeW2cQRcgNNzYu19K9fCYX/AIPD6135Fgy4ckptpFoySRieHUhmljibypHsYOt7g0e1fTWIVYhrKuYDiUNE7R6xHpADsLgqvSVuHRPZJHhMLXsc17XCU3a5puCOJtBAXrynxNwwjEal1g+qmjhHVpBzgPoOcOxJ8cscW5fo7uTaowkm+sr8RdmDUPD1EMI/myxx/XeG/is45xovoXHqLCqad8IwqF+hojS4RwuS0HZonZe23co/hML/AMHh9a78istPkatIXejCl5RsLiA0Ek6gALknoAW7MqsNbycHpvpP0vAsXVDlYYRakpaSmH+XEAfCw7wmWmyejm9Gd5LZqqyp/eVI+B041uknGi63mRmx7XaI16iVf311PR05o8NaWxn+LM7+JMbWNzYEDu5gANsbiOKTVBvNI5/MCdQ6mjUOwLjWnFplHmXLElO+giItJMIiIAKlZc4jpObC06m8Z3pEah2A+KsePYs2nj0tRebhjec856AvRmdyOdiNZw8wJp4XB8hI1SSbWs6dfGd0avlBZNVlpbEUxx8mzZnsmzQ4bGHi0s376QHaC8DRaQdhDA2457oruiwFgqxl3km2vh4tmzsuY3nYedj/ADT4HXzg2dF1Np2gas+ZmufTyOjlaWuabPYdrSP/AHqIUox4IuNYWtZcZFR17dJto6hos2S2pw8mS21vTtHeDilXTzUcropmFjhtadhHO07COkL0cWZSRCUaJJSWTdNwtVAznkYT1NOkfAFRFPUNeNR7N4VrzfstUulIJ4GGWSwFyTYNsANps4quSVQbOJcmR50a/h8VrHjZwpj9UBH/AEKrKaqMn657nPdSVRc4lxPASayTcnk85Xr/AGZrfmdV6iT8q8g0GnZuIeBwOpkIsaipbG087Y2tPt4Qdi9SmpqQ02E4bTOBa4sfM9pFiHPOkA4HYRwjh2KFXpaZVjITfIREWgQIiIAIiIAIiIAIiIAIiIAL1515uCwrD4N8sk1Qfo8Vt+tsvgV7Lcy9OezC6mSrhihp55I6emijuyJ7m6WsmxAts0e5ZNW/xSKY+zJleMy+H8Ni9NquI9OU9Ggw6J+uWKu/szW/M6r1En5VpOZfBpqU19VNDLEY6YsZwkbm6RedLi6Q1kGMDV5XSsKVuix2YvU8LPLJ5Uj3DqLjbwsuNAi9lKuDMEREHAiIgAiIgAuLFsUZTs0nnX8lo2uPR0dK4scyijgu1tnyeTfU30j+G3qUXkjkhWY1OSDoxggSTOHEYNui0fKdY6mjn1kXus+bUKHC7KRhfZ6MnMBqcarNBmoai95B0IY7+J22btJ7SPqfJzA4aGnjp4G2YwW17XHe5x3uJ1n3L0ZKZNQYdA2CmbZo1ucdb5Hb3PO8+A2CwUyvObbdssERFwAiIgAorKHJ6Ctj4Odl7clw1PYedjt3VsO8FSqLqddAYHlVkPU0BL23lhGsSsGto/zG7W9esdWxR+C5RyQP02PLHWtpNtrB3OadRGody+jCqPlPm0pqm74f93lOvij924+dHuPS23TdaYajxIm4einsy0rCLipJHox/lXl+2Nb84d9SP8qreOZL1lASZYzoD+bHxoz1m3F+kAuKDFPKHaPctUfjfhCOydxHEZZ36czy91gLm2oDcANQ2lcq9cNQ13JIPRv7l7FZV4FCIiDgREQAREQAREQAREQAREQAU5HlfWgACodYatbWE9pLbntUGi44p9o7ZPftjW/OHfUj/KuevykqpmGOWZzmG1xZovbn0QLqJRcWOK8ILYRETHAiIgAija/HoIr3fpO8lms9u4dpVaxDKyV/FibwYOoHlPPVuHYFKeaEe2MotltxDEY4BeR4bzDa49QGsqn4plRLMeDgDmBxsLa5HE6gBbZfmGvpVhyWzS4hXOEk4NNEdZfNcyOHmx8onZytEWOolblkbm9osNAMMenLvmks6TX5OqzB0NA6brHk1MpcLhFVBIyjIDMtLMWzYjpRR6iIQbSv3/vD/LB5uVt5O1bzh9DHBG2KFjY42izWtFgB1D2rpRZhwiIgAiIgAiIgAiIgAiIgD8IVRx7N1RVN3BhgeflRWaD1s5J7gelW9F1Sa6BqzD8azW1kNzCWVDfNOg/6jjbucepVOd89O7QlbJGfJlYQezSFyOpfTi9NVSskaWyMa9p2te0OB6wdSvHUSXYjgj5uixbym93uK6o6+M/Kt16lrmKZs6Ca5bG6Fx3xOIH1Ddo7lU8RzOyC5p6pruZsrC09r2k3+qFeOpQjgyrtcDsIPUv1ftdm8xGE6oNMeVE9p7gSHeChaqGqg/ixzx2/vI3gd7hZWWaLF2smUUAzGX87T2e5e1uNnewdhITfIjlE0iiRjg3sPePcvIY4zyX+HvXd8QpkoijfjuPmf3D3r8+PIvP7h70b4+wpkmiizj0XM/uHvXrdlDH5D/D3o+SPsKZMIoF+Ug3Rntdb8F6JMpX7mNHWSfcleWHs7tZZUVNlyimJsHNB5mtF/G66abCsRqf4cFW8HeI3tZ9YgN8Uj1EUd2Mss1Qxmt72t63Ae1RtTlFAzY4vPmj8TYLpw7NDic2t8cUA55ZQT12i0vGytuFZiWDXVVj3bOLDGGfbeXX7goy1T8DLGZlV5Wu/lsa3pcbnuFgPFemhw7EMRNoYp5gbi7W6MQ6C7UwdpX0Vg2bbDaaxZSse4W4015Dcbxp3DT1AK2NaALAWA3BZ55pS7Y6ikYNk7mJmfZ1bO2Jv93Dx39Re7itPUHLVsmMhKGgsaeBun/ev48nY53J6m2HQrIikMEREAEREAEREAEREAEREAEREAEREAEREAEREAEREAEREAcFZglNN/Fp4JPTiY72hQ9TkBhz9tJGPQ0mfcIX6i6pNBRS8fyIooidCEj/VlPtesxxqmbG8hgsOsn2oivjbfYjRGFeJRFUU8SrDkzhUUxtI3S+k4fdIREkujqNPyezd4dILvpy49M01u7hLK1U2QGGs2UNOfTYH/fuiLO2xybpMOhiFooo4x5jGt+6F1IiU6EREAEREAEREAEREAEREAEREAEREAf/Z"/>
          <p:cNvSpPr>
            <a:spLocks noChangeAspect="1" noChangeArrowheads="1"/>
          </p:cNvSpPr>
          <p:nvPr/>
        </p:nvSpPr>
        <p:spPr bwMode="auto">
          <a:xfrm>
            <a:off x="63500" y="-144463"/>
            <a:ext cx="1800225" cy="18002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nl-NL">
              <a:latin typeface="Calibri" pitchFamily="34" charset="0"/>
            </a:endParaRPr>
          </a:p>
        </p:txBody>
      </p:sp>
      <p:sp>
        <p:nvSpPr>
          <p:cNvPr id="9220" name="AutoShape 5" descr="data:image/jpeg;base64,/9j/4AAQSkZJRgABAQAAAQABAAD/2wCEAAkGBhASERMQEBQSEhASGBQUEBcTFRAXEhkXFhQXFxUUFRUXHCceFxojGRYWHy8gIygpLDAsFR8yNTAqNSYrLCkBCQoKDgwOGg8PGikkHyIzKzUsKiw1LykuKSwtLCwtLSwpLCwsLCwsLCwsLCwsLCksNCwsLCwpLCwsLCwsLSwpLP/AABEIAHMBtQMBIgACEQEDEQH/xAAbAAEAAgMBAQAAAAAAAAAAAAAABQYDBAcCAf/EAEgQAAEDAQQECAcPAwUBAQAAAAEAAgMRBAUSIQYxQVETImFxgZGSsQcyU3Kh0dIUFRYXMzRCUnOCk7LBwvAjJINDYqKz4VRj/8QAGgEBAAMBAQEAAAAAAAAAAAAAAAIDBAEFBv/EADcRAAIBAgMFBQcDAwUAAAAAAAABAgMRBBIxEyFBUWEFFBWh0SIyUnGBkbFCwfCC4fEjJDM0Y//aAAwDAQACEQMRAD8A7iiIgCIiAIiIAiIgCIiAIiIAiIgCIiAIiIAiIgCIiAIiIAiIgCIiAIiIAiIgCIiAIiIAiIgCIiAIiIAiIgCIiAIiIAiIgCIiAIiIAiIgCIiAIiIAi5kdM7b5QdiL2U+Gdt8oOxF7K8bxmhyl5epn7xHqdNRcy+Gdt8oOxF7KfDO2+UHYi9lPGaHKXl6jvEep01FzL4Z23yg7EXsp8M7b5QdiL2U8ZocpeXqO8R6nTUXNYdLbe9wY19XOIDQGRVJOoeKr7DKYYQ60yAlorI8gAV3AAdA2la8NjoYi7imktW7W/JOFVT0N1FS7f4QsyII6j60hOf3R61pfGBafqw9mT21VLtXDRdr3+Rx14I6Ci578YFq+rD2X+2nxgWr6sPZf7aj4th+v2ObeB0JFz34wLV9WHsv9tPjAtX1Yey/208Ww/X7DbwOhIue/GBavqw9l/trdubTK0zTxxFsVHmjqNfWgBJpxtwUodqUJyUVe76HVXi3YuqIoi+7XbGOb7libI0g48Ww1FPpDlW+pNU45mm/lvLW7K5Loqt76Xt/80f8AP8iyaMaRz2mR7JGsDWNqSwO8bEABXERqxdSzRxsHNQtJN6XTRBVFe28sqKnx6TW6SSVkEUTxG4g6waYiBWrxuWf30vb/AOaP+f5FxY6D0jJ/JM5tVyZaUUBft+TWezRS4WcK4tbI11S0EsJcBR28bys2jN+m0xuLwGysNHgVpn4pocxtHO0q1Ymm6my42uSzq+UmUUJpJfclnMOAMPCOwuxB2rLVQjevulN9Ps0TZIw0kvwnEHEUwuOwjcuzxMIZ7/ptf6hzSv0JpFVRfF6UDvc0ZaRXLXTmEhPoW1c+lzZX8DMwwzagHVoTuzAIPIVXHGU21F3V9Lpq5xVFoWBERbCwIiIAiIgCIiAIiIAiIgCIiAIiIAiIgCIiAIiIAiIgCIiAIURAcYITCuzovnvBP/Ty/uZO7dTjGFKLs6pem+kGuyxH7Yj0M/U9W9ZsT2ZHD03OVTy1f3IToqCu2UtEVg0R0f4eThHj+jGc9znaw3m2noG1eXRoyrTUI6spjFydkTmhOj+BvumQcdw/pg/Rafpc57udRend7F83AA8SKhdyvIr6AQOkroCp14aCSSyyS8K0Y3OdTC7IE1A17l9LisLOGGVGgr8zZODUMsSkIrf8XUnlmdh3rT4u3+WZ2HeteJ4bifg/HqZtjPkVBFb/AIu3+WZ2HetPi7f5ZnYd608NxPwea9RsZ8ioIrf8XUnlmdh3rT4un+WZ2HetPDcT8H49RsZ8ioK46BXOcRtLxRoBbFXaT4zhybOk7lvXfoDCwh0rnS02Uws6RUk9as7GAAAAADIAZAAagAvUwHZk4TVSrw0RdSotO8j0iLRvm9W2eJ0rszqYPrOOofzYCvenNQi5S0RqbsrsiNLb3cMNkgzmmyNNYadnIT6BU7lK3HdDbNEI25nW873HWebYOQKJ0TulxLrZPnNNm2uxp28lRq3Cm9WZY8NB1JOvPV6LkvV8SuCu8zKBcd+xWae1GXFx3kNwiup7694U58PbJ/8Ap2P/AFaGiMDXWi2YmtdR+WIA/wCpJvVq974vJx9hvqWXBxrukskkld6q/F9SFNSy7mV7wgmtmjO+Qf8AW9a9u/s7ay0DKC0Cku4E0xHro7tLY8IXzZn2g/63qWvq6xaLO6P6VAYzucBl16uYlKtJzrVHH3o5Wvmr/nQSjeTtruIbTrXZftD+1evCH83Z9p+x6gLXeZlhsrH/ACkMhY8HXQYcJPQKc7Sp/wAIfzdn2n7HrPOqqtOvNcVH8EHLMpP5FksfybPNb3BVzTu7wYmzjKSNzRiGvCTTXyOoR0qx2P5Nnmt7gq/p5bWtgEWt8jm0G2jTUnrAHSvSxmXu0s3Lz4eZdUtkdybum1mWCKQ63saTz0z9NVtrTueymKCKM62saHc9M/TVbi1U75Fm1sixabwiIrDoREQBERAEREAREQBERAEREAREQBERAEREAREQBERAEREARFr3hbmQxulkNGtHSdwHKTkuSkoq70GhG6UX8LNFxfln1EY3b3nkHfRcye8kkkkk5knWSdZK2r0vJ88rpX6zqGxoGpo5vWtVjCSAASSQABrJOoBfGY7FvE1N2i0/nU86rUzs27pux9olbEzbm47GtGtx/mshdVsNiZDG2KMUa0UG/lJ5Sc1G6MXCLNFnThX0Mh7mjkHfVTK+g7Owfd4Zpe8/Lp6mqjTyq71C0L4viOzR8I/PYxo1uO4etb65ppneBktLm14sXEbz63Hry+6Fdj8V3elmWr3IlVnkjcW/TO1SE4XcE3YGAelxzPoWj7/Wry83bf61oIvkZ4mrN3lJ/cwOcnxN/wB/rV5ebtv9ae/1q8vN23+taCzWSyPleI42lz3agO87hyqKq1W7KT8xeRdNBLVPIZXyyPe0YWtxOcRU1JpXkp1q3KPuK6RZ4WxDN2t53uOs82ocwCkF9phKcqVGMZ68T0aaaikwiItRMKraV3HaZ5Y3RBro2NFA8imLESat21Ab1K0rVvC9IoAHTOwBxoMnHOldgKz4mlCpTcajsvsQmk1ZlewXxvh/4epb9zC8OE/ujHweE+LhriqKahuqsnwvsXlR2ZPZWWyaSWWV4jjkDnurhGF41AnaNwKy01RUlas30zJ3IJRv73mV6C5bxhlmfBwYEriTUtOWJxbrGXjLZw3xvh/4epS9p0mskb3MfIA5po4YZMj0BYxpdYvLDsyeyq1Sw8PZVZrpmRzLFbs3maukV02i0WWJgwmYFrpMwBXg3B1OkqwsGQCx2a1Mkbjjc17TtaQR6FlXoU6UYyc073t5Fqir3KdfmiMr7SJoQ3A4tc8E0o4HjU59fPVSml10S2iFrIgC4PxGpplhcP1C2J9KLIxzmOlAc0kOGF5oRrGQUlDM17WvaatcA5p3gioKyxw+HltIwfva2a3ehBQg7pcSrsgvegaHQtAAAPF2dBWe6tFHCX3RapOGmGbdeEEajU66bMgApi8L3hgw8M/Birhyca0pXUDvCXffEE+LgXh+GmLJwpWtNYG4pGhQVRRlNya0Td/IKEb2bubiLHaLQ1jXPecLWglxOwBR1n0nsj3NYyUFziA0YZMyecLZKrCDSlJJsscktSVRad4XvDBh4Z+DFXDk41pSuoHeFp/C+xeVHZk9lRlXpQdpSSfzRxyitWTCKNsekVmleI45A55rQYXjUKnWNy8RaUWRzgxsoLnENAwyDMmgGY3p3ilrmX3QzR5kqixWm0sjY6R5wsaKuOeQ6Fp2LSCzTP4OKQOfQmlHjIa9YU5VIRkotq74HbpbiRRa1vvKKFofK7A0nCDQnOhNMhyFebvvWGcEwuxhtA7Jw184CbSGbJdX5cRdXsbaLRvC+oIPlXhpOoZl3PhFStGLTOxuNOELfOY8Drpkq5YilB5ZSSfzOOcVubJxF5jka4BzSHNOYIIIPKCFoW7SCzQvwSyBrqA0o85HVqCslUjBZpNJHW0tSRRQ/wALrF5UdmT2VIWO8IpRiie14GvCa05xrCjCtTm7Rkn8mcUk9GbCLVvC9IoAHTOwBxoMnHOldgKXfecU7S6J2NoNCaOGdAaZgbwpbSGbJdX5cTt1extIo+3X9Z4XYJZA11K0o4mnQDRbFht8czccRxMqQDRw1a6VAquKrByypq/LiMyvY2ERFYdCIiAIiIAiIgBK5tpbpB7okwMP9GM8X/cdRf8AoOTnU1ptpDhBs0Z4zh/VI2NP0Oc7eTnVGXzfauNu9hD6+hjr1P0oK66EaParVIPsQfS/9B17lTI3AEEgOAIJBrQ8hpnRWVun9oAoI4QBkAA+n5l5+BnQp1M9Xhoiqk4p3kdBRc/+MG0fUh6pPaT4wbR9SHqk9pe/4thub+xq28DoCgrRoXZXvc9wfieS53HOsmpWXRe+X2mJ0kgaCHlow1pQNadpO9Y9KNIhZmANoZn1wA6gNrj+g29C0VZ0KlHa1FePUnJxccz0MD9CLEBU4wN5fQLX+C92+UH4zVSbZbpJXYpXOe7/AHHuGodCwUXz88dQv7NFW6/4MjqR4ROiWfQ2wuzbV4GRpISOarVNWG7IYRSJjWA66DM85OZ6VF6E2Mx2VpORkLpOg0DfQ0HpU8vocLSp5I1FBJtGuEVZOwREWwsCIiAKp+EP5GLzz+Qq2Kp+EP5GLzz+QrD2h/1p/wA4lVX3GRGi+i8Vpjc97ntLXYRhw08UHaDvVjuzQyGCVszXyFzK0DsFM2kZ0byqnXPo5PaGOfEWBrThOJzga0B2A7wrLozozaLPNwkpYW4XN4rnE1JFMiBuXk4GKeS9H+r9yimtPZ+pVdJfnc/nnuCsV7aDRMhfJG+TExpfR+Ag4RUjICmpV3SX53P557gs1635bXAxTuc0GhLSwMJGyuQJCxKdGMqu1i3v3dNSu8U5XRtaC2pzbSGA8WRrsQ2cUVB58qdKv14WsRRPlOpjS7noMh0nLpVc0HuVjWe6cQe94oKamiuYNfpVGf8ACvWn9vwwtiGuV2fmsoT/AMsK9fCuWGwTnLq19dPM0QvCndlEcHvxSGpoavPK46zzldB0Ft+OzYD40RLfunjN7yPuquXK6zCx2hkkjWyy+KDWvEFWbPrVX3QW34LTwZ8WVpb95vGb6MQ6V5uBlsK1OV/fW/pv/wAFNJ5ZLqSXhG/0P8n7FA6LXnwFoY45MfxH7qOOR6HUPWp7wjf6H+T9ihLXdtbDBaAPFdIx/MZHFp66j7wUsWprGTnDWNn5IVL7RtcCw6f3nhY2ztOb+M/zQch0u/Kqpo986g+0b3rfuCJ9rtbHSnEGBrnnkjADR0mlecrSuH53D9o3vVVapKvWjWejdl8lb1OSeaSkWLwi6oP8n7Fp6OaLQ2iHhHve12JzaNLKUFN45VueEXVB/k/YoW6NE5bTHwrHRgVLeNirlTc071fiFfHS9jPuW7TgiU/+V7rluunRGGCVsrJHuc2tASymYI2DlVLv6EwWuSmWF/CN6aPHfToVs0X0Wls0rpHujILC0YcVa4mnaBuUX4QrJSWOX67S087DXud6Fdi6P+0U1DI0728vQlUj/p3tYltNrePcjQ0/LFtPN8f9B1qnaO2rg7VC7ZiDTzP4p71lvm9OEisrNfBx0dz4i3P7rAeletI7q9zuhoKF0TCfPaKO9ND0rHiq0qtXbx0jl9fyVzk5SzLhYm/CJas4YvOefQ1v7ls3DL7lu509OM7E8A7SSGMB5Mh1qtaSXh7onDm58SJraby0OI7TiOhWvSuy8Hd4jbqj4Jp5gQO+i1wqOdatiI/pW7+fQsTvKUlwKldF3PtloIc451fK45mmWrlqQB/4rBfOgsbYnPgc/GwF1HEEOAzIFAKGiweDtw4SYbcLacwca94V3lIDSTqANeaiswODpVsPnmrt338jtKnGULsoWg18OZLwBNY5K4RucBWo5wD00WHTv539xn7lHaOAm1QU+u3q2+iqkNO/nf3GfuXn7SUsC0+Et32Kr3pfUk7DoPDLZ45A+Rsj2Nd9AtqRXVStOlV/Rq0vjtUWE+M5rHbi1xoQd+/oWSS/bayFkZc5kRaBHxA2rQAOK6lTlTMHapbQW5WPd7pc4ExkhrBrBp4zujV/4pxUK1anGhHK1rw5HVaUkoo3vCH8jF55/IVp6LXqyz2OaV2f9SjBtc4sbQfzYCtzwh/IxeefyFUkRSGMuo4xNdmfohzh3kNHo3q3GVpUcZKcVvt+2p2pJxqNok7qu6W3Wgl5NCcUztw3DcTSgHJyLpcEDWNDGANa0ANA1ABVbQG8IzG6CgbICXH/AHg7ecZDmpyq2r0uzKUI0tondy1f7F1GKUb8wiIvVLwiIgCIiAKK0jvwWaLFkZHVEY5d55B6htUqte03dDIayRxvIyBc1rjTdmFVVU5Qag7PmRle245DLI5zi5xJc4kuJ1knWSvK617x2XyEP4cfqT3jsvkIfw4/UvnvBaj/AFoy93fM5Ki617x2XyEP4cfqT3jsvkIfw4/UngtT4kO7PmclRda947L5CH8OP1J7x2XyEP4cfqTwWp8SHdnzIXwffN3/AGh/IxVXSq2GS1Sk6mng28zMu+p6V02zWSOMYY2NYCakNaGiu+g5gsbrthJJMcZJzJLGVJO05L0KuAnUw8KKlp5lsqTcVG5yBWDR/RKWZwfK0shGZrUOdyNGunL1LoMVhiaatYxp5GtB9AWdUUOxoxlmqSv0IRw6T3s+MYAAAKAZADVQbF9RF7pqCIiAIiIAqn4RPkYvPP5CrYsc1nY/J7WuA1YgD3rPiaW2pSpp2uQnHNGxWfB58hJ9p+xqtSxwwMYKMa1oOZwgAehZF3D0tjSjTbvY7COWNjlOkp/u5/PPcFe9J7gFpiq0DhmZxnfvYeQ9/SpR9giJJMbCTrJa0nros6x0ez1HaKbup+WvqVxpWvficy0av51llLX14JxpIDraRlipvGojdzBfdMLxE1pIYQ5rAGMpmDtJHSadC6I+wREkmOMk6yWtJ66ILuhGYjjBGriM9Szvs2rstjn9m99PIhsZZctytReD2LCMUkmKgxUwUrTOmWqqq142Y2S1FrTUxOa5hOsjJwr3Lqywy2ONxq5jHHeWtJ6yFbX7Lpyitl7LXElKgmvZ3FN0+tDXssz2+K8Pc3mIjIUporZGS2ARvFWOMgPbOo76qefY4yACxhDfFBa0gcwpkvcUTWijQGjcAAOoK6GDaxEq0mnmVrfb0JKn7bkzSuq4obPi4IEY6Yqkk5VoM+crnNwn+7h+0b3rqywMsEQNRGwEZghra9dFHEYFVHDJZKL0+xydK9rcCpeEbVB/k/Yom5NLnWaLgmxtcKl1S4g505ORdFmszH0xta6mrEAac1Vj97YfJx9hnqVdXA1XXdanOzfTojkqUs2ZMrtxaZvtE7YTG1odizDiTk0nVTkWzp1ZMdlx7Y3Nd0Hin8wPQpuOxRNNWsY07w1oPWAsr2BwIcAQdYIBHUtCw9SVGVOrK7fElkbi1JnJrksnC2iKPWHPFeYcZ3oBVx8INkxQsl2xuoeZ4p3hqscdhiaatYxpGohrQesBZZImuGFwDgdYIBHUVmo9m7OhOk3dy4/gjGjaLjzOW6L2XhLVE3YHYzzMGLvAHSul3jYWzRPidqeCK7jsPQaHoXuKxxtNWsY06qta0HrAWZX4PBLD03CTvfUlTp5FZnLI3WiwWipFHiozrge066HaDlzEKSvfTh8sRjYzg8Qo84sRodYGQpXVVX2ezMeML2te3c4AjqK1orlszTibDEDsIYyvRksq7OrU04Uqlovh/P7Feykt0XuKtoPcDw/3TIC0AERA5EkihdTdSoG+qjtOz/d/cZ+5dHWGWxxuNXMY47y1pPWQrZ9nLu6oQfG9+ZJ0fYyohoroZabBDG7I8Gwsd9V2EUPNsPIVS7ut8titBxChacMrN4/mYP6FdSYwAAAAAZADIDmCxS2KNxq5jHHeWtJ6yFKvgM+ScJWlG2/mdlSvZrVFT05tbJLNBIwgsc+oP3D6eRetCLKyWyzRvFWOeQew3Vy7VaTYYqYcDMINQMLaV30ovcMDGCjGtaDmcIAHoUlg28RtpNaWa+lhs/bzM5baoJbFaaA0fGasOxzTqPMRUEc4XSrpvNloibKzUdY2tcNbT/NyzzWSN+b2NcRqxNae9fYbOxmTGtaDrwgDuTCYOWGnLLL2Xw5CFNwb37jIiIvRLgiIgCIiAIiIAiIgCIiAIiIAiIgCIiAIiIAiIgCIiAIiIAiIgCIiAIiIAiIgCIiAIiIAiIgCIiAIiIAiIgCIiAIiIAiIgCIiAIiIAiIgCIiAIiIAiIgCIiAIiIAiIgCIiAIiIAiIgCIiAIiIAiIgCIiAIiIAiIgCIiAIiIAiIgCIiAIiIAiIgCIiAIiIAiIgCIiAIiIAiIgCIiAIiID/2Q=="/>
          <p:cNvSpPr>
            <a:spLocks noChangeAspect="1" noChangeArrowheads="1"/>
          </p:cNvSpPr>
          <p:nvPr/>
        </p:nvSpPr>
        <p:spPr bwMode="auto">
          <a:xfrm>
            <a:off x="63500" y="-144463"/>
            <a:ext cx="304800" cy="304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nl-NL">
              <a:latin typeface="Calibri" pitchFamily="34" charset="0"/>
            </a:endParaRPr>
          </a:p>
        </p:txBody>
      </p:sp>
      <p:sp>
        <p:nvSpPr>
          <p:cNvPr id="9223" name="Tekstvak 6"/>
          <p:cNvSpPr txBox="1">
            <a:spLocks noChangeArrowheads="1"/>
          </p:cNvSpPr>
          <p:nvPr/>
        </p:nvSpPr>
        <p:spPr bwMode="auto">
          <a:xfrm>
            <a:off x="468313" y="980728"/>
            <a:ext cx="8280151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4000" dirty="0" err="1" smtClean="0">
                <a:solidFill>
                  <a:srgbClr val="FF0000"/>
                </a:solidFill>
                <a:latin typeface="Aharoni" pitchFamily="2" charset="-79"/>
                <a:ea typeface="+mj-ea"/>
                <a:cs typeface="Aharoni" pitchFamily="2" charset="-79"/>
              </a:rPr>
              <a:t>Samenvatting</a:t>
            </a:r>
            <a:endParaRPr lang="en-US" sz="4000" dirty="0" smtClean="0">
              <a:solidFill>
                <a:srgbClr val="FF0000"/>
              </a:solidFill>
              <a:latin typeface="Aharoni" pitchFamily="2" charset="-79"/>
              <a:ea typeface="+mj-ea"/>
              <a:cs typeface="Aharoni" pitchFamily="2" charset="-79"/>
            </a:endParaRPr>
          </a:p>
        </p:txBody>
      </p:sp>
      <p:pic>
        <p:nvPicPr>
          <p:cNvPr id="2" name="Afbeelding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376" y="1547200"/>
            <a:ext cx="7665024" cy="4618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004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AutoShape 2" descr="data:image/jpeg;base64,/9j/4AAQSkZJRgABAQAAAQABAAD/2wCEAAkGBxQSEhUUEhMUFRUXFxQXGBgXFRgcGRcZFxUcGhwdFRcYHCohGBolHBcXJTEiJSkrLi4uFx8zODMsNygtLisBCgoKDg0OGhAQGywmHiQuLCwsLCwsLSwsLCwwLCwsLCwsLCwsLCwsLCwsLDQsLCwsLCwsLDQsLCwsLCwsLSwsLP/AABEIAKMBNgMBIgACEQEDEQH/xAAcAAEAAwEAAwEAAAAAAAAAAAAABQYHBAIDCAH/xABPEAABAwIBBgkGCwUFCAMAAAABAAIDBBEFBgcSITFBEyIyUWFxgZGhUmJyk7HRFBVCVIKSorLB0uMWIzNDwghTVWODFyQ0RKPT4vBzw+H/xAAZAQADAQEBAAAAAAAAAAAAAAAAAgMEAQX/xAAnEQACAgEEAgICAgMAAAAAAAAAAQIRAwQSITFBURMUInEysUJhkf/aAAwDAQACEQMRAD8A3FERABERABERABERABFyTYhG3fc8w1+Oxcr8TceS0Dr1rtMCVXrkna3a4Dt/BV+uxZjP40zW9BcAfqjWe5QVVlnTt5AfJ1N0R3usfBUjilLpCuSRdJMSYNlz1D3rllxg7md5We1OW8h5ETG+kS72WUXUZS1L/wCZo9DWtHja/irR0svIryI0uXF5d2iOoe9R1Ti8u+W31Qs2lrZHcqR7utxP4rnVVpV7F3l9qMa56n/q/wD6o6bFmnbMT9IlVNE6wI5vZPy17D8u/euV9UzyvAqKRP8AEjm47nVPM4jqJXicQlHJmlHVI4ewrjRHxoLOwY/Vt5NTP6xx9pXsZl1Xs/5gkczmRnx0b+Kj0R8UfQbmT1NnTrG8tkDx6LmnvDreCl6TO83+dSuHTHIHeDg32qjuhadrR3L0voGHcR1H3qctPB+DqmzXKDOZh8ltKR8R5pI3Dvc27fFWXD8VgnF4JopR5j2u77HUvnWXCfJd3j3LjkwyRp0m7RsLTYjq2FRlpfQyyH1Ei+ccPy4xGlIAqJHAfJmGmD2v41uohXHBs9GwVdNbz4XX/wCm/YPpHqUJYZIdSRrqKCwDK+jrdVPUMc7yHXbJ9R9nHrAsp1SaoYIiIAIiIAIiIAIiIAIiIAIiIALxkkDRdxAA2kmwUJi2UscV2x2kf0Hit6zvPQPBVHE8aLuNM/qb+Vo9qpHG5CuSRcKvKFo1RjSPOdQ958FC4hjNheaUNHNe3c0az4qlVmULzqjGgOfa73BQ73lxu4kk7STc961Q03sRzLdV5YNbqhjLvOfqH1RrPgoOtygqJdshaOZnFHhrPaVFotMcUY9IRybCIicUIiIAIiIA9tNA6R7WMF3OIa0c5JsFYzkLU73QD/V/8V6cgYA6tjJ2RtfIeoNI9rgsKxmu4eommItwssklvTeXfisufPKEqRSEU1yb1+wtT5UHrf8AxXBjOTc9MwPk0CwnR0mO0gDa9jq6CsIW5YfBwGB0EWx0rpah3SCTo3+i9vckxaicppHZQSRGIiLaSCIiACIiACIiAPxzQdRFx0rhqMIidu0T5vu2LvRcaT7OlZq8BeNbCH21jc4d/vUvgOcbEKEhhkMzB/LqLuIHmyHjt6Lkgcy7166inbILPaHDp/A7lGeBPoZTo0vJXOtRVZDJCaaU2GjKRoOPmS8k9TtEnmV9XyviOTW0xG/mu/B3v711ZLZf12FuEdzJCNsEpNgP8p22PotdvQsWTC4lVKz6eRVfIzLukxJv7l+hKBd0L7CQW2kC9nt84c4vY6laFEYIiIAIiIAIi9NXUtiY58jg1rRck7kAeVRO1jS97g1oFyTsCoWPZVumuyK7I952OeOnyW9HfzKHykykdVP3thaeK3+p/O72d5NcqKku1DUPb1rZiweWTlM7qnFLao+/3BRb3km5JJ5yvFFsjFR6JN2ERS+AYbFKJ5ah7o4aeIySFgu6wudVwdwdu3LspKKtglZEIu34/wAB+d1nqv00+P8AAfndZ6r9NQ+zjG2M4kXb8f4D87rPVfpp8f4D87rPVfpo+zjDYziRd7cbwI/87Ut9KFx+7Gu6jwmkqrChxKnlcdkb7xvPU08Y/VTLU435DYyCRd2KYTNTO0Zoyy+w7Wu9Fw1FcKsmnyhScwqfgKDEqm9iynMbD50twPtaHesEW05azcBgFt9VVNH0Yxf70X2liy8vO7yMvDo/WNJIA1k6gvoHLaIRPp6ZvJp6aGMdYFvYGrEcmJ4o6ynfOdGJk0T3kAniseHEWGs3tbtWyYvlhglRM+Z9VVBz7XDYtQs0AWuw7gjBOMJXIJptcEMi7fj/AAH53Weq/TXm3FsDdqGITsPnwPI7dGNbfs4yWxkeisNPk5HUAmhraaqIF9AODX29G58bKFrKN8LyyVjmOG0OHiOcdIVIZIy/ixWmuz0IvZBEXua0bXODR1uNh7VL41Pg9HM+nqKqq4WPRD9GMFty0O1WYdxG9cnljDs6ot9EIi7fj/AfndZ6r9NPj/AfndZ6r9NT+zjO7GcSLt+P8B+d1nqv01+jHsB+d1Y/0v00fZxhsZwopWnmwic2hxQMP+fG5g+s4NC6MRyVniZwjQ2aK1xJC7SFue223SLjpTxzwl0zji0QS562iZK3RkaCN3OOo7l0IqtX2cKViWETUrhLC91mnSa9hIfGRvJGzrHgtYza53xMW02IlrJDYMn1Bkh5pRsY7zth6N9cVUyjyb1GSBvS6Mb+lg/DuWLNp/MSkZ+z6vRYHmgzomJzKKufeI2bDM464zsDJCdsfM48nYdXJ3xYioREQAWT5cZS/CZeCjP7mM7tj3Da7qGwdp3i1szjY58GptBhtJNdg5w23HcOwgdbhzLJIti1afFf5MnOXg9z33XgiL0EqJBERBwKQxubgMBrHg2dPLFCDzgEOI7W8IFHrxzuT8FhmG0/946Wod/T4SnuWbVOoUUx9mRIitua3J2OvxGOGYExaMj5ACQdFrDbWNY4xavOLFSRbccAwH5rVn/VP/cXi/JzAXavg9YzpEgPteVX4MnoXcjE0WuVuaukqQfiyscZQCRBUgAv32ZIABsvuPSRtWUVVO6N7o5Glr2Oc1zTta5psQekEFTcWnTGTsv2Q+cyWC1PX3qqN1mkP4z4h5UbjrNvJvu1W33LKLCRA5ron8JBK3hIZBrDmkA7ecXHYQegYUtqzTTmvw2aidrfTSxSRE7mSuIc0dAs8/THMrYMuyX+hJxtEXntn4OHDaW9iyB0z29MpAHi2RZSr9nwr+FxaZo5MLIoh2MDj9p7lQVFu3Y6CLSM22RtHU0dRV1xm0I5I4mCIgG5ALto18tnNaxVg/ZLAuav+sxNHHKStI42kYui2Z2RmBO1B9fH512G3ZolUfOFkX8XOidHMJ6edrnRSaOieKRdrhzjSbr38w2LkoSj2gTT6KnFIWkOaS1wIIINiCNYII2FbPm7yqdi0bsPrXaVQ1jn007uU4tGtjztcba77wDfWATiytOa6YsxaiLdvDNb2Ou0+BK5GTi7R1qzUcjqQvroWkcl5cejgwXa+1oCxzK7EPhFbUzA3Ek0rmnzS86NujRst4jkFPPitSP5EVS5vpucS23a0hfOCvqZbpL9CQVIIi3N2ROEUsVOyrp53zup4pJCyU203N421wtxg7VbZZRjFydIZujDEW3fEGA/Nav1v6i5p8hcFn1RVFVSvOwyBr2A+cAL2+kE7w5F4ObkY0pvJfKyqw+TTpZnM1guYdcb+h7DqOoWvtG4hdGW+R02GStZKWvZIC6KVnIkbzjmIuLjpG0EFVxSGN8hqoMWpXVtKwRzxW+FQDdf5bOg2Jvvsd4N4JVLNJjppMTg1/u5nCCQbi2Q6Iv1O0T2FX7KGh4CpliGxrzo+ieM37JC36XI5La/BHJGuSOREWsmVDK/AhYzxDpkaPvD8e/nWq5i8vjUs+A1L7zRtvC47ZI2jW0ne5vi30STWSFQK9kmH1jJYCWlrhJEeax5J5xuI3g9KwanFX5ItCXg+w0UXkvjbK2lhqY+TKwOtfku2OaekOBHYvxZChlGcfE+Gr3tB4sQbE3rGt3bpEj6IUM0WXLPPwtRI/y5ZH97i5da9bHGo0Z27YREVBQiIgD9awkgDaTYdZURn5qR8YRwNPFp6eGO3MTd33XM7lbMlKbhKyBv+Y1x6mcc/dWW5xcQ+EYnWSbjPI0dLYzoNP1WhYdY+UiuMri1TMdDoNxGq3xUwjaemUkjxjb3rK1s+QcHA4A9x21VVYejGB/VG7vWbGrkkUk6RzhEReuZj30MxZIx7dTmva4dYIVVz307WYxUaOrSETj1mJt++1+1XXJykM1VCwb5Gk+i06TvAFZvnRxIVGK1cg2CUxjqiAjuOg6F+1YdY+UWxlWWvf2bXH4ZU83we56xI23tKyFaxmevT0GLVuzQg4OM+foPNu8xd6xlDOcpa/4RV1E17iSaV46nPJHgQo1EQBt+Bw8BgNGy1nVEss5HOAS0Hu4MqPViyug4BtHS/N6WJp9Iix7eID2qur1NOqxohN8henPJJoUOFQ7yyeU84Diwt79I9y6I4y4ho2kgDrJsFDZ+asHEWwtPFp6eGK3MSC/2Pb3KWrfCQ2MzdXnMrQmXF6fmj4SR3QGxm32i1UZanmNh0BiNVvipuDafOlJI8Yh3rClboqWDLSu0cHrpb2NXVtY3XYkB/C91g8d6wxazndm4LDsNpx8sS1Du22h4Pd3LJk+V3NnI9Elk1QfCKunhtcSTRMPU54B7LErbMuqnTrZbbG6LB9Fov9rSWf5j6DhcWhceTC2WV3UGFo+09qs9bUcJI+Ty3vf9ZxP4q+kX5NiZHwelERbyJ784TeEwCFztsVZosO/Rcx5IHRr+yFjK17O1NwOFYfTHlSvkqT0AAht+sS/ZKyFeTldzdezTHo6sLcRNEW7RIwjrDhZb1nEH+/SejH9wLGsgaA1GI0kYF7zxE+ixwe77LStayzqeErZ3DYH6P1Ghp8WlW0i/N/oTJ0QqIi9AiFBZZUXCU5cBxozpDqOp34HsU6vVVxacb2nY5rh3iyWcd0WjqdMsH9m7Gi6KppHHkObMzXufxXgcwBaw9byizHNrlB8Bqny3tpQuZ3vY7+lfq8c0k/A3Rl0TtDnNPWLhSa8cr6Q0+IVDdwlLx6MnHFux1uxeS9fG7RmYRETnAiIgCx5EyiJ9RUu5NPTTSnrA9wcvn+R5cSSbkkknnJW410/AYHiEu+UxU7em5Gl9l7u5YYvM1LvIy8Ogt4rIPg+GYZTjV+4Mzh50xD/a56whtri+zfb8FtmJZ0sJnc10lHVktY1jbOaAGtvYWEnSUuGajO2dkrVHCv0Ly/2hYMNlDVnrk90i46nPAyIH4Bh0ELt0krjI8dWoWPaQtb1cfCZP42WerrRg1HJVTWbVzNdHSxHlC+2RzdwGo9w2uWBucSbnWSu7G8ZnrJTNUyulkOrSduA3NA1NGs6gANa4FinNzlbKpUqC2/KjDDheTDKd40ZqmSMyDYQ9x4Ug9LWRNafRUBmqyPaAMTrhaniN4WHbPKOTYHa0EdpHMCpTP3iz3wYfG88Z7ZKh7ebT0dADoALx2JdrqwsxtTeROH/CMQpIrXDp4tIeaHgu+yCoRaJmIow/FBI7ZBDNMe4R/wD2Lh0uuWdTwlbOdwfofUAafEFQq85pS9znna4lx63G59q8F7MVSSMzJfJGl4Ssgb54cfocf+lZTnAxD4RiVXLe4M8gafNY7Qb9loWxZFyiE1NU7ZT000naBceDXL5+c4k3OsnasGrdzorjXB+LaM31KYsCeRyqurDG9LWWt9pj+9Yuvo7JzDtCDBaUD5Pwl46XfvtfaXhRxfzT9c/8Gl0Ztn2qgcSELTxaeCGEDcNRf7HjuWdKey7xD4RiNXLe4dPKGnzWuLW/ZaFAqYxq2ZKHg4cSqrWLIGwsd0yk3setrO8LpUVm/wAuaGioZKWqgqJDLLwjjGWgWAZoi+mDqLL9qmP9oOC/Mqz1g/7q1YM0cadk5xbZ4KZydwThyZJTwdNHd0srjZoa3WQHHfYdm3mvBzZ0cOj/AOHwsvPPPLcD6PGuqflfnBrMRHByubHALWhiGjHq2aWsl27abC2oBPPV8VFHFj9nhnJyoGI1z5mC0TQIoRa1o2E2Nt1yXOtu0rblVkU5kfkvPiVQ2CAdL3kcWNl9bnfgN51LEVL1mPwsRGoxOVvEp2GOK/ypnix0TzhpDf8AV611veXElxuSSSeck3KnMenhhiioKT/h6cWLtV5ZPlOJG3WT0XJ3AKBXpabHtjb7ZCbthERaBAvx5sCeYH2L9UdlDU8HTyu3lpaOt2r8fBck6TZ1FCwTC31EhYwEkNLtXMCB+IX4tM/s74KJqmpmeLsZE2PXs0pHh3gIj3ovGNJdM8+Cn91VtGr+FJ0ayWE9pcL9LVRMPm0m23jV2bl9CYph7KiF8MguyRpaefXvHMQbEHnC+eMWw6ShqXwybWnUdz2HY4dBHcQRuW7TZOKZKa8nai8Y3hwBGwryWwkEROpADOpNwWD0EGx000s56QwEC/ZK3uWQLTs/U9qumpgeLT0sbepzib/ZDFmK8eb3SbNKVIItGzOYHTzurJ6qFs0VPBfQdsL3G7dY2G0bh9JW/hML/wAHh9c78iaGKc+YoHJLswpFuvCYX/g8PrXfkXtZiNCz+HhFGDuL2tf7WJ/rZPX9C74mJ4VhE9S/Qp4ZJXatTGF1r+VYcUdJ1LT8nc2MVHoz4w9t+UykjcHOf/8AK4G1r7gbbLu3KyVGWVSW6EZjgZ5MLA3xNyOyyr8khcS5xLidpJJJ6ydqrDSP/JivJ6JXFsVkrZWNsGMu2OKNvJjBIaABz7NfsGpUvPrWh+KvjHJgihhH1eE1est2KyUNSYpGSAAlj2vAOwlrgdfcpevxHD55HSzYVE+R5u5xmdcnp4ifPilKlBcI5CSXZgS1rM3BwdDidSd7I6dp6X30vvsU3wmF/wCDw+td+ReysxeH4MaalpGU0bpOEeGvLtJwAG9otsb3BRhp57la4Hc1RCoiL0SBJYnPwGBV0mx0z4oG9IuC630XP7lhy3mkxiH4MKaqpGVMbZDI0OeW2cQRcgNNzYu19K9fCYX/AIPD6135Fgy4ckptpFoySRieHUhmljibypHsYOt7g0e1fTWIVYhrKuYDiUNE7R6xHpADsLgqvSVuHRPZJHhMLXsc17XCU3a5puCOJtBAXrynxNwwjEal1g+qmjhHVpBzgPoOcOxJ8cscW5fo7uTaowkm+sr8RdmDUPD1EMI/myxx/XeG/is45xovoXHqLCqad8IwqF+hojS4RwuS0HZonZe23co/hML/AMHh9a78istPkatIXejCl5RsLiA0Ek6gALknoAW7MqsNbycHpvpP0vAsXVDlYYRakpaSmH+XEAfCw7wmWmyejm9Gd5LZqqyp/eVI+B041uknGi63mRmx7XaI16iVf311PR05o8NaWxn+LM7+JMbWNzYEDu5gANsbiOKTVBvNI5/MCdQ6mjUOwLjWnFplHmXLElO+giItJMIiIAKlZc4jpObC06m8Z3pEah2A+KsePYs2nj0tRebhjec856AvRmdyOdiNZw8wJp4XB8hI1SSbWs6dfGd0avlBZNVlpbEUxx8mzZnsmzQ4bGHi0s376QHaC8DRaQdhDA2457oruiwFgqxl3km2vh4tmzsuY3nYedj/ADT4HXzg2dF1Np2gas+ZmufTyOjlaWuabPYdrSP/AHqIUox4IuNYWtZcZFR17dJto6hos2S2pw8mS21vTtHeDilXTzUcropmFjhtadhHO07COkL0cWZSRCUaJJSWTdNwtVAznkYT1NOkfAFRFPUNeNR7N4VrzfstUulIJ4GGWSwFyTYNsANps4quSVQbOJcmR50a/h8VrHjZwpj9UBH/AEKrKaqMn657nPdSVRc4lxPASayTcnk85Xr/AGZrfmdV6iT8q8g0GnZuIeBwOpkIsaipbG087Y2tPt4Qdi9SmpqQ02E4bTOBa4sfM9pFiHPOkA4HYRwjh2KFXpaZVjITfIREWgQIiIAIiIAIiIAIiIAIiIAL1515uCwrD4N8sk1Qfo8Vt+tsvgV7Lcy9OezC6mSrhihp55I6emijuyJ7m6WsmxAts0e5ZNW/xSKY+zJleMy+H8Ni9NquI9OU9Ggw6J+uWKu/szW/M6r1En5VpOZfBpqU19VNDLEY6YsZwkbm6RedLi6Q1kGMDV5XSsKVuix2YvU8LPLJ5Uj3DqLjbwsuNAi9lKuDMEREHAiIgAiIgAuLFsUZTs0nnX8lo2uPR0dK4scyijgu1tnyeTfU30j+G3qUXkjkhWY1OSDoxggSTOHEYNui0fKdY6mjn1kXus+bUKHC7KRhfZ6MnMBqcarNBmoai95B0IY7+J22btJ7SPqfJzA4aGnjp4G2YwW17XHe5x3uJ1n3L0ZKZNQYdA2CmbZo1ucdb5Hb3PO8+A2CwUyvObbdssERFwAiIgAorKHJ6Ctj4Odl7clw1PYedjt3VsO8FSqLqddAYHlVkPU0BL23lhGsSsGto/zG7W9esdWxR+C5RyQP02PLHWtpNtrB3OadRGody+jCqPlPm0pqm74f93lOvij924+dHuPS23TdaYajxIm4einsy0rCLipJHox/lXl+2Nb84d9SP8qreOZL1lASZYzoD+bHxoz1m3F+kAuKDFPKHaPctUfjfhCOydxHEZZ36czy91gLm2oDcANQ2lcq9cNQ13JIPRv7l7FZV4FCIiDgREQAREQAREQAREQAREQAU5HlfWgACodYatbWE9pLbntUGi44p9o7ZPftjW/OHfUj/KuevykqpmGOWZzmG1xZovbn0QLqJRcWOK8ILYRETHAiIgAija/HoIr3fpO8lms9u4dpVaxDKyV/FibwYOoHlPPVuHYFKeaEe2MotltxDEY4BeR4bzDa49QGsqn4plRLMeDgDmBxsLa5HE6gBbZfmGvpVhyWzS4hXOEk4NNEdZfNcyOHmx8onZytEWOolblkbm9osNAMMenLvmks6TX5OqzB0NA6brHk1MpcLhFVBIyjIDMtLMWzYjpRR6iIQbSv3/vD/LB5uVt5O1bzh9DHBG2KFjY42izWtFgB1D2rpRZhwiIgAiIgAiIgAiIgAiIgD8IVRx7N1RVN3BhgeflRWaD1s5J7gelW9F1Sa6BqzD8azW1kNzCWVDfNOg/6jjbucepVOd89O7QlbJGfJlYQezSFyOpfTi9NVSskaWyMa9p2te0OB6wdSvHUSXYjgj5uixbym93uK6o6+M/Kt16lrmKZs6Ca5bG6Fx3xOIH1Ddo7lU8RzOyC5p6pruZsrC09r2k3+qFeOpQjgyrtcDsIPUv1ftdm8xGE6oNMeVE9p7gSHeChaqGqg/ixzx2/vI3gd7hZWWaLF2smUUAzGX87T2e5e1uNnewdhITfIjlE0iiRjg3sPePcvIY4zyX+HvXd8QpkoijfjuPmf3D3r8+PIvP7h70b4+wpkmiizj0XM/uHvXrdlDH5D/D3o+SPsKZMIoF+Ug3Rntdb8F6JMpX7mNHWSfcleWHs7tZZUVNlyimJsHNB5mtF/G66abCsRqf4cFW8HeI3tZ9YgN8Uj1EUd2Mss1Qxmt72t63Ae1RtTlFAzY4vPmj8TYLpw7NDic2t8cUA55ZQT12i0vGytuFZiWDXVVj3bOLDGGfbeXX7goy1T8DLGZlV5Wu/lsa3pcbnuFgPFemhw7EMRNoYp5gbi7W6MQ6C7UwdpX0Vg2bbDaaxZSse4W4015Dcbxp3DT1AK2NaALAWA3BZ55pS7Y6ikYNk7mJmfZ1bO2Jv93Dx39Re7itPUHLVsmMhKGgsaeBun/ev48nY53J6m2HQrIikMEREAEREAEREAEREAEREAEREAEREAEREAEREAEREAEREAcFZglNN/Fp4JPTiY72hQ9TkBhz9tJGPQ0mfcIX6i6pNBRS8fyIooidCEj/VlPtesxxqmbG8hgsOsn2oivjbfYjRGFeJRFUU8SrDkzhUUxtI3S+k4fdIREkujqNPyezd4dILvpy49M01u7hLK1U2QGGs2UNOfTYH/fuiLO2xybpMOhiFooo4x5jGt+6F1IiU6EREAEREAEREAEREAEREAEREAEREAf/Z"/>
          <p:cNvSpPr>
            <a:spLocks noChangeAspect="1" noChangeArrowheads="1"/>
          </p:cNvSpPr>
          <p:nvPr/>
        </p:nvSpPr>
        <p:spPr bwMode="auto">
          <a:xfrm>
            <a:off x="63500" y="-144463"/>
            <a:ext cx="1800225" cy="18002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nl-NL">
              <a:latin typeface="Calibri" pitchFamily="34" charset="0"/>
            </a:endParaRPr>
          </a:p>
        </p:txBody>
      </p:sp>
      <p:sp>
        <p:nvSpPr>
          <p:cNvPr id="9220" name="AutoShape 5" descr="data:image/jpeg;base64,/9j/4AAQSkZJRgABAQAAAQABAAD/2wCEAAkGBhASERMQEBQSEhASGBQUEBcTFRAXEhkXFhQXFxUUFRUXHCceFxojGRYWHy8gIygpLDAsFR8yNTAqNSYrLCkBCQoKDgwOGg8PGikkHyIzKzUsKiw1LykuKSwtLCwtLSwpLCwsLCwsLCwsLCwsLCksNCwsLCwpLCwsLCwsLSwpLP/AABEIAHMBtQMBIgACEQEDEQH/xAAbAAEAAgMBAQAAAAAAAAAAAAAABQYDBAcCAf/EAEgQAAEDAQQECAcPAwUBAQAAAAEAAgMRBAUSIQYxQVETImFxgZGSsQcyU3Kh0dIUFRYXMzRCUnOCk7LBwvAjJINDYqKz4VRj/8QAGgEBAAMBAQEAAAAAAAAAAAAAAAIDBAEFBv/EADcRAAIBAgMFBQcDAwUAAAAAAAABAgMRBBIxEyFBUWEFFBWh0SIyUnGBkbFCwfCC4fEjJDM0Y//aAAwDAQACEQMRAD8A7iiIgCIiAIiIAiIgCIiAIiIAiIgCIiAIiIAiIgCIiAIiIAiIgCIiAIiIAiIgCIiAIiIAiIgCIiAIiIAiIgCIiAIiIAiIgCIiAIiIAiIgCIiAIiIAi5kdM7b5QdiL2U+Gdt8oOxF7K8bxmhyl5epn7xHqdNRcy+Gdt8oOxF7KfDO2+UHYi9lPGaHKXl6jvEep01FzL4Z23yg7EXsp8M7b5QdiL2U8ZocpeXqO8R6nTUXNYdLbe9wY19XOIDQGRVJOoeKr7DKYYQ60yAlorI8gAV3AAdA2la8NjoYi7imktW7W/JOFVT0N1FS7f4QsyII6j60hOf3R61pfGBafqw9mT21VLtXDRdr3+Rx14I6Ci578YFq+rD2X+2nxgWr6sPZf7aj4th+v2ObeB0JFz34wLV9WHsv9tPjAtX1Yey/208Ww/X7DbwOhIue/GBavqw9l/trdubTK0zTxxFsVHmjqNfWgBJpxtwUodqUJyUVe76HVXi3YuqIoi+7XbGOb7libI0g48Ww1FPpDlW+pNU45mm/lvLW7K5Loqt76Xt/80f8AP8iyaMaRz2mR7JGsDWNqSwO8bEABXERqxdSzRxsHNQtJN6XTRBVFe28sqKnx6TW6SSVkEUTxG4g6waYiBWrxuWf30vb/AOaP+f5FxY6D0jJ/JM5tVyZaUUBft+TWezRS4WcK4tbI11S0EsJcBR28bys2jN+m0xuLwGysNHgVpn4pocxtHO0q1Ymm6my42uSzq+UmUUJpJfclnMOAMPCOwuxB2rLVQjevulN9Ps0TZIw0kvwnEHEUwuOwjcuzxMIZ7/ptf6hzSv0JpFVRfF6UDvc0ZaRXLXTmEhPoW1c+lzZX8DMwwzagHVoTuzAIPIVXHGU21F3V9Lpq5xVFoWBERbCwIiIAiIgCIiAIiIAiIgCIiAIiIAiIgCIiAIiIAiIgCIiAIURAcYITCuzovnvBP/Ty/uZO7dTjGFKLs6pem+kGuyxH7Yj0M/U9W9ZsT2ZHD03OVTy1f3IToqCu2UtEVg0R0f4eThHj+jGc9znaw3m2noG1eXRoyrTUI6spjFydkTmhOj+BvumQcdw/pg/Rafpc57udRend7F83AA8SKhdyvIr6AQOkroCp14aCSSyyS8K0Y3OdTC7IE1A17l9LisLOGGVGgr8zZODUMsSkIrf8XUnlmdh3rT4u3+WZ2HeteJ4bifg/HqZtjPkVBFb/AIu3+WZ2HetPi7f5ZnYd608NxPwea9RsZ8ioIrf8XUnlmdh3rT4un+WZ2HetPDcT8H49RsZ8ioK46BXOcRtLxRoBbFXaT4zhybOk7lvXfoDCwh0rnS02Uws6RUk9as7GAAAAADIAZAAagAvUwHZk4TVSrw0RdSotO8j0iLRvm9W2eJ0rszqYPrOOofzYCvenNQi5S0RqbsrsiNLb3cMNkgzmmyNNYadnIT6BU7lK3HdDbNEI25nW873HWebYOQKJ0TulxLrZPnNNm2uxp28lRq3Cm9WZY8NB1JOvPV6LkvV8SuCu8zKBcd+xWae1GXFx3kNwiup7694U58PbJ/8Ap2P/AFaGiMDXWi2YmtdR+WIA/wCpJvVq974vJx9hvqWXBxrukskkld6q/F9SFNSy7mV7wgmtmjO+Qf8AW9a9u/s7ay0DKC0Cku4E0xHro7tLY8IXzZn2g/63qWvq6xaLO6P6VAYzucBl16uYlKtJzrVHH3o5Wvmr/nQSjeTtruIbTrXZftD+1evCH83Z9p+x6gLXeZlhsrH/ACkMhY8HXQYcJPQKc7Sp/wAIfzdn2n7HrPOqqtOvNcVH8EHLMpP5FksfybPNb3BVzTu7wYmzjKSNzRiGvCTTXyOoR0qx2P5Nnmt7gq/p5bWtgEWt8jm0G2jTUnrAHSvSxmXu0s3Lz4eZdUtkdybum1mWCKQ63saTz0z9NVtrTueymKCKM62saHc9M/TVbi1U75Fm1sixabwiIrDoREQBERAEREAREQBERAEREAREQBERAEREAREQBERAEREARFr3hbmQxulkNGtHSdwHKTkuSkoq70GhG6UX8LNFxfln1EY3b3nkHfRcye8kkkkk5knWSdZK2r0vJ88rpX6zqGxoGpo5vWtVjCSAASSQABrJOoBfGY7FvE1N2i0/nU86rUzs27pux9olbEzbm47GtGtx/mshdVsNiZDG2KMUa0UG/lJ5Sc1G6MXCLNFnThX0Mh7mjkHfVTK+g7Owfd4Zpe8/Lp6mqjTyq71C0L4viOzR8I/PYxo1uO4etb65ppneBktLm14sXEbz63Hry+6Fdj8V3elmWr3IlVnkjcW/TO1SE4XcE3YGAelxzPoWj7/Wry83bf61oIvkZ4mrN3lJ/cwOcnxN/wB/rV5ebtv9ae/1q8vN23+taCzWSyPleI42lz3agO87hyqKq1W7KT8xeRdNBLVPIZXyyPe0YWtxOcRU1JpXkp1q3KPuK6RZ4WxDN2t53uOs82ocwCkF9phKcqVGMZ68T0aaaikwiItRMKraV3HaZ5Y3RBro2NFA8imLESat21Ab1K0rVvC9IoAHTOwBxoMnHOldgKz4mlCpTcajsvsQmk1ZlewXxvh/4epb9zC8OE/ujHweE+LhriqKahuqsnwvsXlR2ZPZWWyaSWWV4jjkDnurhGF41AnaNwKy01RUlas30zJ3IJRv73mV6C5bxhlmfBwYEriTUtOWJxbrGXjLZw3xvh/4epS9p0mskb3MfIA5po4YZMj0BYxpdYvLDsyeyq1Sw8PZVZrpmRzLFbs3maukV02i0WWJgwmYFrpMwBXg3B1OkqwsGQCx2a1Mkbjjc17TtaQR6FlXoU6UYyc073t5Fqir3KdfmiMr7SJoQ3A4tc8E0o4HjU59fPVSml10S2iFrIgC4PxGpplhcP1C2J9KLIxzmOlAc0kOGF5oRrGQUlDM17WvaatcA5p3gioKyxw+HltIwfva2a3ehBQg7pcSrsgvegaHQtAAAPF2dBWe6tFHCX3RapOGmGbdeEEajU66bMgApi8L3hgw8M/Birhyca0pXUDvCXffEE+LgXh+GmLJwpWtNYG4pGhQVRRlNya0Td/IKEb2bubiLHaLQ1jXPecLWglxOwBR1n0nsj3NYyUFziA0YZMyecLZKrCDSlJJsscktSVRad4XvDBh4Z+DFXDk41pSuoHeFp/C+xeVHZk9lRlXpQdpSSfzRxyitWTCKNsekVmleI45A55rQYXjUKnWNy8RaUWRzgxsoLnENAwyDMmgGY3p3ilrmX3QzR5kqixWm0sjY6R5wsaKuOeQ6Fp2LSCzTP4OKQOfQmlHjIa9YU5VIRkotq74HbpbiRRa1vvKKFofK7A0nCDQnOhNMhyFebvvWGcEwuxhtA7Jw184CbSGbJdX5cRdXsbaLRvC+oIPlXhpOoZl3PhFStGLTOxuNOELfOY8Drpkq5YilB5ZSSfzOOcVubJxF5jka4BzSHNOYIIIPKCFoW7SCzQvwSyBrqA0o85HVqCslUjBZpNJHW0tSRRQ/wALrF5UdmT2VIWO8IpRiie14GvCa05xrCjCtTm7Rkn8mcUk9GbCLVvC9IoAHTOwBxoMnHOldgKXfecU7S6J2NoNCaOGdAaZgbwpbSGbJdX5cTt1extIo+3X9Z4XYJZA11K0o4mnQDRbFht8czccRxMqQDRw1a6VAquKrByypq/LiMyvY2ERFYdCIiAIiIAiIgBK5tpbpB7okwMP9GM8X/cdRf8AoOTnU1ptpDhBs0Z4zh/VI2NP0Oc7eTnVGXzfauNu9hD6+hjr1P0oK66EaParVIPsQfS/9B17lTI3AEEgOAIJBrQ8hpnRWVun9oAoI4QBkAA+n5l5+BnQp1M9Xhoiqk4p3kdBRc/+MG0fUh6pPaT4wbR9SHqk9pe/4thub+xq28DoCgrRoXZXvc9wfieS53HOsmpWXRe+X2mJ0kgaCHlow1pQNadpO9Y9KNIhZmANoZn1wA6gNrj+g29C0VZ0KlHa1FePUnJxccz0MD9CLEBU4wN5fQLX+C92+UH4zVSbZbpJXYpXOe7/AHHuGodCwUXz88dQv7NFW6/4MjqR4ROiWfQ2wuzbV4GRpISOarVNWG7IYRSJjWA66DM85OZ6VF6E2Mx2VpORkLpOg0DfQ0HpU8vocLSp5I1FBJtGuEVZOwREWwsCIiAKp+EP5GLzz+Qq2Kp+EP5GLzz+QrD2h/1p/wA4lVX3GRGi+i8Vpjc97ntLXYRhw08UHaDvVjuzQyGCVszXyFzK0DsFM2kZ0byqnXPo5PaGOfEWBrThOJzga0B2A7wrLozozaLPNwkpYW4XN4rnE1JFMiBuXk4GKeS9H+r9yimtPZ+pVdJfnc/nnuCsV7aDRMhfJG+TExpfR+Ag4RUjICmpV3SX53P557gs1635bXAxTuc0GhLSwMJGyuQJCxKdGMqu1i3v3dNSu8U5XRtaC2pzbSGA8WRrsQ2cUVB58qdKv14WsRRPlOpjS7noMh0nLpVc0HuVjWe6cQe94oKamiuYNfpVGf8ACvWn9vwwtiGuV2fmsoT/AMsK9fCuWGwTnLq19dPM0QvCndlEcHvxSGpoavPK46zzldB0Ft+OzYD40RLfunjN7yPuquXK6zCx2hkkjWyy+KDWvEFWbPrVX3QW34LTwZ8WVpb95vGb6MQ6V5uBlsK1OV/fW/pv/wAFNJ5ZLqSXhG/0P8n7FA6LXnwFoY45MfxH7qOOR6HUPWp7wjf6H+T9ihLXdtbDBaAPFdIx/MZHFp66j7wUsWprGTnDWNn5IVL7RtcCw6f3nhY2ztOb+M/zQch0u/Kqpo986g+0b3rfuCJ9rtbHSnEGBrnnkjADR0mlecrSuH53D9o3vVVapKvWjWejdl8lb1OSeaSkWLwi6oP8n7Fp6OaLQ2iHhHve12JzaNLKUFN45VueEXVB/k/YoW6NE5bTHwrHRgVLeNirlTc071fiFfHS9jPuW7TgiU/+V7rluunRGGCVsrJHuc2tASymYI2DlVLv6EwWuSmWF/CN6aPHfToVs0X0Wls0rpHujILC0YcVa4mnaBuUX4QrJSWOX67S087DXud6Fdi6P+0U1DI0728vQlUj/p3tYltNrePcjQ0/LFtPN8f9B1qnaO2rg7VC7ZiDTzP4p71lvm9OEisrNfBx0dz4i3P7rAeletI7q9zuhoKF0TCfPaKO9ND0rHiq0qtXbx0jl9fyVzk5SzLhYm/CJas4YvOefQ1v7ls3DL7lu509OM7E8A7SSGMB5Mh1qtaSXh7onDm58SJraby0OI7TiOhWvSuy8Hd4jbqj4Jp5gQO+i1wqOdatiI/pW7+fQsTvKUlwKldF3PtloIc451fK45mmWrlqQB/4rBfOgsbYnPgc/GwF1HEEOAzIFAKGiweDtw4SYbcLacwca94V3lIDSTqANeaiswODpVsPnmrt338jtKnGULsoWg18OZLwBNY5K4RucBWo5wD00WHTv539xn7lHaOAm1QU+u3q2+iqkNO/nf3GfuXn7SUsC0+Et32Kr3pfUk7DoPDLZ45A+Rsj2Nd9AtqRXVStOlV/Rq0vjtUWE+M5rHbi1xoQd+/oWSS/bayFkZc5kRaBHxA2rQAOK6lTlTMHapbQW5WPd7pc4ExkhrBrBp4zujV/4pxUK1anGhHK1rw5HVaUkoo3vCH8jF55/IVp6LXqyz2OaV2f9SjBtc4sbQfzYCtzwh/IxeefyFUkRSGMuo4xNdmfohzh3kNHo3q3GVpUcZKcVvt+2p2pJxqNok7qu6W3Wgl5NCcUztw3DcTSgHJyLpcEDWNDGANa0ANA1ABVbQG8IzG6CgbICXH/AHg7ecZDmpyq2r0uzKUI0tondy1f7F1GKUb8wiIvVLwiIgCIiAKK0jvwWaLFkZHVEY5d55B6htUqte03dDIayRxvIyBc1rjTdmFVVU5Qag7PmRle245DLI5zi5xJc4kuJ1knWSvK617x2XyEP4cfqT3jsvkIfw4/UvnvBaj/AFoy93fM5Ki617x2XyEP4cfqT3jsvkIfw4/UngtT4kO7PmclRda947L5CH8OP1J7x2XyEP4cfqTwWp8SHdnzIXwffN3/AGh/IxVXSq2GS1Sk6mng28zMu+p6V02zWSOMYY2NYCakNaGiu+g5gsbrthJJMcZJzJLGVJO05L0KuAnUw8KKlp5lsqTcVG5yBWDR/RKWZwfK0shGZrUOdyNGunL1LoMVhiaatYxp5GtB9AWdUUOxoxlmqSv0IRw6T3s+MYAAAKAZADVQbF9RF7pqCIiAIiIAqn4RPkYvPP5CrYsc1nY/J7WuA1YgD3rPiaW2pSpp2uQnHNGxWfB58hJ9p+xqtSxwwMYKMa1oOZwgAehZF3D0tjSjTbvY7COWNjlOkp/u5/PPcFe9J7gFpiq0DhmZxnfvYeQ9/SpR9giJJMbCTrJa0nros6x0ez1HaKbup+WvqVxpWvficy0av51llLX14JxpIDraRlipvGojdzBfdMLxE1pIYQ5rAGMpmDtJHSadC6I+wREkmOMk6yWtJ66ILuhGYjjBGriM9Szvs2rstjn9m99PIhsZZctytReD2LCMUkmKgxUwUrTOmWqqq142Y2S1FrTUxOa5hOsjJwr3Lqywy2ONxq5jHHeWtJ6yFbX7Lpyitl7LXElKgmvZ3FN0+tDXssz2+K8Pc3mIjIUporZGS2ARvFWOMgPbOo76qefY4yACxhDfFBa0gcwpkvcUTWijQGjcAAOoK6GDaxEq0mnmVrfb0JKn7bkzSuq4obPi4IEY6Yqkk5VoM+crnNwn+7h+0b3rqywMsEQNRGwEZghra9dFHEYFVHDJZKL0+xydK9rcCpeEbVB/k/Yom5NLnWaLgmxtcKl1S4g505ORdFmszH0xta6mrEAac1Vj97YfJx9hnqVdXA1XXdanOzfTojkqUs2ZMrtxaZvtE7YTG1odizDiTk0nVTkWzp1ZMdlx7Y3Nd0Hin8wPQpuOxRNNWsY07w1oPWAsr2BwIcAQdYIBHUtCw9SVGVOrK7fElkbi1JnJrksnC2iKPWHPFeYcZ3oBVx8INkxQsl2xuoeZ4p3hqscdhiaatYxpGohrQesBZZImuGFwDgdYIBHUVmo9m7OhOk3dy4/gjGjaLjzOW6L2XhLVE3YHYzzMGLvAHSul3jYWzRPidqeCK7jsPQaHoXuKxxtNWsY06qta0HrAWZX4PBLD03CTvfUlTp5FZnLI3WiwWipFHiozrge066HaDlzEKSvfTh8sRjYzg8Qo84sRodYGQpXVVX2ezMeML2te3c4AjqK1orlszTibDEDsIYyvRksq7OrU04Uqlovh/P7Feykt0XuKtoPcDw/3TIC0AERA5EkihdTdSoG+qjtOz/d/cZ+5dHWGWxxuNXMY47y1pPWQrZ9nLu6oQfG9+ZJ0fYyohoroZabBDG7I8Gwsd9V2EUPNsPIVS7ut8titBxChacMrN4/mYP6FdSYwAAAAAZADIDmCxS2KNxq5jHHeWtJ6yFKvgM+ScJWlG2/mdlSvZrVFT05tbJLNBIwgsc+oP3D6eRetCLKyWyzRvFWOeQew3Vy7VaTYYqYcDMINQMLaV30ovcMDGCjGtaDmcIAHoUlg28RtpNaWa+lhs/bzM5baoJbFaaA0fGasOxzTqPMRUEc4XSrpvNloibKzUdY2tcNbT/NyzzWSN+b2NcRqxNae9fYbOxmTGtaDrwgDuTCYOWGnLLL2Xw5CFNwb37jIiIvRLgiIgCIiAIiIAiIgCIiAIiIAiIgCIiAIiIAiIgCIiAIiIAiIgCIiAIiIAiIgCIiAIiIAiIgCIiAIiIAiIgCIiAIiIAiIgCIiAIiIAiIgCIiAIiIAiIgCIiAIiIAiIgCIiAIiIAiIgCIiAIiIAiIgCIiAIiIAiIgCIiAIiIAiIgCIiAIiIAiIgCIiAIiIAiIgCIiAIiIAiIgCIiAIiID/2Q=="/>
          <p:cNvSpPr>
            <a:spLocks noChangeAspect="1" noChangeArrowheads="1"/>
          </p:cNvSpPr>
          <p:nvPr/>
        </p:nvSpPr>
        <p:spPr bwMode="auto">
          <a:xfrm>
            <a:off x="63500" y="-144463"/>
            <a:ext cx="304800" cy="304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nl-NL">
              <a:latin typeface="Calibri" pitchFamily="34" charset="0"/>
            </a:endParaRPr>
          </a:p>
        </p:txBody>
      </p:sp>
      <p:sp>
        <p:nvSpPr>
          <p:cNvPr id="9223" name="Tekstvak 6"/>
          <p:cNvSpPr txBox="1">
            <a:spLocks noChangeArrowheads="1"/>
          </p:cNvSpPr>
          <p:nvPr/>
        </p:nvSpPr>
        <p:spPr bwMode="auto">
          <a:xfrm>
            <a:off x="468313" y="980728"/>
            <a:ext cx="8280151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4000" dirty="0" smtClean="0">
                <a:solidFill>
                  <a:srgbClr val="FF0000"/>
                </a:solidFill>
                <a:latin typeface="Aharoni" pitchFamily="2" charset="-79"/>
                <a:ea typeface="+mj-ea"/>
                <a:cs typeface="Aharoni" pitchFamily="2" charset="-79"/>
              </a:rPr>
              <a:t>ERD</a:t>
            </a:r>
            <a:endParaRPr lang="en-US" sz="4000" dirty="0" smtClean="0">
              <a:solidFill>
                <a:srgbClr val="FF0000"/>
              </a:solidFill>
              <a:latin typeface="Aharoni" pitchFamily="2" charset="-79"/>
              <a:ea typeface="+mj-ea"/>
              <a:cs typeface="Aharoni" pitchFamily="2" charset="-79"/>
            </a:endParaRPr>
          </a:p>
        </p:txBody>
      </p:sp>
      <p:sp>
        <p:nvSpPr>
          <p:cNvPr id="8" name="Tekstvak 6"/>
          <p:cNvSpPr txBox="1">
            <a:spLocks noChangeArrowheads="1"/>
          </p:cNvSpPr>
          <p:nvPr/>
        </p:nvSpPr>
        <p:spPr bwMode="auto">
          <a:xfrm>
            <a:off x="647948" y="4725144"/>
            <a:ext cx="792088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nl-NL" sz="1600" dirty="0">
                <a:latin typeface="Aharoni" pitchFamily="2" charset="-79"/>
                <a:cs typeface="Aharoni" pitchFamily="2" charset="-79"/>
              </a:rPr>
              <a:t>Een Entiteit Relatie Diagram is een zeer abstracte beschrijving van</a:t>
            </a:r>
          </a:p>
          <a:p>
            <a:r>
              <a:rPr lang="nl-NL" sz="1600" dirty="0">
                <a:latin typeface="Aharoni" pitchFamily="2" charset="-79"/>
                <a:cs typeface="Aharoni" pitchFamily="2" charset="-79"/>
              </a:rPr>
              <a:t>een datamodel. Een ERD omvat de grafische elementen die je nodig</a:t>
            </a:r>
          </a:p>
          <a:p>
            <a:r>
              <a:rPr lang="nl-NL" sz="1600" dirty="0">
                <a:latin typeface="Aharoni" pitchFamily="2" charset="-79"/>
                <a:cs typeface="Aharoni" pitchFamily="2" charset="-79"/>
              </a:rPr>
              <a:t>hebt om de relaties tussen de entiteittypen in het datamodel te</a:t>
            </a:r>
          </a:p>
          <a:p>
            <a:r>
              <a:rPr lang="nl-NL" sz="1600" dirty="0">
                <a:latin typeface="Aharoni" pitchFamily="2" charset="-79"/>
                <a:cs typeface="Aharoni" pitchFamily="2" charset="-79"/>
              </a:rPr>
              <a:t>beschrijven.</a:t>
            </a:r>
            <a:br>
              <a:rPr lang="nl-NL" sz="1600" dirty="0">
                <a:latin typeface="Aharoni" pitchFamily="2" charset="-79"/>
                <a:cs typeface="Aharoni" pitchFamily="2" charset="-79"/>
              </a:rPr>
            </a:br>
            <a:endParaRPr lang="nl-NL" sz="1600" dirty="0">
              <a:latin typeface="Aharoni" pitchFamily="2" charset="-79"/>
              <a:cs typeface="Aharoni" pitchFamily="2" charset="-79"/>
            </a:endParaRPr>
          </a:p>
        </p:txBody>
      </p:sp>
      <p:pic>
        <p:nvPicPr>
          <p:cNvPr id="7" name="Picture 2" descr="https://www.edrawsoft.com/images/examples/entity-relationship-diagram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889" y="1671771"/>
            <a:ext cx="5629275" cy="2914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6000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AutoShape 2" descr="data:image/jpeg;base64,/9j/4AAQSkZJRgABAQAAAQABAAD/2wCEAAkGBxQSEhUUEhMUFRUXFxQXGBgXFRgcGRcZFxUcGhwdFRcYHCohGBolHBcXJTEiJSkrLi4uFx8zODMsNygtLisBCgoKDg0OGhAQGywmHiQuLCwsLCwsLSwsLCwwLCwsLCwsLCwsLCwsLCwsLDQsLCwsLCwsLDQsLCwsLCwsLSwsLP/AABEIAKMBNgMBIgACEQEDEQH/xAAcAAEAAwEAAwEAAAAAAAAAAAAABQYHBAIDCAH/xABPEAABAwIBBgkGCwUFCAMAAAABAAIDBBEFBgcSITFBEyIyUWFxgZGhUmJyk7HRFBVCVIKSorLB0uMWIzNDwghTVWODFyQ0RKPT4vBzw+H/xAAZAQADAQEBAAAAAAAAAAAAAAAAAgMEAQX/xAAnEQACAgEEAgICAgMAAAAAAAAAAQIRAwQSITFBURMUInEysUJhkf/aAAwDAQACEQMRAD8A3FERABERABERABERABFyTYhG3fc8w1+Oxcr8TceS0Dr1rtMCVXrkna3a4Dt/BV+uxZjP40zW9BcAfqjWe5QVVlnTt5AfJ1N0R3usfBUjilLpCuSRdJMSYNlz1D3rllxg7md5We1OW8h5ETG+kS72WUXUZS1L/wCZo9DWtHja/irR0svIryI0uXF5d2iOoe9R1Ti8u+W31Qs2lrZHcqR7utxP4rnVVpV7F3l9qMa56n/q/wD6o6bFmnbMT9IlVNE6wI5vZPy17D8u/euV9UzyvAqKRP8AEjm47nVPM4jqJXicQlHJmlHVI4ewrjRHxoLOwY/Vt5NTP6xx9pXsZl1Xs/5gkczmRnx0b+Kj0R8UfQbmT1NnTrG8tkDx6LmnvDreCl6TO83+dSuHTHIHeDg32qjuhadrR3L0voGHcR1H3qctPB+DqmzXKDOZh8ltKR8R5pI3Dvc27fFWXD8VgnF4JopR5j2u77HUvnWXCfJd3j3LjkwyRp0m7RsLTYjq2FRlpfQyyH1Ei+ccPy4xGlIAqJHAfJmGmD2v41uohXHBs9GwVdNbz4XX/wCm/YPpHqUJYZIdSRrqKCwDK+jrdVPUMc7yHXbJ9R9nHrAsp1SaoYIiIAIiIAIiIAIiIAIiIAIiIALxkkDRdxAA2kmwUJi2UscV2x2kf0Hit6zvPQPBVHE8aLuNM/qb+Vo9qpHG5CuSRcKvKFo1RjSPOdQ958FC4hjNheaUNHNe3c0az4qlVmULzqjGgOfa73BQ73lxu4kk7STc961Q03sRzLdV5YNbqhjLvOfqH1RrPgoOtygqJdshaOZnFHhrPaVFotMcUY9IRybCIicUIiIAIiIA9tNA6R7WMF3OIa0c5JsFYzkLU73QD/V/8V6cgYA6tjJ2RtfIeoNI9rgsKxmu4eommItwssklvTeXfisufPKEqRSEU1yb1+wtT5UHrf8AxXBjOTc9MwPk0CwnR0mO0gDa9jq6CsIW5YfBwGB0EWx0rpah3SCTo3+i9vckxaicppHZQSRGIiLaSCIiACIiACIiAPxzQdRFx0rhqMIidu0T5vu2LvRcaT7OlZq8BeNbCH21jc4d/vUvgOcbEKEhhkMzB/LqLuIHmyHjt6Lkgcy7166inbILPaHDp/A7lGeBPoZTo0vJXOtRVZDJCaaU2GjKRoOPmS8k9TtEnmV9XyviOTW0xG/mu/B3v711ZLZf12FuEdzJCNsEpNgP8p22PotdvQsWTC4lVKz6eRVfIzLukxJv7l+hKBd0L7CQW2kC9nt84c4vY6laFEYIiIAIiIAIi9NXUtiY58jg1rRck7kAeVRO1jS97g1oFyTsCoWPZVumuyK7I952OeOnyW9HfzKHykykdVP3thaeK3+p/O72d5NcqKku1DUPb1rZiweWTlM7qnFLao+/3BRb3km5JJ5yvFFsjFR6JN2ERS+AYbFKJ5ah7o4aeIySFgu6wudVwdwdu3LspKKtglZEIu34/wAB+d1nqv00+P8AAfndZ6r9NQ+zjG2M4kXb8f4D87rPVfpp8f4D87rPVfpo+zjDYziRd7cbwI/87Ut9KFx+7Gu6jwmkqrChxKnlcdkb7xvPU08Y/VTLU435DYyCRd2KYTNTO0Zoyy+w7Wu9Fw1FcKsmnyhScwqfgKDEqm9iynMbD50twPtaHesEW05azcBgFt9VVNH0Yxf70X2liy8vO7yMvDo/WNJIA1k6gvoHLaIRPp6ZvJp6aGMdYFvYGrEcmJ4o6ynfOdGJk0T3kAniseHEWGs3tbtWyYvlhglRM+Z9VVBz7XDYtQs0AWuw7gjBOMJXIJptcEMi7fj/AAH53Weq/TXm3FsDdqGITsPnwPI7dGNbfs4yWxkeisNPk5HUAmhraaqIF9AODX29G58bKFrKN8LyyVjmOG0OHiOcdIVIZIy/ixWmuz0IvZBEXua0bXODR1uNh7VL41Pg9HM+nqKqq4WPRD9GMFty0O1WYdxG9cnljDs6ot9EIi7fj/AfndZ6r9NPj/AfndZ6r9NT+zjO7GcSLt+P8B+d1nqv01+jHsB+d1Y/0v00fZxhsZwopWnmwic2hxQMP+fG5g+s4NC6MRyVniZwjQ2aK1xJC7SFue223SLjpTxzwl0zji0QS562iZK3RkaCN3OOo7l0IqtX2cKViWETUrhLC91mnSa9hIfGRvJGzrHgtYza53xMW02IlrJDYMn1Bkh5pRsY7zth6N9cVUyjyb1GSBvS6Mb+lg/DuWLNp/MSkZ+z6vRYHmgzomJzKKufeI2bDM464zsDJCdsfM48nYdXJ3xYioREQAWT5cZS/CZeCjP7mM7tj3Da7qGwdp3i1szjY58GptBhtJNdg5w23HcOwgdbhzLJIti1afFf5MnOXg9z33XgiL0EqJBERBwKQxubgMBrHg2dPLFCDzgEOI7W8IFHrxzuT8FhmG0/946Wod/T4SnuWbVOoUUx9mRIitua3J2OvxGOGYExaMj5ACQdFrDbWNY4xavOLFSRbccAwH5rVn/VP/cXi/JzAXavg9YzpEgPteVX4MnoXcjE0WuVuaukqQfiyscZQCRBUgAv32ZIABsvuPSRtWUVVO6N7o5Glr2Oc1zTta5psQekEFTcWnTGTsv2Q+cyWC1PX3qqN1mkP4z4h5UbjrNvJvu1W33LKLCRA5ron8JBK3hIZBrDmkA7ecXHYQegYUtqzTTmvw2aidrfTSxSRE7mSuIc0dAs8/THMrYMuyX+hJxtEXntn4OHDaW9iyB0z29MpAHi2RZSr9nwr+FxaZo5MLIoh2MDj9p7lQVFu3Y6CLSM22RtHU0dRV1xm0I5I4mCIgG5ALto18tnNaxVg/ZLAuav+sxNHHKStI42kYui2Z2RmBO1B9fH512G3ZolUfOFkX8XOidHMJ6edrnRSaOieKRdrhzjSbr38w2LkoSj2gTT6KnFIWkOaS1wIIINiCNYII2FbPm7yqdi0bsPrXaVQ1jn007uU4tGtjztcba77wDfWATiytOa6YsxaiLdvDNb2Ou0+BK5GTi7R1qzUcjqQvroWkcl5cejgwXa+1oCxzK7EPhFbUzA3Ek0rmnzS86NujRst4jkFPPitSP5EVS5vpucS23a0hfOCvqZbpL9CQVIIi3N2ROEUsVOyrp53zup4pJCyU203N421wtxg7VbZZRjFydIZujDEW3fEGA/Nav1v6i5p8hcFn1RVFVSvOwyBr2A+cAL2+kE7w5F4ObkY0pvJfKyqw+TTpZnM1guYdcb+h7DqOoWvtG4hdGW+R02GStZKWvZIC6KVnIkbzjmIuLjpG0EFVxSGN8hqoMWpXVtKwRzxW+FQDdf5bOg2Jvvsd4N4JVLNJjppMTg1/u5nCCQbi2Q6Iv1O0T2FX7KGh4CpliGxrzo+ieM37JC36XI5La/BHJGuSOREWsmVDK/AhYzxDpkaPvD8e/nWq5i8vjUs+A1L7zRtvC47ZI2jW0ne5vi30STWSFQK9kmH1jJYCWlrhJEeax5J5xuI3g9KwanFX5ItCXg+w0UXkvjbK2lhqY+TKwOtfku2OaekOBHYvxZChlGcfE+Gr3tB4sQbE3rGt3bpEj6IUM0WXLPPwtRI/y5ZH97i5da9bHGo0Z27YREVBQiIgD9awkgDaTYdZURn5qR8YRwNPFp6eGO3MTd33XM7lbMlKbhKyBv+Y1x6mcc/dWW5xcQ+EYnWSbjPI0dLYzoNP1WhYdY+UiuMri1TMdDoNxGq3xUwjaemUkjxjb3rK1s+QcHA4A9x21VVYejGB/VG7vWbGrkkUk6RzhEReuZj30MxZIx7dTmva4dYIVVz307WYxUaOrSETj1mJt++1+1XXJykM1VCwb5Gk+i06TvAFZvnRxIVGK1cg2CUxjqiAjuOg6F+1YdY+UWxlWWvf2bXH4ZU83we56xI23tKyFaxmevT0GLVuzQg4OM+foPNu8xd6xlDOcpa/4RV1E17iSaV46nPJHgQo1EQBt+Bw8BgNGy1nVEss5HOAS0Hu4MqPViyug4BtHS/N6WJp9Iix7eID2qur1NOqxohN8henPJJoUOFQ7yyeU84Diwt79I9y6I4y4ho2kgDrJsFDZ+asHEWwtPFp6eGK3MSC/2Pb3KWrfCQ2MzdXnMrQmXF6fmj4SR3QGxm32i1UZanmNh0BiNVvipuDafOlJI8Yh3rClboqWDLSu0cHrpb2NXVtY3XYkB/C91g8d6wxazndm4LDsNpx8sS1Du22h4Pd3LJk+V3NnI9Elk1QfCKunhtcSTRMPU54B7LErbMuqnTrZbbG6LB9Fov9rSWf5j6DhcWhceTC2WV3UGFo+09qs9bUcJI+Ty3vf9ZxP4q+kX5NiZHwelERbyJ784TeEwCFztsVZosO/Rcx5IHRr+yFjK17O1NwOFYfTHlSvkqT0AAht+sS/ZKyFeTldzdezTHo6sLcRNEW7RIwjrDhZb1nEH+/SejH9wLGsgaA1GI0kYF7zxE+ixwe77LStayzqeErZ3DYH6P1Ghp8WlW0i/N/oTJ0QqIi9AiFBZZUXCU5cBxozpDqOp34HsU6vVVxacb2nY5rh3iyWcd0WjqdMsH9m7Gi6KppHHkObMzXufxXgcwBaw9byizHNrlB8Bqny3tpQuZ3vY7+lfq8c0k/A3Rl0TtDnNPWLhSa8cr6Q0+IVDdwlLx6MnHFux1uxeS9fG7RmYRETnAiIgCx5EyiJ9RUu5NPTTSnrA9wcvn+R5cSSbkkknnJW410/AYHiEu+UxU7em5Gl9l7u5YYvM1LvIy8Ogt4rIPg+GYZTjV+4Mzh50xD/a56whtri+zfb8FtmJZ0sJnc10lHVktY1jbOaAGtvYWEnSUuGajO2dkrVHCv0Ly/2hYMNlDVnrk90i46nPAyIH4Bh0ELt0krjI8dWoWPaQtb1cfCZP42WerrRg1HJVTWbVzNdHSxHlC+2RzdwGo9w2uWBucSbnWSu7G8ZnrJTNUyulkOrSduA3NA1NGs6gANa4FinNzlbKpUqC2/KjDDheTDKd40ZqmSMyDYQ9x4Ug9LWRNafRUBmqyPaAMTrhaniN4WHbPKOTYHa0EdpHMCpTP3iz3wYfG88Z7ZKh7ebT0dADoALx2JdrqwsxtTeROH/CMQpIrXDp4tIeaHgu+yCoRaJmIow/FBI7ZBDNMe4R/wD2Lh0uuWdTwlbOdwfofUAafEFQq85pS9znna4lx63G59q8F7MVSSMzJfJGl4Ssgb54cfocf+lZTnAxD4RiVXLe4M8gafNY7Qb9loWxZFyiE1NU7ZT000naBceDXL5+c4k3OsnasGrdzorjXB+LaM31KYsCeRyqurDG9LWWt9pj+9Yuvo7JzDtCDBaUD5Pwl46XfvtfaXhRxfzT9c/8Gl0Ztn2qgcSELTxaeCGEDcNRf7HjuWdKey7xD4RiNXLe4dPKGnzWuLW/ZaFAqYxq2ZKHg4cSqrWLIGwsd0yk3setrO8LpUVm/wAuaGioZKWqgqJDLLwjjGWgWAZoi+mDqLL9qmP9oOC/Mqz1g/7q1YM0cadk5xbZ4KZydwThyZJTwdNHd0srjZoa3WQHHfYdm3mvBzZ0cOj/AOHwsvPPPLcD6PGuqflfnBrMRHByubHALWhiGjHq2aWsl27abC2oBPPV8VFHFj9nhnJyoGI1z5mC0TQIoRa1o2E2Nt1yXOtu0rblVkU5kfkvPiVQ2CAdL3kcWNl9bnfgN51LEVL1mPwsRGoxOVvEp2GOK/ypnix0TzhpDf8AV611veXElxuSSSeck3KnMenhhiioKT/h6cWLtV5ZPlOJG3WT0XJ3AKBXpabHtjb7ZCbthERaBAvx5sCeYH2L9UdlDU8HTyu3lpaOt2r8fBck6TZ1FCwTC31EhYwEkNLtXMCB+IX4tM/s74KJqmpmeLsZE2PXs0pHh3gIj3ovGNJdM8+Cn91VtGr+FJ0ayWE9pcL9LVRMPm0m23jV2bl9CYph7KiF8MguyRpaefXvHMQbEHnC+eMWw6ShqXwybWnUdz2HY4dBHcQRuW7TZOKZKa8nai8Y3hwBGwryWwkEROpADOpNwWD0EGx000s56QwEC/ZK3uWQLTs/U9qumpgeLT0sbepzib/ZDFmK8eb3SbNKVIItGzOYHTzurJ6qFs0VPBfQdsL3G7dY2G0bh9JW/hML/wAHh9c78iaGKc+YoHJLswpFuvCYX/g8PrXfkXtZiNCz+HhFGDuL2tf7WJ/rZPX9C74mJ4VhE9S/Qp4ZJXatTGF1r+VYcUdJ1LT8nc2MVHoz4w9t+UykjcHOf/8AK4G1r7gbbLu3KyVGWVSW6EZjgZ5MLA3xNyOyyr8khcS5xLidpJJJ6ydqrDSP/JivJ6JXFsVkrZWNsGMu2OKNvJjBIaABz7NfsGpUvPrWh+KvjHJgihhH1eE1est2KyUNSYpGSAAlj2vAOwlrgdfcpevxHD55HSzYVE+R5u5xmdcnp4ifPilKlBcI5CSXZgS1rM3BwdDidSd7I6dp6X30vvsU3wmF/wCDw+td+ReysxeH4MaalpGU0bpOEeGvLtJwAG9otsb3BRhp57la4Hc1RCoiL0SBJYnPwGBV0mx0z4oG9IuC630XP7lhy3mkxiH4MKaqpGVMbZDI0OeW2cQRcgNNzYu19K9fCYX/AIPD6135Fgy4ckptpFoySRieHUhmljibypHsYOt7g0e1fTWIVYhrKuYDiUNE7R6xHpADsLgqvSVuHRPZJHhMLXsc17XCU3a5puCOJtBAXrynxNwwjEal1g+qmjhHVpBzgPoOcOxJ8cscW5fo7uTaowkm+sr8RdmDUPD1EMI/myxx/XeG/is45xovoXHqLCqad8IwqF+hojS4RwuS0HZonZe23co/hML/AMHh9a78istPkatIXejCl5RsLiA0Ek6gALknoAW7MqsNbycHpvpP0vAsXVDlYYRakpaSmH+XEAfCw7wmWmyejm9Gd5LZqqyp/eVI+B041uknGi63mRmx7XaI16iVf311PR05o8NaWxn+LM7+JMbWNzYEDu5gANsbiOKTVBvNI5/MCdQ6mjUOwLjWnFplHmXLElO+giItJMIiIAKlZc4jpObC06m8Z3pEah2A+KsePYs2nj0tRebhjec856AvRmdyOdiNZw8wJp4XB8hI1SSbWs6dfGd0avlBZNVlpbEUxx8mzZnsmzQ4bGHi0s376QHaC8DRaQdhDA2457oruiwFgqxl3km2vh4tmzsuY3nYedj/ADT4HXzg2dF1Np2gas+ZmufTyOjlaWuabPYdrSP/AHqIUox4IuNYWtZcZFR17dJto6hos2S2pw8mS21vTtHeDilXTzUcropmFjhtadhHO07COkL0cWZSRCUaJJSWTdNwtVAznkYT1NOkfAFRFPUNeNR7N4VrzfstUulIJ4GGWSwFyTYNsANps4quSVQbOJcmR50a/h8VrHjZwpj9UBH/AEKrKaqMn657nPdSVRc4lxPASayTcnk85Xr/AGZrfmdV6iT8q8g0GnZuIeBwOpkIsaipbG087Y2tPt4Qdi9SmpqQ02E4bTOBa4sfM9pFiHPOkA4HYRwjh2KFXpaZVjITfIREWgQIiIAIiIAIiIAIiIAIiIAL1515uCwrD4N8sk1Qfo8Vt+tsvgV7Lcy9OezC6mSrhihp55I6emijuyJ7m6WsmxAts0e5ZNW/xSKY+zJleMy+H8Ni9NquI9OU9Ggw6J+uWKu/szW/M6r1En5VpOZfBpqU19VNDLEY6YsZwkbm6RedLi6Q1kGMDV5XSsKVuix2YvU8LPLJ5Uj3DqLjbwsuNAi9lKuDMEREHAiIgAiIgAuLFsUZTs0nnX8lo2uPR0dK4scyijgu1tnyeTfU30j+G3qUXkjkhWY1OSDoxggSTOHEYNui0fKdY6mjn1kXus+bUKHC7KRhfZ6MnMBqcarNBmoai95B0IY7+J22btJ7SPqfJzA4aGnjp4G2YwW17XHe5x3uJ1n3L0ZKZNQYdA2CmbZo1ucdb5Hb3PO8+A2CwUyvObbdssERFwAiIgAorKHJ6Ctj4Odl7clw1PYedjt3VsO8FSqLqddAYHlVkPU0BL23lhGsSsGto/zG7W9esdWxR+C5RyQP02PLHWtpNtrB3OadRGody+jCqPlPm0pqm74f93lOvij924+dHuPS23TdaYajxIm4einsy0rCLipJHox/lXl+2Nb84d9SP8qreOZL1lASZYzoD+bHxoz1m3F+kAuKDFPKHaPctUfjfhCOydxHEZZ36czy91gLm2oDcANQ2lcq9cNQ13JIPRv7l7FZV4FCIiDgREQAREQAREQAREQAREQAU5HlfWgACodYatbWE9pLbntUGi44p9o7ZPftjW/OHfUj/KuevykqpmGOWZzmG1xZovbn0QLqJRcWOK8ILYRETHAiIgAija/HoIr3fpO8lms9u4dpVaxDKyV/FibwYOoHlPPVuHYFKeaEe2MotltxDEY4BeR4bzDa49QGsqn4plRLMeDgDmBxsLa5HE6gBbZfmGvpVhyWzS4hXOEk4NNEdZfNcyOHmx8onZytEWOolblkbm9osNAMMenLvmks6TX5OqzB0NA6brHk1MpcLhFVBIyjIDMtLMWzYjpRR6iIQbSv3/vD/LB5uVt5O1bzh9DHBG2KFjY42izWtFgB1D2rpRZhwiIgAiIgAiIgAiIgAiIgD8IVRx7N1RVN3BhgeflRWaD1s5J7gelW9F1Sa6BqzD8azW1kNzCWVDfNOg/6jjbucepVOd89O7QlbJGfJlYQezSFyOpfTi9NVSskaWyMa9p2te0OB6wdSvHUSXYjgj5uixbym93uK6o6+M/Kt16lrmKZs6Ca5bG6Fx3xOIH1Ddo7lU8RzOyC5p6pruZsrC09r2k3+qFeOpQjgyrtcDsIPUv1ftdm8xGE6oNMeVE9p7gSHeChaqGqg/ixzx2/vI3gd7hZWWaLF2smUUAzGX87T2e5e1uNnewdhITfIjlE0iiRjg3sPePcvIY4zyX+HvXd8QpkoijfjuPmf3D3r8+PIvP7h70b4+wpkmiizj0XM/uHvXrdlDH5D/D3o+SPsKZMIoF+Ug3Rntdb8F6JMpX7mNHWSfcleWHs7tZZUVNlyimJsHNB5mtF/G66abCsRqf4cFW8HeI3tZ9YgN8Uj1EUd2Mss1Qxmt72t63Ae1RtTlFAzY4vPmj8TYLpw7NDic2t8cUA55ZQT12i0vGytuFZiWDXVVj3bOLDGGfbeXX7goy1T8DLGZlV5Wu/lsa3pcbnuFgPFemhw7EMRNoYp5gbi7W6MQ6C7UwdpX0Vg2bbDaaxZSse4W4015Dcbxp3DT1AK2NaALAWA3BZ55pS7Y6ikYNk7mJmfZ1bO2Jv93Dx39Re7itPUHLVsmMhKGgsaeBun/ev48nY53J6m2HQrIikMEREAEREAEREAEREAEREAEREAEREAEREAEREAEREAEREAcFZglNN/Fp4JPTiY72hQ9TkBhz9tJGPQ0mfcIX6i6pNBRS8fyIooidCEj/VlPtesxxqmbG8hgsOsn2oivjbfYjRGFeJRFUU8SrDkzhUUxtI3S+k4fdIREkujqNPyezd4dILvpy49M01u7hLK1U2QGGs2UNOfTYH/fuiLO2xybpMOhiFooo4x5jGt+6F1IiU6EREAEREAEREAEREAEREAEREAEREAf/Z"/>
          <p:cNvSpPr>
            <a:spLocks noChangeAspect="1" noChangeArrowheads="1"/>
          </p:cNvSpPr>
          <p:nvPr/>
        </p:nvSpPr>
        <p:spPr bwMode="auto">
          <a:xfrm>
            <a:off x="63500" y="-144463"/>
            <a:ext cx="1800225" cy="18002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nl-NL">
              <a:latin typeface="Calibri" pitchFamily="34" charset="0"/>
            </a:endParaRPr>
          </a:p>
        </p:txBody>
      </p:sp>
      <p:sp>
        <p:nvSpPr>
          <p:cNvPr id="9220" name="AutoShape 5" descr="data:image/jpeg;base64,/9j/4AAQSkZJRgABAQAAAQABAAD/2wCEAAkGBhASERMQEBQSEhASGBQUEBcTFRAXEhkXFhQXFxUUFRUXHCceFxojGRYWHy8gIygpLDAsFR8yNTAqNSYrLCkBCQoKDgwOGg8PGikkHyIzKzUsKiw1LykuKSwtLCwtLSwpLCwsLCwsLCwsLCwsLCksNCwsLCwpLCwsLCwsLSwpLP/AABEIAHMBtQMBIgACEQEDEQH/xAAbAAEAAgMBAQAAAAAAAAAAAAAABQYDBAcCAf/EAEgQAAEDAQQECAcPAwUBAQAAAAEAAgMRBAUSIQYxQVETImFxgZGSsQcyU3Kh0dIUFRYXMzRCUnOCk7LBwvAjJINDYqKz4VRj/8QAGgEBAAMBAQEAAAAAAAAAAAAAAAIDBAEFBv/EADcRAAIBAgMFBQcDAwUAAAAAAAABAgMRBBIxEyFBUWEFFBWh0SIyUnGBkbFCwfCC4fEjJDM0Y//aAAwDAQACEQMRAD8A7iiIgCIiAIiIAiIgCIiAIiIAiIgCIiAIiIAiIgCIiAIiIAiIgCIiAIiIAiIgCIiAIiIAiIgCIiAIiIAiIgCIiAIiIAiIgCIiAIiIAiIgCIiAIiIAi5kdM7b5QdiL2U+Gdt8oOxF7K8bxmhyl5epn7xHqdNRcy+Gdt8oOxF7KfDO2+UHYi9lPGaHKXl6jvEep01FzL4Z23yg7EXsp8M7b5QdiL2U8ZocpeXqO8R6nTUXNYdLbe9wY19XOIDQGRVJOoeKr7DKYYQ60yAlorI8gAV3AAdA2la8NjoYi7imktW7W/JOFVT0N1FS7f4QsyII6j60hOf3R61pfGBafqw9mT21VLtXDRdr3+Rx14I6Ci578YFq+rD2X+2nxgWr6sPZf7aj4th+v2ObeB0JFz34wLV9WHsv9tPjAtX1Yey/208Ww/X7DbwOhIue/GBavqw9l/trdubTK0zTxxFsVHmjqNfWgBJpxtwUodqUJyUVe76HVXi3YuqIoi+7XbGOb7libI0g48Ww1FPpDlW+pNU45mm/lvLW7K5Loqt76Xt/80f8AP8iyaMaRz2mR7JGsDWNqSwO8bEABXERqxdSzRxsHNQtJN6XTRBVFe28sqKnx6TW6SSVkEUTxG4g6waYiBWrxuWf30vb/AOaP+f5FxY6D0jJ/JM5tVyZaUUBft+TWezRS4WcK4tbI11S0EsJcBR28bys2jN+m0xuLwGysNHgVpn4pocxtHO0q1Ymm6my42uSzq+UmUUJpJfclnMOAMPCOwuxB2rLVQjevulN9Ps0TZIw0kvwnEHEUwuOwjcuzxMIZ7/ptf6hzSv0JpFVRfF6UDvc0ZaRXLXTmEhPoW1c+lzZX8DMwwzagHVoTuzAIPIVXHGU21F3V9Lpq5xVFoWBERbCwIiIAiIgCIiAIiIAiIgCIiAIiIAiIgCIiAIiIAiIgCIiAIURAcYITCuzovnvBP/Ty/uZO7dTjGFKLs6pem+kGuyxH7Yj0M/U9W9ZsT2ZHD03OVTy1f3IToqCu2UtEVg0R0f4eThHj+jGc9znaw3m2noG1eXRoyrTUI6spjFydkTmhOj+BvumQcdw/pg/Rafpc57udRend7F83AA8SKhdyvIr6AQOkroCp14aCSSyyS8K0Y3OdTC7IE1A17l9LisLOGGVGgr8zZODUMsSkIrf8XUnlmdh3rT4u3+WZ2HeteJ4bifg/HqZtjPkVBFb/AIu3+WZ2HetPi7f5ZnYd608NxPwea9RsZ8ioIrf8XUnlmdh3rT4un+WZ2HetPDcT8H49RsZ8ioK46BXOcRtLxRoBbFXaT4zhybOk7lvXfoDCwh0rnS02Uws6RUk9as7GAAAAADIAZAAagAvUwHZk4TVSrw0RdSotO8j0iLRvm9W2eJ0rszqYPrOOofzYCvenNQi5S0RqbsrsiNLb3cMNkgzmmyNNYadnIT6BU7lK3HdDbNEI25nW873HWebYOQKJ0TulxLrZPnNNm2uxp28lRq3Cm9WZY8NB1JOvPV6LkvV8SuCu8zKBcd+xWae1GXFx3kNwiup7694U58PbJ/8Ap2P/AFaGiMDXWi2YmtdR+WIA/wCpJvVq974vJx9hvqWXBxrukskkld6q/F9SFNSy7mV7wgmtmjO+Qf8AW9a9u/s7ay0DKC0Cku4E0xHro7tLY8IXzZn2g/63qWvq6xaLO6P6VAYzucBl16uYlKtJzrVHH3o5Wvmr/nQSjeTtruIbTrXZftD+1evCH83Z9p+x6gLXeZlhsrH/ACkMhY8HXQYcJPQKc7Sp/wAIfzdn2n7HrPOqqtOvNcVH8EHLMpP5FksfybPNb3BVzTu7wYmzjKSNzRiGvCTTXyOoR0qx2P5Nnmt7gq/p5bWtgEWt8jm0G2jTUnrAHSvSxmXu0s3Lz4eZdUtkdybum1mWCKQ63saTz0z9NVtrTueymKCKM62saHc9M/TVbi1U75Fm1sixabwiIrDoREQBERAEREAREQBERAEREAREQBERAEREAREQBERAEREARFr3hbmQxulkNGtHSdwHKTkuSkoq70GhG6UX8LNFxfln1EY3b3nkHfRcye8kkkkk5knWSdZK2r0vJ88rpX6zqGxoGpo5vWtVjCSAASSQABrJOoBfGY7FvE1N2i0/nU86rUzs27pux9olbEzbm47GtGtx/mshdVsNiZDG2KMUa0UG/lJ5Sc1G6MXCLNFnThX0Mh7mjkHfVTK+g7Owfd4Zpe8/Lp6mqjTyq71C0L4viOzR8I/PYxo1uO4etb65ppneBktLm14sXEbz63Hry+6Fdj8V3elmWr3IlVnkjcW/TO1SE4XcE3YGAelxzPoWj7/Wry83bf61oIvkZ4mrN3lJ/cwOcnxN/wB/rV5ebtv9ae/1q8vN23+taCzWSyPleI42lz3agO87hyqKq1W7KT8xeRdNBLVPIZXyyPe0YWtxOcRU1JpXkp1q3KPuK6RZ4WxDN2t53uOs82ocwCkF9phKcqVGMZ68T0aaaikwiItRMKraV3HaZ5Y3RBro2NFA8imLESat21Ab1K0rVvC9IoAHTOwBxoMnHOldgKz4mlCpTcajsvsQmk1ZlewXxvh/4epb9zC8OE/ujHweE+LhriqKahuqsnwvsXlR2ZPZWWyaSWWV4jjkDnurhGF41AnaNwKy01RUlas30zJ3IJRv73mV6C5bxhlmfBwYEriTUtOWJxbrGXjLZw3xvh/4epS9p0mskb3MfIA5po4YZMj0BYxpdYvLDsyeyq1Sw8PZVZrpmRzLFbs3maukV02i0WWJgwmYFrpMwBXg3B1OkqwsGQCx2a1Mkbjjc17TtaQR6FlXoU6UYyc073t5Fqir3KdfmiMr7SJoQ3A4tc8E0o4HjU59fPVSml10S2iFrIgC4PxGpplhcP1C2J9KLIxzmOlAc0kOGF5oRrGQUlDM17WvaatcA5p3gioKyxw+HltIwfva2a3ehBQg7pcSrsgvegaHQtAAAPF2dBWe6tFHCX3RapOGmGbdeEEajU66bMgApi8L3hgw8M/Birhyca0pXUDvCXffEE+LgXh+GmLJwpWtNYG4pGhQVRRlNya0Td/IKEb2bubiLHaLQ1jXPecLWglxOwBR1n0nsj3NYyUFziA0YZMyecLZKrCDSlJJsscktSVRad4XvDBh4Z+DFXDk41pSuoHeFp/C+xeVHZk9lRlXpQdpSSfzRxyitWTCKNsekVmleI45A55rQYXjUKnWNy8RaUWRzgxsoLnENAwyDMmgGY3p3ilrmX3QzR5kqixWm0sjY6R5wsaKuOeQ6Fp2LSCzTP4OKQOfQmlHjIa9YU5VIRkotq74HbpbiRRa1vvKKFofK7A0nCDQnOhNMhyFebvvWGcEwuxhtA7Jw184CbSGbJdX5cRdXsbaLRvC+oIPlXhpOoZl3PhFStGLTOxuNOELfOY8Drpkq5YilB5ZSSfzOOcVubJxF5jka4BzSHNOYIIIPKCFoW7SCzQvwSyBrqA0o85HVqCslUjBZpNJHW0tSRRQ/wALrF5UdmT2VIWO8IpRiie14GvCa05xrCjCtTm7Rkn8mcUk9GbCLVvC9IoAHTOwBxoMnHOldgKXfecU7S6J2NoNCaOGdAaZgbwpbSGbJdX5cTt1extIo+3X9Z4XYJZA11K0o4mnQDRbFht8czccRxMqQDRw1a6VAquKrByypq/LiMyvY2ERFYdCIiAIiIAiIgBK5tpbpB7okwMP9GM8X/cdRf8AoOTnU1ptpDhBs0Z4zh/VI2NP0Oc7eTnVGXzfauNu9hD6+hjr1P0oK66EaParVIPsQfS/9B17lTI3AEEgOAIJBrQ8hpnRWVun9oAoI4QBkAA+n5l5+BnQp1M9Xhoiqk4p3kdBRc/+MG0fUh6pPaT4wbR9SHqk9pe/4thub+xq28DoCgrRoXZXvc9wfieS53HOsmpWXRe+X2mJ0kgaCHlow1pQNadpO9Y9KNIhZmANoZn1wA6gNrj+g29C0VZ0KlHa1FePUnJxccz0MD9CLEBU4wN5fQLX+C92+UH4zVSbZbpJXYpXOe7/AHHuGodCwUXz88dQv7NFW6/4MjqR4ROiWfQ2wuzbV4GRpISOarVNWG7IYRSJjWA66DM85OZ6VF6E2Mx2VpORkLpOg0DfQ0HpU8vocLSp5I1FBJtGuEVZOwREWwsCIiAKp+EP5GLzz+Qq2Kp+EP5GLzz+QrD2h/1p/wA4lVX3GRGi+i8Vpjc97ntLXYRhw08UHaDvVjuzQyGCVszXyFzK0DsFM2kZ0byqnXPo5PaGOfEWBrThOJzga0B2A7wrLozozaLPNwkpYW4XN4rnE1JFMiBuXk4GKeS9H+r9yimtPZ+pVdJfnc/nnuCsV7aDRMhfJG+TExpfR+Ag4RUjICmpV3SX53P557gs1635bXAxTuc0GhLSwMJGyuQJCxKdGMqu1i3v3dNSu8U5XRtaC2pzbSGA8WRrsQ2cUVB58qdKv14WsRRPlOpjS7noMh0nLpVc0HuVjWe6cQe94oKamiuYNfpVGf8ACvWn9vwwtiGuV2fmsoT/AMsK9fCuWGwTnLq19dPM0QvCndlEcHvxSGpoavPK46zzldB0Ft+OzYD40RLfunjN7yPuquXK6zCx2hkkjWyy+KDWvEFWbPrVX3QW34LTwZ8WVpb95vGb6MQ6V5uBlsK1OV/fW/pv/wAFNJ5ZLqSXhG/0P8n7FA6LXnwFoY45MfxH7qOOR6HUPWp7wjf6H+T9ihLXdtbDBaAPFdIx/MZHFp66j7wUsWprGTnDWNn5IVL7RtcCw6f3nhY2ztOb+M/zQch0u/Kqpo986g+0b3rfuCJ9rtbHSnEGBrnnkjADR0mlecrSuH53D9o3vVVapKvWjWejdl8lb1OSeaSkWLwi6oP8n7Fp6OaLQ2iHhHve12JzaNLKUFN45VueEXVB/k/YoW6NE5bTHwrHRgVLeNirlTc071fiFfHS9jPuW7TgiU/+V7rluunRGGCVsrJHuc2tASymYI2DlVLv6EwWuSmWF/CN6aPHfToVs0X0Wls0rpHujILC0YcVa4mnaBuUX4QrJSWOX67S087DXud6Fdi6P+0U1DI0728vQlUj/p3tYltNrePcjQ0/LFtPN8f9B1qnaO2rg7VC7ZiDTzP4p71lvm9OEisrNfBx0dz4i3P7rAeletI7q9zuhoKF0TCfPaKO9ND0rHiq0qtXbx0jl9fyVzk5SzLhYm/CJas4YvOefQ1v7ls3DL7lu509OM7E8A7SSGMB5Mh1qtaSXh7onDm58SJraby0OI7TiOhWvSuy8Hd4jbqj4Jp5gQO+i1wqOdatiI/pW7+fQsTvKUlwKldF3PtloIc451fK45mmWrlqQB/4rBfOgsbYnPgc/GwF1HEEOAzIFAKGiweDtw4SYbcLacwca94V3lIDSTqANeaiswODpVsPnmrt338jtKnGULsoWg18OZLwBNY5K4RucBWo5wD00WHTv539xn7lHaOAm1QU+u3q2+iqkNO/nf3GfuXn7SUsC0+Et32Kr3pfUk7DoPDLZ45A+Rsj2Nd9AtqRXVStOlV/Rq0vjtUWE+M5rHbi1xoQd+/oWSS/bayFkZc5kRaBHxA2rQAOK6lTlTMHapbQW5WPd7pc4ExkhrBrBp4zujV/4pxUK1anGhHK1rw5HVaUkoo3vCH8jF55/IVp6LXqyz2OaV2f9SjBtc4sbQfzYCtzwh/IxeefyFUkRSGMuo4xNdmfohzh3kNHo3q3GVpUcZKcVvt+2p2pJxqNok7qu6W3Wgl5NCcUztw3DcTSgHJyLpcEDWNDGANa0ANA1ABVbQG8IzG6CgbICXH/AHg7ecZDmpyq2r0uzKUI0tondy1f7F1GKUb8wiIvVLwiIgCIiAKK0jvwWaLFkZHVEY5d55B6htUqte03dDIayRxvIyBc1rjTdmFVVU5Qag7PmRle245DLI5zi5xJc4kuJ1knWSvK617x2XyEP4cfqT3jsvkIfw4/UvnvBaj/AFoy93fM5Ki617x2XyEP4cfqT3jsvkIfw4/UngtT4kO7PmclRda947L5CH8OP1J7x2XyEP4cfqTwWp8SHdnzIXwffN3/AGh/IxVXSq2GS1Sk6mng28zMu+p6V02zWSOMYY2NYCakNaGiu+g5gsbrthJJMcZJzJLGVJO05L0KuAnUw8KKlp5lsqTcVG5yBWDR/RKWZwfK0shGZrUOdyNGunL1LoMVhiaatYxp5GtB9AWdUUOxoxlmqSv0IRw6T3s+MYAAAKAZADVQbF9RF7pqCIiAIiIAqn4RPkYvPP5CrYsc1nY/J7WuA1YgD3rPiaW2pSpp2uQnHNGxWfB58hJ9p+xqtSxwwMYKMa1oOZwgAehZF3D0tjSjTbvY7COWNjlOkp/u5/PPcFe9J7gFpiq0DhmZxnfvYeQ9/SpR9giJJMbCTrJa0nros6x0ez1HaKbup+WvqVxpWvficy0av51llLX14JxpIDraRlipvGojdzBfdMLxE1pIYQ5rAGMpmDtJHSadC6I+wREkmOMk6yWtJ66ILuhGYjjBGriM9Szvs2rstjn9m99PIhsZZctytReD2LCMUkmKgxUwUrTOmWqqq142Y2S1FrTUxOa5hOsjJwr3Lqywy2ONxq5jHHeWtJ6yFbX7Lpyitl7LXElKgmvZ3FN0+tDXssz2+K8Pc3mIjIUporZGS2ARvFWOMgPbOo76qefY4yACxhDfFBa0gcwpkvcUTWijQGjcAAOoK6GDaxEq0mnmVrfb0JKn7bkzSuq4obPi4IEY6Yqkk5VoM+crnNwn+7h+0b3rqywMsEQNRGwEZghra9dFHEYFVHDJZKL0+xydK9rcCpeEbVB/k/Yom5NLnWaLgmxtcKl1S4g505ORdFmszH0xta6mrEAac1Vj97YfJx9hnqVdXA1XXdanOzfTojkqUs2ZMrtxaZvtE7YTG1odizDiTk0nVTkWzp1ZMdlx7Y3Nd0Hin8wPQpuOxRNNWsY07w1oPWAsr2BwIcAQdYIBHUtCw9SVGVOrK7fElkbi1JnJrksnC2iKPWHPFeYcZ3oBVx8INkxQsl2xuoeZ4p3hqscdhiaatYxpGohrQesBZZImuGFwDgdYIBHUVmo9m7OhOk3dy4/gjGjaLjzOW6L2XhLVE3YHYzzMGLvAHSul3jYWzRPidqeCK7jsPQaHoXuKxxtNWsY06qta0HrAWZX4PBLD03CTvfUlTp5FZnLI3WiwWipFHiozrge066HaDlzEKSvfTh8sRjYzg8Qo84sRodYGQpXVVX2ezMeML2te3c4AjqK1orlszTibDEDsIYyvRksq7OrU04Uqlovh/P7Feykt0XuKtoPcDw/3TIC0AERA5EkihdTdSoG+qjtOz/d/cZ+5dHWGWxxuNXMY47y1pPWQrZ9nLu6oQfG9+ZJ0fYyohoroZabBDG7I8Gwsd9V2EUPNsPIVS7ut8titBxChacMrN4/mYP6FdSYwAAAAAZADIDmCxS2KNxq5jHHeWtJ6yFKvgM+ScJWlG2/mdlSvZrVFT05tbJLNBIwgsc+oP3D6eRetCLKyWyzRvFWOeQew3Vy7VaTYYqYcDMINQMLaV30ovcMDGCjGtaDmcIAHoUlg28RtpNaWa+lhs/bzM5baoJbFaaA0fGasOxzTqPMRUEc4XSrpvNloibKzUdY2tcNbT/NyzzWSN+b2NcRqxNae9fYbOxmTGtaDrwgDuTCYOWGnLLL2Xw5CFNwb37jIiIvRLgiIgCIiAIiIAiIgCIiAIiIAiIgCIiAIiIAiIgCIiAIiIAiIgCIiAIiIAiIgCIiAIiIAiIgCIiAIiIAiIgCIiAIiIAiIgCIiAIiIAiIgCIiAIiIAiIgCIiAIiIAiIgCIiAIiIAiIgCIiAIiIAiIgCIiAIiIAiIgCIiAIiIAiIgCIiAIiIAiIgCIiAIiIAiIgCIiAIiIAiIgCIiAIiID/2Q=="/>
          <p:cNvSpPr>
            <a:spLocks noChangeAspect="1" noChangeArrowheads="1"/>
          </p:cNvSpPr>
          <p:nvPr/>
        </p:nvSpPr>
        <p:spPr bwMode="auto">
          <a:xfrm>
            <a:off x="63500" y="-144463"/>
            <a:ext cx="304800" cy="304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nl-NL">
              <a:latin typeface="Calibri" pitchFamily="34" charset="0"/>
            </a:endParaRPr>
          </a:p>
        </p:txBody>
      </p:sp>
      <p:sp>
        <p:nvSpPr>
          <p:cNvPr id="8" name="Tekstvak 6"/>
          <p:cNvSpPr txBox="1">
            <a:spLocks noChangeArrowheads="1"/>
          </p:cNvSpPr>
          <p:nvPr/>
        </p:nvSpPr>
        <p:spPr bwMode="auto">
          <a:xfrm>
            <a:off x="611560" y="4581128"/>
            <a:ext cx="792088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nl-NL" sz="1600" dirty="0">
                <a:latin typeface="Aharoni" pitchFamily="2" charset="-79"/>
                <a:cs typeface="Aharoni" pitchFamily="2" charset="-79"/>
              </a:rPr>
              <a:t>Een relatie wordt in twee richtingen gelezen: van links naar rechts</a:t>
            </a:r>
          </a:p>
          <a:p>
            <a:r>
              <a:rPr lang="nl-NL" sz="1600" dirty="0">
                <a:latin typeface="Aharoni" pitchFamily="2" charset="-79"/>
                <a:cs typeface="Aharoni" pitchFamily="2" charset="-79"/>
              </a:rPr>
              <a:t>en van rechts naar links.</a:t>
            </a:r>
            <a:endParaRPr lang="en-US" sz="1600" dirty="0" smtClean="0">
              <a:latin typeface="Aharoni" pitchFamily="2" charset="-79"/>
              <a:cs typeface="Aharoni" pitchFamily="2" charset="-79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NL" sz="1600" dirty="0">
              <a:latin typeface="Aharoni" pitchFamily="2" charset="-79"/>
              <a:cs typeface="Aharoni" pitchFamily="2" charset="-79"/>
            </a:endParaRPr>
          </a:p>
          <a:p>
            <a:r>
              <a:rPr lang="nl-NL" sz="1600" dirty="0" smtClean="0">
                <a:latin typeface="Agency FB" pitchFamily="34" charset="0"/>
                <a:cs typeface="Aharoni" pitchFamily="2" charset="-79"/>
              </a:rPr>
              <a:t/>
            </a:r>
            <a:br>
              <a:rPr lang="nl-NL" sz="1600" dirty="0" smtClean="0">
                <a:latin typeface="Agency FB" pitchFamily="34" charset="0"/>
                <a:cs typeface="Aharoni" pitchFamily="2" charset="-79"/>
              </a:rPr>
            </a:br>
            <a:endParaRPr lang="nl-NL" sz="1600" dirty="0" smtClean="0">
              <a:latin typeface="Agency FB" pitchFamily="34" charset="0"/>
              <a:cs typeface="Aharoni" pitchFamily="2" charset="-79"/>
            </a:endParaRPr>
          </a:p>
        </p:txBody>
      </p:sp>
      <p:pic>
        <p:nvPicPr>
          <p:cNvPr id="2" name="Afbeelding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1052736"/>
            <a:ext cx="4252859" cy="3424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372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AutoShape 2" descr="data:image/jpeg;base64,/9j/4AAQSkZJRgABAQAAAQABAAD/2wCEAAkGBxQSEhUUEhMUFRUXFxQXGBgXFRgcGRcZFxUcGhwdFRcYHCohGBolHBcXJTEiJSkrLi4uFx8zODMsNygtLisBCgoKDg0OGhAQGywmHiQuLCwsLCwsLSwsLCwwLCwsLCwsLCwsLCwsLCwsLDQsLCwsLCwsLDQsLCwsLCwsLSwsLP/AABEIAKMBNgMBIgACEQEDEQH/xAAcAAEAAwEAAwEAAAAAAAAAAAAABQYHBAIDCAH/xABPEAABAwIBBgkGCwUFCAMAAAABAAIDBBEFBgcSITFBEyIyUWFxgZGhUmJyk7HRFBVCVIKSorLB0uMWIzNDwghTVWODFyQ0RKPT4vBzw+H/xAAZAQADAQEBAAAAAAAAAAAAAAAAAgMEAQX/xAAnEQACAgEEAgICAgMAAAAAAAAAAQIRAwQSITFBURMUInEysUJhkf/aAAwDAQACEQMRAD8A3FERABERABERABERABFyTYhG3fc8w1+Oxcr8TceS0Dr1rtMCVXrkna3a4Dt/BV+uxZjP40zW9BcAfqjWe5QVVlnTt5AfJ1N0R3usfBUjilLpCuSRdJMSYNlz1D3rllxg7md5We1OW8h5ETG+kS72WUXUZS1L/wCZo9DWtHja/irR0svIryI0uXF5d2iOoe9R1Ti8u+W31Qs2lrZHcqR7utxP4rnVVpV7F3l9qMa56n/q/wD6o6bFmnbMT9IlVNE6wI5vZPy17D8u/euV9UzyvAqKRP8AEjm47nVPM4jqJXicQlHJmlHVI4ewrjRHxoLOwY/Vt5NTP6xx9pXsZl1Xs/5gkczmRnx0b+Kj0R8UfQbmT1NnTrG8tkDx6LmnvDreCl6TO83+dSuHTHIHeDg32qjuhadrR3L0voGHcR1H3qctPB+DqmzXKDOZh8ltKR8R5pI3Dvc27fFWXD8VgnF4JopR5j2u77HUvnWXCfJd3j3LjkwyRp0m7RsLTYjq2FRlpfQyyH1Ei+ccPy4xGlIAqJHAfJmGmD2v41uohXHBs9GwVdNbz4XX/wCm/YPpHqUJYZIdSRrqKCwDK+jrdVPUMc7yHXbJ9R9nHrAsp1SaoYIiIAIiIAIiIAIiIAIiIAIiIALxkkDRdxAA2kmwUJi2UscV2x2kf0Hit6zvPQPBVHE8aLuNM/qb+Vo9qpHG5CuSRcKvKFo1RjSPOdQ958FC4hjNheaUNHNe3c0az4qlVmULzqjGgOfa73BQ73lxu4kk7STc961Q03sRzLdV5YNbqhjLvOfqH1RrPgoOtygqJdshaOZnFHhrPaVFotMcUY9IRybCIicUIiIAIiIA9tNA6R7WMF3OIa0c5JsFYzkLU73QD/V/8V6cgYA6tjJ2RtfIeoNI9rgsKxmu4eommItwssklvTeXfisufPKEqRSEU1yb1+wtT5UHrf8AxXBjOTc9MwPk0CwnR0mO0gDa9jq6CsIW5YfBwGB0EWx0rpah3SCTo3+i9vckxaicppHZQSRGIiLaSCIiACIiACIiAPxzQdRFx0rhqMIidu0T5vu2LvRcaT7OlZq8BeNbCH21jc4d/vUvgOcbEKEhhkMzB/LqLuIHmyHjt6Lkgcy7166inbILPaHDp/A7lGeBPoZTo0vJXOtRVZDJCaaU2GjKRoOPmS8k9TtEnmV9XyviOTW0xG/mu/B3v711ZLZf12FuEdzJCNsEpNgP8p22PotdvQsWTC4lVKz6eRVfIzLukxJv7l+hKBd0L7CQW2kC9nt84c4vY6laFEYIiIAIiIAIi9NXUtiY58jg1rRck7kAeVRO1jS97g1oFyTsCoWPZVumuyK7I952OeOnyW9HfzKHykykdVP3thaeK3+p/O72d5NcqKku1DUPb1rZiweWTlM7qnFLao+/3BRb3km5JJ5yvFFsjFR6JN2ERS+AYbFKJ5ah7o4aeIySFgu6wudVwdwdu3LspKKtglZEIu34/wAB+d1nqv00+P8AAfndZ6r9NQ+zjG2M4kXb8f4D87rPVfpp8f4D87rPVfpo+zjDYziRd7cbwI/87Ut9KFx+7Gu6jwmkqrChxKnlcdkb7xvPU08Y/VTLU435DYyCRd2KYTNTO0Zoyy+w7Wu9Fw1FcKsmnyhScwqfgKDEqm9iynMbD50twPtaHesEW05azcBgFt9VVNH0Yxf70X2liy8vO7yMvDo/WNJIA1k6gvoHLaIRPp6ZvJp6aGMdYFvYGrEcmJ4o6ynfOdGJk0T3kAniseHEWGs3tbtWyYvlhglRM+Z9VVBz7XDYtQs0AWuw7gjBOMJXIJptcEMi7fj/AAH53Weq/TXm3FsDdqGITsPnwPI7dGNbfs4yWxkeisNPk5HUAmhraaqIF9AODX29G58bKFrKN8LyyVjmOG0OHiOcdIVIZIy/ixWmuz0IvZBEXua0bXODR1uNh7VL41Pg9HM+nqKqq4WPRD9GMFty0O1WYdxG9cnljDs6ot9EIi7fj/AfndZ6r9NPj/AfndZ6r9NT+zjO7GcSLt+P8B+d1nqv01+jHsB+d1Y/0v00fZxhsZwopWnmwic2hxQMP+fG5g+s4NC6MRyVniZwjQ2aK1xJC7SFue223SLjpTxzwl0zji0QS562iZK3RkaCN3OOo7l0IqtX2cKViWETUrhLC91mnSa9hIfGRvJGzrHgtYza53xMW02IlrJDYMn1Bkh5pRsY7zth6N9cVUyjyb1GSBvS6Mb+lg/DuWLNp/MSkZ+z6vRYHmgzomJzKKufeI2bDM464zsDJCdsfM48nYdXJ3xYioREQAWT5cZS/CZeCjP7mM7tj3Da7qGwdp3i1szjY58GptBhtJNdg5w23HcOwgdbhzLJIti1afFf5MnOXg9z33XgiL0EqJBERBwKQxubgMBrHg2dPLFCDzgEOI7W8IFHrxzuT8FhmG0/946Wod/T4SnuWbVOoUUx9mRIitua3J2OvxGOGYExaMj5ACQdFrDbWNY4xavOLFSRbccAwH5rVn/VP/cXi/JzAXavg9YzpEgPteVX4MnoXcjE0WuVuaukqQfiyscZQCRBUgAv32ZIABsvuPSRtWUVVO6N7o5Glr2Oc1zTta5psQekEFTcWnTGTsv2Q+cyWC1PX3qqN1mkP4z4h5UbjrNvJvu1W33LKLCRA5ron8JBK3hIZBrDmkA7ecXHYQegYUtqzTTmvw2aidrfTSxSRE7mSuIc0dAs8/THMrYMuyX+hJxtEXntn4OHDaW9iyB0z29MpAHi2RZSr9nwr+FxaZo5MLIoh2MDj9p7lQVFu3Y6CLSM22RtHU0dRV1xm0I5I4mCIgG5ALto18tnNaxVg/ZLAuav+sxNHHKStI42kYui2Z2RmBO1B9fH512G3ZolUfOFkX8XOidHMJ6edrnRSaOieKRdrhzjSbr38w2LkoSj2gTT6KnFIWkOaS1wIIINiCNYII2FbPm7yqdi0bsPrXaVQ1jn007uU4tGtjztcba77wDfWATiytOa6YsxaiLdvDNb2Ou0+BK5GTi7R1qzUcjqQvroWkcl5cejgwXa+1oCxzK7EPhFbUzA3Ek0rmnzS86NujRst4jkFPPitSP5EVS5vpucS23a0hfOCvqZbpL9CQVIIi3N2ROEUsVOyrp53zup4pJCyU203N421wtxg7VbZZRjFydIZujDEW3fEGA/Nav1v6i5p8hcFn1RVFVSvOwyBr2A+cAL2+kE7w5F4ObkY0pvJfKyqw+TTpZnM1guYdcb+h7DqOoWvtG4hdGW+R02GStZKWvZIC6KVnIkbzjmIuLjpG0EFVxSGN8hqoMWpXVtKwRzxW+FQDdf5bOg2Jvvsd4N4JVLNJjppMTg1/u5nCCQbi2Q6Iv1O0T2FX7KGh4CpliGxrzo+ieM37JC36XI5La/BHJGuSOREWsmVDK/AhYzxDpkaPvD8e/nWq5i8vjUs+A1L7zRtvC47ZI2jW0ne5vi30STWSFQK9kmH1jJYCWlrhJEeax5J5xuI3g9KwanFX5ItCXg+w0UXkvjbK2lhqY+TKwOtfku2OaekOBHYvxZChlGcfE+Gr3tB4sQbE3rGt3bpEj6IUM0WXLPPwtRI/y5ZH97i5da9bHGo0Z27YREVBQiIgD9awkgDaTYdZURn5qR8YRwNPFp6eGO3MTd33XM7lbMlKbhKyBv+Y1x6mcc/dWW5xcQ+EYnWSbjPI0dLYzoNP1WhYdY+UiuMri1TMdDoNxGq3xUwjaemUkjxjb3rK1s+QcHA4A9x21VVYejGB/VG7vWbGrkkUk6RzhEReuZj30MxZIx7dTmva4dYIVVz307WYxUaOrSETj1mJt++1+1XXJykM1VCwb5Gk+i06TvAFZvnRxIVGK1cg2CUxjqiAjuOg6F+1YdY+UWxlWWvf2bXH4ZU83we56xI23tKyFaxmevT0GLVuzQg4OM+foPNu8xd6xlDOcpa/4RV1E17iSaV46nPJHgQo1EQBt+Bw8BgNGy1nVEss5HOAS0Hu4MqPViyug4BtHS/N6WJp9Iix7eID2qur1NOqxohN8henPJJoUOFQ7yyeU84Diwt79I9y6I4y4ho2kgDrJsFDZ+asHEWwtPFp6eGK3MSC/2Pb3KWrfCQ2MzdXnMrQmXF6fmj4SR3QGxm32i1UZanmNh0BiNVvipuDafOlJI8Yh3rClboqWDLSu0cHrpb2NXVtY3XYkB/C91g8d6wxazndm4LDsNpx8sS1Du22h4Pd3LJk+V3NnI9Elk1QfCKunhtcSTRMPU54B7LErbMuqnTrZbbG6LB9Fov9rSWf5j6DhcWhceTC2WV3UGFo+09qs9bUcJI+Ty3vf9ZxP4q+kX5NiZHwelERbyJ784TeEwCFztsVZosO/Rcx5IHRr+yFjK17O1NwOFYfTHlSvkqT0AAht+sS/ZKyFeTldzdezTHo6sLcRNEW7RIwjrDhZb1nEH+/SejH9wLGsgaA1GI0kYF7zxE+ixwe77LStayzqeErZ3DYH6P1Ghp8WlW0i/N/oTJ0QqIi9AiFBZZUXCU5cBxozpDqOp34HsU6vVVxacb2nY5rh3iyWcd0WjqdMsH9m7Gi6KppHHkObMzXufxXgcwBaw9byizHNrlB8Bqny3tpQuZ3vY7+lfq8c0k/A3Rl0TtDnNPWLhSa8cr6Q0+IVDdwlLx6MnHFux1uxeS9fG7RmYRETnAiIgCx5EyiJ9RUu5NPTTSnrA9wcvn+R5cSSbkkknnJW410/AYHiEu+UxU7em5Gl9l7u5YYvM1LvIy8Ogt4rIPg+GYZTjV+4Mzh50xD/a56whtri+zfb8FtmJZ0sJnc10lHVktY1jbOaAGtvYWEnSUuGajO2dkrVHCv0Ly/2hYMNlDVnrk90i46nPAyIH4Bh0ELt0krjI8dWoWPaQtb1cfCZP42WerrRg1HJVTWbVzNdHSxHlC+2RzdwGo9w2uWBucSbnWSu7G8ZnrJTNUyulkOrSduA3NA1NGs6gANa4FinNzlbKpUqC2/KjDDheTDKd40ZqmSMyDYQ9x4Ug9LWRNafRUBmqyPaAMTrhaniN4WHbPKOTYHa0EdpHMCpTP3iz3wYfG88Z7ZKh7ebT0dADoALx2JdrqwsxtTeROH/CMQpIrXDp4tIeaHgu+yCoRaJmIow/FBI7ZBDNMe4R/wD2Lh0uuWdTwlbOdwfofUAafEFQq85pS9znna4lx63G59q8F7MVSSMzJfJGl4Ssgb54cfocf+lZTnAxD4RiVXLe4M8gafNY7Qb9loWxZFyiE1NU7ZT000naBceDXL5+c4k3OsnasGrdzorjXB+LaM31KYsCeRyqurDG9LWWt9pj+9Yuvo7JzDtCDBaUD5Pwl46XfvtfaXhRxfzT9c/8Gl0Ztn2qgcSELTxaeCGEDcNRf7HjuWdKey7xD4RiNXLe4dPKGnzWuLW/ZaFAqYxq2ZKHg4cSqrWLIGwsd0yk3setrO8LpUVm/wAuaGioZKWqgqJDLLwjjGWgWAZoi+mDqLL9qmP9oOC/Mqz1g/7q1YM0cadk5xbZ4KZydwThyZJTwdNHd0srjZoa3WQHHfYdm3mvBzZ0cOj/AOHwsvPPPLcD6PGuqflfnBrMRHByubHALWhiGjHq2aWsl27abC2oBPPV8VFHFj9nhnJyoGI1z5mC0TQIoRa1o2E2Nt1yXOtu0rblVkU5kfkvPiVQ2CAdL3kcWNl9bnfgN51LEVL1mPwsRGoxOVvEp2GOK/ypnix0TzhpDf8AV611veXElxuSSSeck3KnMenhhiioKT/h6cWLtV5ZPlOJG3WT0XJ3AKBXpabHtjb7ZCbthERaBAvx5sCeYH2L9UdlDU8HTyu3lpaOt2r8fBck6TZ1FCwTC31EhYwEkNLtXMCB+IX4tM/s74KJqmpmeLsZE2PXs0pHh3gIj3ovGNJdM8+Cn91VtGr+FJ0ayWE9pcL9LVRMPm0m23jV2bl9CYph7KiF8MguyRpaefXvHMQbEHnC+eMWw6ShqXwybWnUdz2HY4dBHcQRuW7TZOKZKa8nai8Y3hwBGwryWwkEROpADOpNwWD0EGx000s56QwEC/ZK3uWQLTs/U9qumpgeLT0sbepzib/ZDFmK8eb3SbNKVIItGzOYHTzurJ6qFs0VPBfQdsL3G7dY2G0bh9JW/hML/wAHh9c78iaGKc+YoHJLswpFuvCYX/g8PrXfkXtZiNCz+HhFGDuL2tf7WJ/rZPX9C74mJ4VhE9S/Qp4ZJXatTGF1r+VYcUdJ1LT8nc2MVHoz4w9t+UykjcHOf/8AK4G1r7gbbLu3KyVGWVSW6EZjgZ5MLA3xNyOyyr8khcS5xLidpJJJ6ydqrDSP/JivJ6JXFsVkrZWNsGMu2OKNvJjBIaABz7NfsGpUvPrWh+KvjHJgihhH1eE1est2KyUNSYpGSAAlj2vAOwlrgdfcpevxHD55HSzYVE+R5u5xmdcnp4ifPilKlBcI5CSXZgS1rM3BwdDidSd7I6dp6X30vvsU3wmF/wCDw+td+ReysxeH4MaalpGU0bpOEeGvLtJwAG9otsb3BRhp57la4Hc1RCoiL0SBJYnPwGBV0mx0z4oG9IuC630XP7lhy3mkxiH4MKaqpGVMbZDI0OeW2cQRcgNNzYu19K9fCYX/AIPD6135Fgy4ckptpFoySRieHUhmljibypHsYOt7g0e1fTWIVYhrKuYDiUNE7R6xHpADsLgqvSVuHRPZJHhMLXsc17XCU3a5puCOJtBAXrynxNwwjEal1g+qmjhHVpBzgPoOcOxJ8cscW5fo7uTaowkm+sr8RdmDUPD1EMI/myxx/XeG/is45xovoXHqLCqad8IwqF+hojS4RwuS0HZonZe23co/hML/AMHh9a78istPkatIXejCl5RsLiA0Ek6gALknoAW7MqsNbycHpvpP0vAsXVDlYYRakpaSmH+XEAfCw7wmWmyejm9Gd5LZqqyp/eVI+B041uknGi63mRmx7XaI16iVf311PR05o8NaWxn+LM7+JMbWNzYEDu5gANsbiOKTVBvNI5/MCdQ6mjUOwLjWnFplHmXLElO+giItJMIiIAKlZc4jpObC06m8Z3pEah2A+KsePYs2nj0tRebhjec856AvRmdyOdiNZw8wJp4XB8hI1SSbWs6dfGd0avlBZNVlpbEUxx8mzZnsmzQ4bGHi0s376QHaC8DRaQdhDA2457oruiwFgqxl3km2vh4tmzsuY3nYedj/ADT4HXzg2dF1Np2gas+ZmufTyOjlaWuabPYdrSP/AHqIUox4IuNYWtZcZFR17dJto6hos2S2pw8mS21vTtHeDilXTzUcropmFjhtadhHO07COkL0cWZSRCUaJJSWTdNwtVAznkYT1NOkfAFRFPUNeNR7N4VrzfstUulIJ4GGWSwFyTYNsANps4quSVQbOJcmR50a/h8VrHjZwpj9UBH/AEKrKaqMn657nPdSVRc4lxPASayTcnk85Xr/AGZrfmdV6iT8q8g0GnZuIeBwOpkIsaipbG087Y2tPt4Qdi9SmpqQ02E4bTOBa4sfM9pFiHPOkA4HYRwjh2KFXpaZVjITfIREWgQIiIAIiIAIiIAIiIAIiIAL1515uCwrD4N8sk1Qfo8Vt+tsvgV7Lcy9OezC6mSrhihp55I6emijuyJ7m6WsmxAts0e5ZNW/xSKY+zJleMy+H8Ni9NquI9OU9Ggw6J+uWKu/szW/M6r1En5VpOZfBpqU19VNDLEY6YsZwkbm6RedLi6Q1kGMDV5XSsKVuix2YvU8LPLJ5Uj3DqLjbwsuNAi9lKuDMEREHAiIgAiIgAuLFsUZTs0nnX8lo2uPR0dK4scyijgu1tnyeTfU30j+G3qUXkjkhWY1OSDoxggSTOHEYNui0fKdY6mjn1kXus+bUKHC7KRhfZ6MnMBqcarNBmoai95B0IY7+J22btJ7SPqfJzA4aGnjp4G2YwW17XHe5x3uJ1n3L0ZKZNQYdA2CmbZo1ucdb5Hb3PO8+A2CwUyvObbdssERFwAiIgAorKHJ6Ctj4Odl7clw1PYedjt3VsO8FSqLqddAYHlVkPU0BL23lhGsSsGto/zG7W9esdWxR+C5RyQP02PLHWtpNtrB3OadRGody+jCqPlPm0pqm74f93lOvij924+dHuPS23TdaYajxIm4einsy0rCLipJHox/lXl+2Nb84d9SP8qreOZL1lASZYzoD+bHxoz1m3F+kAuKDFPKHaPctUfjfhCOydxHEZZ36czy91gLm2oDcANQ2lcq9cNQ13JIPRv7l7FZV4FCIiDgREQAREQAREQAREQAREQAU5HlfWgACodYatbWE9pLbntUGi44p9o7ZPftjW/OHfUj/KuevykqpmGOWZzmG1xZovbn0QLqJRcWOK8ILYRETHAiIgAija/HoIr3fpO8lms9u4dpVaxDKyV/FibwYOoHlPPVuHYFKeaEe2MotltxDEY4BeR4bzDa49QGsqn4plRLMeDgDmBxsLa5HE6gBbZfmGvpVhyWzS4hXOEk4NNEdZfNcyOHmx8onZytEWOolblkbm9osNAMMenLvmks6TX5OqzB0NA6brHk1MpcLhFVBIyjIDMtLMWzYjpRR6iIQbSv3/vD/LB5uVt5O1bzh9DHBG2KFjY42izWtFgB1D2rpRZhwiIgAiIgAiIgAiIgAiIgD8IVRx7N1RVN3BhgeflRWaD1s5J7gelW9F1Sa6BqzD8azW1kNzCWVDfNOg/6jjbucepVOd89O7QlbJGfJlYQezSFyOpfTi9NVSskaWyMa9p2te0OB6wdSvHUSXYjgj5uixbym93uK6o6+M/Kt16lrmKZs6Ca5bG6Fx3xOIH1Ddo7lU8RzOyC5p6pruZsrC09r2k3+qFeOpQjgyrtcDsIPUv1ftdm8xGE6oNMeVE9p7gSHeChaqGqg/ixzx2/vI3gd7hZWWaLF2smUUAzGX87T2e5e1uNnewdhITfIjlE0iiRjg3sPePcvIY4zyX+HvXd8QpkoijfjuPmf3D3r8+PIvP7h70b4+wpkmiizj0XM/uHvXrdlDH5D/D3o+SPsKZMIoF+Ug3Rntdb8F6JMpX7mNHWSfcleWHs7tZZUVNlyimJsHNB5mtF/G66abCsRqf4cFW8HeI3tZ9YgN8Uj1EUd2Mss1Qxmt72t63Ae1RtTlFAzY4vPmj8TYLpw7NDic2t8cUA55ZQT12i0vGytuFZiWDXVVj3bOLDGGfbeXX7goy1T8DLGZlV5Wu/lsa3pcbnuFgPFemhw7EMRNoYp5gbi7W6MQ6C7UwdpX0Vg2bbDaaxZSse4W4015Dcbxp3DT1AK2NaALAWA3BZ55pS7Y6ikYNk7mJmfZ1bO2Jv93Dx39Re7itPUHLVsmMhKGgsaeBun/ev48nY53J6m2HQrIikMEREAEREAEREAEREAEREAEREAEREAEREAEREAEREAEREAcFZglNN/Fp4JPTiY72hQ9TkBhz9tJGPQ0mfcIX6i6pNBRS8fyIooidCEj/VlPtesxxqmbG8hgsOsn2oivjbfYjRGFeJRFUU8SrDkzhUUxtI3S+k4fdIREkujqNPyezd4dILvpy49M01u7hLK1U2QGGs2UNOfTYH/fuiLO2xybpMOhiFooo4x5jGt+6F1IiU6EREAEREAEREAEREAEREAEREAEREAf/Z"/>
          <p:cNvSpPr>
            <a:spLocks noChangeAspect="1" noChangeArrowheads="1"/>
          </p:cNvSpPr>
          <p:nvPr/>
        </p:nvSpPr>
        <p:spPr bwMode="auto">
          <a:xfrm>
            <a:off x="63500" y="-144463"/>
            <a:ext cx="1800225" cy="18002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nl-NL">
              <a:latin typeface="Calibri" pitchFamily="34" charset="0"/>
            </a:endParaRPr>
          </a:p>
        </p:txBody>
      </p:sp>
      <p:sp>
        <p:nvSpPr>
          <p:cNvPr id="9220" name="AutoShape 5" descr="data:image/jpeg;base64,/9j/4AAQSkZJRgABAQAAAQABAAD/2wCEAAkGBhASERMQEBQSEhASGBQUEBcTFRAXEhkXFhQXFxUUFRUXHCceFxojGRYWHy8gIygpLDAsFR8yNTAqNSYrLCkBCQoKDgwOGg8PGikkHyIzKzUsKiw1LykuKSwtLCwtLSwpLCwsLCwsLCwsLCwsLCksNCwsLCwpLCwsLCwsLSwpLP/AABEIAHMBtQMBIgACEQEDEQH/xAAbAAEAAgMBAQAAAAAAAAAAAAAABQYDBAcCAf/EAEgQAAEDAQQECAcPAwUBAQAAAAEAAgMRBAUSIQYxQVETImFxgZGSsQcyU3Kh0dIUFRYXMzRCUnOCk7LBwvAjJINDYqKz4VRj/8QAGgEBAAMBAQEAAAAAAAAAAAAAAAIDBAEFBv/EADcRAAIBAgMFBQcDAwUAAAAAAAABAgMRBBIxEyFBUWEFFBWh0SIyUnGBkbFCwfCC4fEjJDM0Y//aAAwDAQACEQMRAD8A7iiIgCIiAIiIAiIgCIiAIiIAiIgCIiAIiIAiIgCIiAIiIAiIgCIiAIiIAiIgCIiAIiIAiIgCIiAIiIAiIgCIiAIiIAiIgCIiAIiIAiIgCIiAIiIAi5kdM7b5QdiL2U+Gdt8oOxF7K8bxmhyl5epn7xHqdNRcy+Gdt8oOxF7KfDO2+UHYi9lPGaHKXl6jvEep01FzL4Z23yg7EXsp8M7b5QdiL2U8ZocpeXqO8R6nTUXNYdLbe9wY19XOIDQGRVJOoeKr7DKYYQ60yAlorI8gAV3AAdA2la8NjoYi7imktW7W/JOFVT0N1FS7f4QsyII6j60hOf3R61pfGBafqw9mT21VLtXDRdr3+Rx14I6Ci578YFq+rD2X+2nxgWr6sPZf7aj4th+v2ObeB0JFz34wLV9WHsv9tPjAtX1Yey/208Ww/X7DbwOhIue/GBavqw9l/trdubTK0zTxxFsVHmjqNfWgBJpxtwUodqUJyUVe76HVXi3YuqIoi+7XbGOb7libI0g48Ww1FPpDlW+pNU45mm/lvLW7K5Loqt76Xt/80f8AP8iyaMaRz2mR7JGsDWNqSwO8bEABXERqxdSzRxsHNQtJN6XTRBVFe28sqKnx6TW6SSVkEUTxG4g6waYiBWrxuWf30vb/AOaP+f5FxY6D0jJ/JM5tVyZaUUBft+TWezRS4WcK4tbI11S0EsJcBR28bys2jN+m0xuLwGysNHgVpn4pocxtHO0q1Ymm6my42uSzq+UmUUJpJfclnMOAMPCOwuxB2rLVQjevulN9Ps0TZIw0kvwnEHEUwuOwjcuzxMIZ7/ptf6hzSv0JpFVRfF6UDvc0ZaRXLXTmEhPoW1c+lzZX8DMwwzagHVoTuzAIPIVXHGU21F3V9Lpq5xVFoWBERbCwIiIAiIgCIiAIiIAiIgCIiAIiIAiIgCIiAIiIAiIgCIiAIURAcYITCuzovnvBP/Ty/uZO7dTjGFKLs6pem+kGuyxH7Yj0M/U9W9ZsT2ZHD03OVTy1f3IToqCu2UtEVg0R0f4eThHj+jGc9znaw3m2noG1eXRoyrTUI6spjFydkTmhOj+BvumQcdw/pg/Rafpc57udRend7F83AA8SKhdyvIr6AQOkroCp14aCSSyyS8K0Y3OdTC7IE1A17l9LisLOGGVGgr8zZODUMsSkIrf8XUnlmdh3rT4u3+WZ2HeteJ4bifg/HqZtjPkVBFb/AIu3+WZ2HetPi7f5ZnYd608NxPwea9RsZ8ioIrf8XUnlmdh3rT4un+WZ2HetPDcT8H49RsZ8ioK46BXOcRtLxRoBbFXaT4zhybOk7lvXfoDCwh0rnS02Uws6RUk9as7GAAAAADIAZAAagAvUwHZk4TVSrw0RdSotO8j0iLRvm9W2eJ0rszqYPrOOofzYCvenNQi5S0RqbsrsiNLb3cMNkgzmmyNNYadnIT6BU7lK3HdDbNEI25nW873HWebYOQKJ0TulxLrZPnNNm2uxp28lRq3Cm9WZY8NB1JOvPV6LkvV8SuCu8zKBcd+xWae1GXFx3kNwiup7694U58PbJ/8Ap2P/AFaGiMDXWi2YmtdR+WIA/wCpJvVq974vJx9hvqWXBxrukskkld6q/F9SFNSy7mV7wgmtmjO+Qf8AW9a9u/s7ay0DKC0Cku4E0xHro7tLY8IXzZn2g/63qWvq6xaLO6P6VAYzucBl16uYlKtJzrVHH3o5Wvmr/nQSjeTtruIbTrXZftD+1evCH83Z9p+x6gLXeZlhsrH/ACkMhY8HXQYcJPQKc7Sp/wAIfzdn2n7HrPOqqtOvNcVH8EHLMpP5FksfybPNb3BVzTu7wYmzjKSNzRiGvCTTXyOoR0qx2P5Nnmt7gq/p5bWtgEWt8jm0G2jTUnrAHSvSxmXu0s3Lz4eZdUtkdybum1mWCKQ63saTz0z9NVtrTueymKCKM62saHc9M/TVbi1U75Fm1sixabwiIrDoREQBERAEREAREQBERAEREAREQBERAEREAREQBERAEREARFr3hbmQxulkNGtHSdwHKTkuSkoq70GhG6UX8LNFxfln1EY3b3nkHfRcye8kkkkk5knWSdZK2r0vJ88rpX6zqGxoGpo5vWtVjCSAASSQABrJOoBfGY7FvE1N2i0/nU86rUzs27pux9olbEzbm47GtGtx/mshdVsNiZDG2KMUa0UG/lJ5Sc1G6MXCLNFnThX0Mh7mjkHfVTK+g7Owfd4Zpe8/Lp6mqjTyq71C0L4viOzR8I/PYxo1uO4etb65ppneBktLm14sXEbz63Hry+6Fdj8V3elmWr3IlVnkjcW/TO1SE4XcE3YGAelxzPoWj7/Wry83bf61oIvkZ4mrN3lJ/cwOcnxN/wB/rV5ebtv9ae/1q8vN23+taCzWSyPleI42lz3agO87hyqKq1W7KT8xeRdNBLVPIZXyyPe0YWtxOcRU1JpXkp1q3KPuK6RZ4WxDN2t53uOs82ocwCkF9phKcqVGMZ68T0aaaikwiItRMKraV3HaZ5Y3RBro2NFA8imLESat21Ab1K0rVvC9IoAHTOwBxoMnHOldgKz4mlCpTcajsvsQmk1ZlewXxvh/4epb9zC8OE/ujHweE+LhriqKahuqsnwvsXlR2ZPZWWyaSWWV4jjkDnurhGF41AnaNwKy01RUlas30zJ3IJRv73mV6C5bxhlmfBwYEriTUtOWJxbrGXjLZw3xvh/4epS9p0mskb3MfIA5po4YZMj0BYxpdYvLDsyeyq1Sw8PZVZrpmRzLFbs3maukV02i0WWJgwmYFrpMwBXg3B1OkqwsGQCx2a1Mkbjjc17TtaQR6FlXoU6UYyc073t5Fqir3KdfmiMr7SJoQ3A4tc8E0o4HjU59fPVSml10S2iFrIgC4PxGpplhcP1C2J9KLIxzmOlAc0kOGF5oRrGQUlDM17WvaatcA5p3gioKyxw+HltIwfva2a3ehBQg7pcSrsgvegaHQtAAAPF2dBWe6tFHCX3RapOGmGbdeEEajU66bMgApi8L3hgw8M/Birhyca0pXUDvCXffEE+LgXh+GmLJwpWtNYG4pGhQVRRlNya0Td/IKEb2bubiLHaLQ1jXPecLWglxOwBR1n0nsj3NYyUFziA0YZMyecLZKrCDSlJJsscktSVRad4XvDBh4Z+DFXDk41pSuoHeFp/C+xeVHZk9lRlXpQdpSSfzRxyitWTCKNsekVmleI45A55rQYXjUKnWNy8RaUWRzgxsoLnENAwyDMmgGY3p3ilrmX3QzR5kqixWm0sjY6R5wsaKuOeQ6Fp2LSCzTP4OKQOfQmlHjIa9YU5VIRkotq74HbpbiRRa1vvKKFofK7A0nCDQnOhNMhyFebvvWGcEwuxhtA7Jw184CbSGbJdX5cRdXsbaLRvC+oIPlXhpOoZl3PhFStGLTOxuNOELfOY8Drpkq5YilB5ZSSfzOOcVubJxF5jka4BzSHNOYIIIPKCFoW7SCzQvwSyBrqA0o85HVqCslUjBZpNJHW0tSRRQ/wALrF5UdmT2VIWO8IpRiie14GvCa05xrCjCtTm7Rkn8mcUk9GbCLVvC9IoAHTOwBxoMnHOldgKXfecU7S6J2NoNCaOGdAaZgbwpbSGbJdX5cTt1extIo+3X9Z4XYJZA11K0o4mnQDRbFht8czccRxMqQDRw1a6VAquKrByypq/LiMyvY2ERFYdCIiAIiIAiIgBK5tpbpB7okwMP9GM8X/cdRf8AoOTnU1ptpDhBs0Z4zh/VI2NP0Oc7eTnVGXzfauNu9hD6+hjr1P0oK66EaParVIPsQfS/9B17lTI3AEEgOAIJBrQ8hpnRWVun9oAoI4QBkAA+n5l5+BnQp1M9Xhoiqk4p3kdBRc/+MG0fUh6pPaT4wbR9SHqk9pe/4thub+xq28DoCgrRoXZXvc9wfieS53HOsmpWXRe+X2mJ0kgaCHlow1pQNadpO9Y9KNIhZmANoZn1wA6gNrj+g29C0VZ0KlHa1FePUnJxccz0MD9CLEBU4wN5fQLX+C92+UH4zVSbZbpJXYpXOe7/AHHuGodCwUXz88dQv7NFW6/4MjqR4ROiWfQ2wuzbV4GRpISOarVNWG7IYRSJjWA66DM85OZ6VF6E2Mx2VpORkLpOg0DfQ0HpU8vocLSp5I1FBJtGuEVZOwREWwsCIiAKp+EP5GLzz+Qq2Kp+EP5GLzz+QrD2h/1p/wA4lVX3GRGi+i8Vpjc97ntLXYRhw08UHaDvVjuzQyGCVszXyFzK0DsFM2kZ0byqnXPo5PaGOfEWBrThOJzga0B2A7wrLozozaLPNwkpYW4XN4rnE1JFMiBuXk4GKeS9H+r9yimtPZ+pVdJfnc/nnuCsV7aDRMhfJG+TExpfR+Ag4RUjICmpV3SX53P557gs1635bXAxTuc0GhLSwMJGyuQJCxKdGMqu1i3v3dNSu8U5XRtaC2pzbSGA8WRrsQ2cUVB58qdKv14WsRRPlOpjS7noMh0nLpVc0HuVjWe6cQe94oKamiuYNfpVGf8ACvWn9vwwtiGuV2fmsoT/AMsK9fCuWGwTnLq19dPM0QvCndlEcHvxSGpoavPK46zzldB0Ft+OzYD40RLfunjN7yPuquXK6zCx2hkkjWyy+KDWvEFWbPrVX3QW34LTwZ8WVpb95vGb6MQ6V5uBlsK1OV/fW/pv/wAFNJ5ZLqSXhG/0P8n7FA6LXnwFoY45MfxH7qOOR6HUPWp7wjf6H+T9ihLXdtbDBaAPFdIx/MZHFp66j7wUsWprGTnDWNn5IVL7RtcCw6f3nhY2ztOb+M/zQch0u/Kqpo986g+0b3rfuCJ9rtbHSnEGBrnnkjADR0mlecrSuH53D9o3vVVapKvWjWejdl8lb1OSeaSkWLwi6oP8n7Fp6OaLQ2iHhHve12JzaNLKUFN45VueEXVB/k/YoW6NE5bTHwrHRgVLeNirlTc071fiFfHS9jPuW7TgiU/+V7rluunRGGCVsrJHuc2tASymYI2DlVLv6EwWuSmWF/CN6aPHfToVs0X0Wls0rpHujILC0YcVa4mnaBuUX4QrJSWOX67S087DXud6Fdi6P+0U1DI0728vQlUj/p3tYltNrePcjQ0/LFtPN8f9B1qnaO2rg7VC7ZiDTzP4p71lvm9OEisrNfBx0dz4i3P7rAeletI7q9zuhoKF0TCfPaKO9ND0rHiq0qtXbx0jl9fyVzk5SzLhYm/CJas4YvOefQ1v7ls3DL7lu509OM7E8A7SSGMB5Mh1qtaSXh7onDm58SJraby0OI7TiOhWvSuy8Hd4jbqj4Jp5gQO+i1wqOdatiI/pW7+fQsTvKUlwKldF3PtloIc451fK45mmWrlqQB/4rBfOgsbYnPgc/GwF1HEEOAzIFAKGiweDtw4SYbcLacwca94V3lIDSTqANeaiswODpVsPnmrt338jtKnGULsoWg18OZLwBNY5K4RucBWo5wD00WHTv539xn7lHaOAm1QU+u3q2+iqkNO/nf3GfuXn7SUsC0+Et32Kr3pfUk7DoPDLZ45A+Rsj2Nd9AtqRXVStOlV/Rq0vjtUWE+M5rHbi1xoQd+/oWSS/bayFkZc5kRaBHxA2rQAOK6lTlTMHapbQW5WPd7pc4ExkhrBrBp4zujV/4pxUK1anGhHK1rw5HVaUkoo3vCH8jF55/IVp6LXqyz2OaV2f9SjBtc4sbQfzYCtzwh/IxeefyFUkRSGMuo4xNdmfohzh3kNHo3q3GVpUcZKcVvt+2p2pJxqNok7qu6W3Wgl5NCcUztw3DcTSgHJyLpcEDWNDGANa0ANA1ABVbQG8IzG6CgbICXH/AHg7ecZDmpyq2r0uzKUI0tondy1f7F1GKUb8wiIvVLwiIgCIiAKK0jvwWaLFkZHVEY5d55B6htUqte03dDIayRxvIyBc1rjTdmFVVU5Qag7PmRle245DLI5zi5xJc4kuJ1knWSvK617x2XyEP4cfqT3jsvkIfw4/UvnvBaj/AFoy93fM5Ki617x2XyEP4cfqT3jsvkIfw4/UngtT4kO7PmclRda947L5CH8OP1J7x2XyEP4cfqTwWp8SHdnzIXwffN3/AGh/IxVXSq2GS1Sk6mng28zMu+p6V02zWSOMYY2NYCakNaGiu+g5gsbrthJJMcZJzJLGVJO05L0KuAnUw8KKlp5lsqTcVG5yBWDR/RKWZwfK0shGZrUOdyNGunL1LoMVhiaatYxp5GtB9AWdUUOxoxlmqSv0IRw6T3s+MYAAAKAZADVQbF9RF7pqCIiAIiIAqn4RPkYvPP5CrYsc1nY/J7WuA1YgD3rPiaW2pSpp2uQnHNGxWfB58hJ9p+xqtSxwwMYKMa1oOZwgAehZF3D0tjSjTbvY7COWNjlOkp/u5/PPcFe9J7gFpiq0DhmZxnfvYeQ9/SpR9giJJMbCTrJa0nros6x0ez1HaKbup+WvqVxpWvficy0av51llLX14JxpIDraRlipvGojdzBfdMLxE1pIYQ5rAGMpmDtJHSadC6I+wREkmOMk6yWtJ66ILuhGYjjBGriM9Szvs2rstjn9m99PIhsZZctytReD2LCMUkmKgxUwUrTOmWqqq142Y2S1FrTUxOa5hOsjJwr3Lqywy2ONxq5jHHeWtJ6yFbX7Lpyitl7LXElKgmvZ3FN0+tDXssz2+K8Pc3mIjIUporZGS2ARvFWOMgPbOo76qefY4yACxhDfFBa0gcwpkvcUTWijQGjcAAOoK6GDaxEq0mnmVrfb0JKn7bkzSuq4obPi4IEY6Yqkk5VoM+crnNwn+7h+0b3rqywMsEQNRGwEZghra9dFHEYFVHDJZKL0+xydK9rcCpeEbVB/k/Yom5NLnWaLgmxtcKl1S4g505ORdFmszH0xta6mrEAac1Vj97YfJx9hnqVdXA1XXdanOzfTojkqUs2ZMrtxaZvtE7YTG1odizDiTk0nVTkWzp1ZMdlx7Y3Nd0Hin8wPQpuOxRNNWsY07w1oPWAsr2BwIcAQdYIBHUtCw9SVGVOrK7fElkbi1JnJrksnC2iKPWHPFeYcZ3oBVx8INkxQsl2xuoeZ4p3hqscdhiaatYxpGohrQesBZZImuGFwDgdYIBHUVmo9m7OhOk3dy4/gjGjaLjzOW6L2XhLVE3YHYzzMGLvAHSul3jYWzRPidqeCK7jsPQaHoXuKxxtNWsY06qta0HrAWZX4PBLD03CTvfUlTp5FZnLI3WiwWipFHiozrge066HaDlzEKSvfTh8sRjYzg8Qo84sRodYGQpXVVX2ezMeML2te3c4AjqK1orlszTibDEDsIYyvRksq7OrU04Uqlovh/P7Feykt0XuKtoPcDw/3TIC0AERA5EkihdTdSoG+qjtOz/d/cZ+5dHWGWxxuNXMY47y1pPWQrZ9nLu6oQfG9+ZJ0fYyohoroZabBDG7I8Gwsd9V2EUPNsPIVS7ut8titBxChacMrN4/mYP6FdSYwAAAAAZADIDmCxS2KNxq5jHHeWtJ6yFKvgM+ScJWlG2/mdlSvZrVFT05tbJLNBIwgsc+oP3D6eRetCLKyWyzRvFWOeQew3Vy7VaTYYqYcDMINQMLaV30ovcMDGCjGtaDmcIAHoUlg28RtpNaWa+lhs/bzM5baoJbFaaA0fGasOxzTqPMRUEc4XSrpvNloibKzUdY2tcNbT/NyzzWSN+b2NcRqxNae9fYbOxmTGtaDrwgDuTCYOWGnLLL2Xw5CFNwb37jIiIvRLgiIgCIiAIiIAiIgCIiAIiIAiIgCIiAIiIAiIgCIiAIiIAiIgCIiAIiIAiIgCIiAIiIAiIgCIiAIiIAiIgCIiAIiIAiIgCIiAIiIAiIgCIiAIiIAiIgCIiAIiIAiIgCIiAIiIAiIgCIiAIiIAiIgCIiAIiIAiIgCIiAIiIAiIgCIiAIiIAiIgCIiAIiIAiIgCIiAIiIAiIgCIiAIiID/2Q=="/>
          <p:cNvSpPr>
            <a:spLocks noChangeAspect="1" noChangeArrowheads="1"/>
          </p:cNvSpPr>
          <p:nvPr/>
        </p:nvSpPr>
        <p:spPr bwMode="auto">
          <a:xfrm>
            <a:off x="63500" y="-144463"/>
            <a:ext cx="304800" cy="304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nl-NL">
              <a:latin typeface="Calibri" pitchFamily="34" charset="0"/>
            </a:endParaRPr>
          </a:p>
        </p:txBody>
      </p:sp>
      <p:sp>
        <p:nvSpPr>
          <p:cNvPr id="9223" name="Tekstvak 6"/>
          <p:cNvSpPr txBox="1">
            <a:spLocks noChangeArrowheads="1"/>
          </p:cNvSpPr>
          <p:nvPr/>
        </p:nvSpPr>
        <p:spPr bwMode="auto">
          <a:xfrm>
            <a:off x="468313" y="980728"/>
            <a:ext cx="8280151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4000" dirty="0" err="1">
                <a:solidFill>
                  <a:srgbClr val="FF0000"/>
                </a:solidFill>
                <a:latin typeface="Aharoni" pitchFamily="2" charset="-79"/>
                <a:ea typeface="+mj-ea"/>
                <a:cs typeface="Aharoni" pitchFamily="2" charset="-79"/>
              </a:rPr>
              <a:t>Eén</a:t>
            </a:r>
            <a:r>
              <a:rPr lang="fr-FR" sz="4000" dirty="0">
                <a:solidFill>
                  <a:srgbClr val="FF0000"/>
                </a:solidFill>
                <a:latin typeface="Aharoni" pitchFamily="2" charset="-79"/>
                <a:ea typeface="+mj-ea"/>
                <a:cs typeface="Aharoni" pitchFamily="2" charset="-79"/>
              </a:rPr>
              <a:t>-op-</a:t>
            </a:r>
            <a:r>
              <a:rPr lang="fr-FR" sz="4000" dirty="0" err="1">
                <a:solidFill>
                  <a:srgbClr val="FF0000"/>
                </a:solidFill>
                <a:latin typeface="Aharoni" pitchFamily="2" charset="-79"/>
                <a:ea typeface="+mj-ea"/>
                <a:cs typeface="Aharoni" pitchFamily="2" charset="-79"/>
              </a:rPr>
              <a:t>éénrelatie</a:t>
            </a:r>
            <a:r>
              <a:rPr lang="fr-FR" sz="4000" dirty="0">
                <a:solidFill>
                  <a:srgbClr val="FF0000"/>
                </a:solidFill>
                <a:latin typeface="Aharoni" pitchFamily="2" charset="-79"/>
                <a:ea typeface="+mj-ea"/>
                <a:cs typeface="Aharoni" pitchFamily="2" charset="-79"/>
              </a:rPr>
              <a:t> (1:1)</a:t>
            </a:r>
            <a:endParaRPr lang="en-US" sz="4000" dirty="0" smtClean="0">
              <a:solidFill>
                <a:srgbClr val="FF0000"/>
              </a:solidFill>
              <a:latin typeface="Aharoni" pitchFamily="2" charset="-79"/>
              <a:ea typeface="+mj-ea"/>
              <a:cs typeface="Aharoni" pitchFamily="2" charset="-79"/>
            </a:endParaRPr>
          </a:p>
        </p:txBody>
      </p:sp>
      <p:sp>
        <p:nvSpPr>
          <p:cNvPr id="8" name="Tekstvak 6"/>
          <p:cNvSpPr txBox="1">
            <a:spLocks noChangeArrowheads="1"/>
          </p:cNvSpPr>
          <p:nvPr/>
        </p:nvSpPr>
        <p:spPr bwMode="auto">
          <a:xfrm>
            <a:off x="478593" y="1652315"/>
            <a:ext cx="792088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nl-NL" sz="1600" dirty="0">
                <a:latin typeface="Aharoni" pitchFamily="2" charset="-79"/>
                <a:cs typeface="Aharoni" pitchFamily="2" charset="-79"/>
              </a:rPr>
              <a:t>Een één-op-</a:t>
            </a:r>
            <a:r>
              <a:rPr lang="nl-NL" sz="1600" dirty="0" err="1">
                <a:latin typeface="Aharoni" pitchFamily="2" charset="-79"/>
                <a:cs typeface="Aharoni" pitchFamily="2" charset="-79"/>
              </a:rPr>
              <a:t>éénrelatie</a:t>
            </a:r>
            <a:r>
              <a:rPr lang="nl-NL" sz="1600" dirty="0">
                <a:latin typeface="Aharoni" pitchFamily="2" charset="-79"/>
                <a:cs typeface="Aharoni" pitchFamily="2" charset="-79"/>
              </a:rPr>
              <a:t> lees je als volgt:</a:t>
            </a:r>
            <a:br>
              <a:rPr lang="nl-NL" sz="1600" dirty="0">
                <a:latin typeface="Aharoni" pitchFamily="2" charset="-79"/>
                <a:cs typeface="Aharoni" pitchFamily="2" charset="-79"/>
              </a:rPr>
            </a:br>
            <a:endParaRPr lang="nl-NL" sz="1600" dirty="0">
              <a:latin typeface="Aharoni" pitchFamily="2" charset="-79"/>
              <a:cs typeface="Aharoni" pitchFamily="2" charset="-79"/>
            </a:endParaRPr>
          </a:p>
        </p:txBody>
      </p:sp>
      <p:pic>
        <p:nvPicPr>
          <p:cNvPr id="2" name="Afbeelding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162" y="1944702"/>
            <a:ext cx="4636902" cy="4353332"/>
          </a:xfrm>
          <a:prstGeom prst="rect">
            <a:avLst/>
          </a:prstGeom>
        </p:spPr>
      </p:pic>
      <p:sp>
        <p:nvSpPr>
          <p:cNvPr id="9" name="Tekstvak 6"/>
          <p:cNvSpPr txBox="1">
            <a:spLocks noChangeArrowheads="1"/>
          </p:cNvSpPr>
          <p:nvPr/>
        </p:nvSpPr>
        <p:spPr bwMode="auto">
          <a:xfrm>
            <a:off x="5174336" y="1944702"/>
            <a:ext cx="3456384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nl-NL" sz="1600" dirty="0" smtClean="0">
                <a:latin typeface="Aharoni" pitchFamily="2" charset="-79"/>
                <a:cs typeface="Aharoni" pitchFamily="2" charset="-79"/>
              </a:rPr>
              <a:t>* In </a:t>
            </a:r>
            <a:r>
              <a:rPr lang="nl-NL" sz="1600" dirty="0">
                <a:latin typeface="Aharoni" pitchFamily="2" charset="-79"/>
                <a:cs typeface="Aharoni" pitchFamily="2" charset="-79"/>
              </a:rPr>
              <a:t>dit voorbeeld heeft </a:t>
            </a:r>
            <a:r>
              <a:rPr lang="nl-NL" sz="1600" dirty="0" err="1">
                <a:latin typeface="Aharoni" pitchFamily="2" charset="-79"/>
                <a:cs typeface="Aharoni" pitchFamily="2" charset="-79"/>
              </a:rPr>
              <a:t>klantnr</a:t>
            </a:r>
            <a:r>
              <a:rPr lang="nl-NL" sz="1600" dirty="0">
                <a:latin typeface="Aharoni" pitchFamily="2" charset="-79"/>
                <a:cs typeface="Aharoni" pitchFamily="2" charset="-79"/>
              </a:rPr>
              <a:t> </a:t>
            </a:r>
            <a:r>
              <a:rPr lang="nl-NL" sz="1600" dirty="0" smtClean="0">
                <a:latin typeface="Aharoni" pitchFamily="2" charset="-79"/>
                <a:cs typeface="Aharoni" pitchFamily="2" charset="-79"/>
              </a:rPr>
              <a:t>100</a:t>
            </a:r>
            <a:br>
              <a:rPr lang="nl-NL" sz="1600" dirty="0" smtClean="0">
                <a:latin typeface="Aharoni" pitchFamily="2" charset="-79"/>
                <a:cs typeface="Aharoni" pitchFamily="2" charset="-79"/>
              </a:rPr>
            </a:br>
            <a:r>
              <a:rPr lang="nl-NL" sz="1600" dirty="0" smtClean="0">
                <a:latin typeface="Aharoni" pitchFamily="2" charset="-79"/>
                <a:cs typeface="Aharoni" pitchFamily="2" charset="-79"/>
              </a:rPr>
              <a:t>  een </a:t>
            </a:r>
            <a:r>
              <a:rPr lang="nl-NL" sz="1600" dirty="0">
                <a:latin typeface="Aharoni" pitchFamily="2" charset="-79"/>
                <a:cs typeface="Aharoni" pitchFamily="2" charset="-79"/>
              </a:rPr>
              <a:t>album gekocht.</a:t>
            </a:r>
          </a:p>
          <a:p>
            <a:r>
              <a:rPr lang="nl-NL" sz="1600" dirty="0" smtClean="0">
                <a:latin typeface="Aharoni" pitchFamily="2" charset="-79"/>
                <a:cs typeface="Aharoni" pitchFamily="2" charset="-79"/>
              </a:rPr>
              <a:t>* Albumcode </a:t>
            </a:r>
            <a:r>
              <a:rPr lang="nl-NL" sz="1600" dirty="0">
                <a:latin typeface="Aharoni" pitchFamily="2" charset="-79"/>
                <a:cs typeface="Aharoni" pitchFamily="2" charset="-79"/>
              </a:rPr>
              <a:t>AU303 werd alleen </a:t>
            </a:r>
            <a:r>
              <a:rPr lang="nl-NL" sz="1600" dirty="0" smtClean="0">
                <a:latin typeface="Aharoni" pitchFamily="2" charset="-79"/>
                <a:cs typeface="Aharoni" pitchFamily="2" charset="-79"/>
              </a:rPr>
              <a:t/>
            </a:r>
            <a:br>
              <a:rPr lang="nl-NL" sz="1600" dirty="0" smtClean="0">
                <a:latin typeface="Aharoni" pitchFamily="2" charset="-79"/>
                <a:cs typeface="Aharoni" pitchFamily="2" charset="-79"/>
              </a:rPr>
            </a:br>
            <a:r>
              <a:rPr lang="nl-NL" sz="1600" dirty="0" smtClean="0">
                <a:latin typeface="Aharoni" pitchFamily="2" charset="-79"/>
                <a:cs typeface="Aharoni" pitchFamily="2" charset="-79"/>
              </a:rPr>
              <a:t>  door </a:t>
            </a:r>
            <a:r>
              <a:rPr lang="nl-NL" sz="1600" dirty="0" err="1">
                <a:latin typeface="Aharoni" pitchFamily="2" charset="-79"/>
                <a:cs typeface="Aharoni" pitchFamily="2" charset="-79"/>
              </a:rPr>
              <a:t>klantnr</a:t>
            </a:r>
            <a:r>
              <a:rPr lang="nl-NL" sz="1600" dirty="0">
                <a:latin typeface="Aharoni" pitchFamily="2" charset="-79"/>
                <a:cs typeface="Aharoni" pitchFamily="2" charset="-79"/>
              </a:rPr>
              <a:t> 103 gekocht.</a:t>
            </a:r>
          </a:p>
        </p:txBody>
      </p:sp>
    </p:spTree>
    <p:extLst>
      <p:ext uri="{BB962C8B-B14F-4D97-AF65-F5344CB8AC3E}">
        <p14:creationId xmlns:p14="http://schemas.microsoft.com/office/powerpoint/2010/main" val="3595946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AutoShape 2" descr="data:image/jpeg;base64,/9j/4AAQSkZJRgABAQAAAQABAAD/2wCEAAkGBxQSEhUUEhMUFRUXFxQXGBgXFRgcGRcZFxUcGhwdFRcYHCohGBolHBcXJTEiJSkrLi4uFx8zODMsNygtLisBCgoKDg0OGhAQGywmHiQuLCwsLCwsLSwsLCwwLCwsLCwsLCwsLCwsLCwsLDQsLCwsLCwsLDQsLCwsLCwsLSwsLP/AABEIAKMBNgMBIgACEQEDEQH/xAAcAAEAAwEAAwEAAAAAAAAAAAAABQYHBAIDCAH/xABPEAABAwIBBgkGCwUFCAMAAAABAAIDBBEFBgcSITFBEyIyUWFxgZGhUmJyk7HRFBVCVIKSorLB0uMWIzNDwghTVWODFyQ0RKPT4vBzw+H/xAAZAQADAQEBAAAAAAAAAAAAAAAAAgMEAQX/xAAnEQACAgEEAgICAgMAAAAAAAAAAQIRAwQSITFBURMUInEysUJhkf/aAAwDAQACEQMRAD8A3FERABERABERABERABFyTYhG3fc8w1+Oxcr8TceS0Dr1rtMCVXrkna3a4Dt/BV+uxZjP40zW9BcAfqjWe5QVVlnTt5AfJ1N0R3usfBUjilLpCuSRdJMSYNlz1D3rllxg7md5We1OW8h5ETG+kS72WUXUZS1L/wCZo9DWtHja/irR0svIryI0uXF5d2iOoe9R1Ti8u+W31Qs2lrZHcqR7utxP4rnVVpV7F3l9qMa56n/q/wD6o6bFmnbMT9IlVNE6wI5vZPy17D8u/euV9UzyvAqKRP8AEjm47nVPM4jqJXicQlHJmlHVI4ewrjRHxoLOwY/Vt5NTP6xx9pXsZl1Xs/5gkczmRnx0b+Kj0R8UfQbmT1NnTrG8tkDx6LmnvDreCl6TO83+dSuHTHIHeDg32qjuhadrR3L0voGHcR1H3qctPB+DqmzXKDOZh8ltKR8R5pI3Dvc27fFWXD8VgnF4JopR5j2u77HUvnWXCfJd3j3LjkwyRp0m7RsLTYjq2FRlpfQyyH1Ei+ccPy4xGlIAqJHAfJmGmD2v41uohXHBs9GwVdNbz4XX/wCm/YPpHqUJYZIdSRrqKCwDK+jrdVPUMc7yHXbJ9R9nHrAsp1SaoYIiIAIiIAIiIAIiIAIiIAIiIALxkkDRdxAA2kmwUJi2UscV2x2kf0Hit6zvPQPBVHE8aLuNM/qb+Vo9qpHG5CuSRcKvKFo1RjSPOdQ958FC4hjNheaUNHNe3c0az4qlVmULzqjGgOfa73BQ73lxu4kk7STc961Q03sRzLdV5YNbqhjLvOfqH1RrPgoOtygqJdshaOZnFHhrPaVFotMcUY9IRybCIicUIiIAIiIA9tNA6R7WMF3OIa0c5JsFYzkLU73QD/V/8V6cgYA6tjJ2RtfIeoNI9rgsKxmu4eommItwssklvTeXfisufPKEqRSEU1yb1+wtT5UHrf8AxXBjOTc9MwPk0CwnR0mO0gDa9jq6CsIW5YfBwGB0EWx0rpah3SCTo3+i9vckxaicppHZQSRGIiLaSCIiACIiACIiAPxzQdRFx0rhqMIidu0T5vu2LvRcaT7OlZq8BeNbCH21jc4d/vUvgOcbEKEhhkMzB/LqLuIHmyHjt6Lkgcy7166inbILPaHDp/A7lGeBPoZTo0vJXOtRVZDJCaaU2GjKRoOPmS8k9TtEnmV9XyviOTW0xG/mu/B3v711ZLZf12FuEdzJCNsEpNgP8p22PotdvQsWTC4lVKz6eRVfIzLukxJv7l+hKBd0L7CQW2kC9nt84c4vY6laFEYIiIAIiIAIi9NXUtiY58jg1rRck7kAeVRO1jS97g1oFyTsCoWPZVumuyK7I952OeOnyW9HfzKHykykdVP3thaeK3+p/O72d5NcqKku1DUPb1rZiweWTlM7qnFLao+/3BRb3km5JJ5yvFFsjFR6JN2ERS+AYbFKJ5ah7o4aeIySFgu6wudVwdwdu3LspKKtglZEIu34/wAB+d1nqv00+P8AAfndZ6r9NQ+zjG2M4kXb8f4D87rPVfpp8f4D87rPVfpo+zjDYziRd7cbwI/87Ut9KFx+7Gu6jwmkqrChxKnlcdkb7xvPU08Y/VTLU435DYyCRd2KYTNTO0Zoyy+w7Wu9Fw1FcKsmnyhScwqfgKDEqm9iynMbD50twPtaHesEW05azcBgFt9VVNH0Yxf70X2liy8vO7yMvDo/WNJIA1k6gvoHLaIRPp6ZvJp6aGMdYFvYGrEcmJ4o6ynfOdGJk0T3kAniseHEWGs3tbtWyYvlhglRM+Z9VVBz7XDYtQs0AWuw7gjBOMJXIJptcEMi7fj/AAH53Weq/TXm3FsDdqGITsPnwPI7dGNbfs4yWxkeisNPk5HUAmhraaqIF9AODX29G58bKFrKN8LyyVjmOG0OHiOcdIVIZIy/ixWmuz0IvZBEXua0bXODR1uNh7VL41Pg9HM+nqKqq4WPRD9GMFty0O1WYdxG9cnljDs6ot9EIi7fj/AfndZ6r9NPj/AfndZ6r9NT+zjO7GcSLt+P8B+d1nqv01+jHsB+d1Y/0v00fZxhsZwopWnmwic2hxQMP+fG5g+s4NC6MRyVniZwjQ2aK1xJC7SFue223SLjpTxzwl0zji0QS562iZK3RkaCN3OOo7l0IqtX2cKViWETUrhLC91mnSa9hIfGRvJGzrHgtYza53xMW02IlrJDYMn1Bkh5pRsY7zth6N9cVUyjyb1GSBvS6Mb+lg/DuWLNp/MSkZ+z6vRYHmgzomJzKKufeI2bDM464zsDJCdsfM48nYdXJ3xYioREQAWT5cZS/CZeCjP7mM7tj3Da7qGwdp3i1szjY58GptBhtJNdg5w23HcOwgdbhzLJIti1afFf5MnOXg9z33XgiL0EqJBERBwKQxubgMBrHg2dPLFCDzgEOI7W8IFHrxzuT8FhmG0/946Wod/T4SnuWbVOoUUx9mRIitua3J2OvxGOGYExaMj5ACQdFrDbWNY4xavOLFSRbccAwH5rVn/VP/cXi/JzAXavg9YzpEgPteVX4MnoXcjE0WuVuaukqQfiyscZQCRBUgAv32ZIABsvuPSRtWUVVO6N7o5Glr2Oc1zTta5psQekEFTcWnTGTsv2Q+cyWC1PX3qqN1mkP4z4h5UbjrNvJvu1W33LKLCRA5ron8JBK3hIZBrDmkA7ecXHYQegYUtqzTTmvw2aidrfTSxSRE7mSuIc0dAs8/THMrYMuyX+hJxtEXntn4OHDaW9iyB0z29MpAHi2RZSr9nwr+FxaZo5MLIoh2MDj9p7lQVFu3Y6CLSM22RtHU0dRV1xm0I5I4mCIgG5ALto18tnNaxVg/ZLAuav+sxNHHKStI42kYui2Z2RmBO1B9fH512G3ZolUfOFkX8XOidHMJ6edrnRSaOieKRdrhzjSbr38w2LkoSj2gTT6KnFIWkOaS1wIIINiCNYII2FbPm7yqdi0bsPrXaVQ1jn007uU4tGtjztcba77wDfWATiytOa6YsxaiLdvDNb2Ou0+BK5GTi7R1qzUcjqQvroWkcl5cejgwXa+1oCxzK7EPhFbUzA3Ek0rmnzS86NujRst4jkFPPitSP5EVS5vpucS23a0hfOCvqZbpL9CQVIIi3N2ROEUsVOyrp53zup4pJCyU203N421wtxg7VbZZRjFydIZujDEW3fEGA/Nav1v6i5p8hcFn1RVFVSvOwyBr2A+cAL2+kE7w5F4ObkY0pvJfKyqw+TTpZnM1guYdcb+h7DqOoWvtG4hdGW+R02GStZKWvZIC6KVnIkbzjmIuLjpG0EFVxSGN8hqoMWpXVtKwRzxW+FQDdf5bOg2Jvvsd4N4JVLNJjppMTg1/u5nCCQbi2Q6Iv1O0T2FX7KGh4CpliGxrzo+ieM37JC36XI5La/BHJGuSOREWsmVDK/AhYzxDpkaPvD8e/nWq5i8vjUs+A1L7zRtvC47ZI2jW0ne5vi30STWSFQK9kmH1jJYCWlrhJEeax5J5xuI3g9KwanFX5ItCXg+w0UXkvjbK2lhqY+TKwOtfku2OaekOBHYvxZChlGcfE+Gr3tB4sQbE3rGt3bpEj6IUM0WXLPPwtRI/y5ZH97i5da9bHGo0Z27YREVBQiIgD9awkgDaTYdZURn5qR8YRwNPFp6eGO3MTd33XM7lbMlKbhKyBv+Y1x6mcc/dWW5xcQ+EYnWSbjPI0dLYzoNP1WhYdY+UiuMri1TMdDoNxGq3xUwjaemUkjxjb3rK1s+QcHA4A9x21VVYejGB/VG7vWbGrkkUk6RzhEReuZj30MxZIx7dTmva4dYIVVz307WYxUaOrSETj1mJt++1+1XXJykM1VCwb5Gk+i06TvAFZvnRxIVGK1cg2CUxjqiAjuOg6F+1YdY+UWxlWWvf2bXH4ZU83we56xI23tKyFaxmevT0GLVuzQg4OM+foPNu8xd6xlDOcpa/4RV1E17iSaV46nPJHgQo1EQBt+Bw8BgNGy1nVEss5HOAS0Hu4MqPViyug4BtHS/N6WJp9Iix7eID2qur1NOqxohN8henPJJoUOFQ7yyeU84Diwt79I9y6I4y4ho2kgDrJsFDZ+asHEWwtPFp6eGK3MSC/2Pb3KWrfCQ2MzdXnMrQmXF6fmj4SR3QGxm32i1UZanmNh0BiNVvipuDafOlJI8Yh3rClboqWDLSu0cHrpb2NXVtY3XYkB/C91g8d6wxazndm4LDsNpx8sS1Du22h4Pd3LJk+V3NnI9Elk1QfCKunhtcSTRMPU54B7LErbMuqnTrZbbG6LB9Fov9rSWf5j6DhcWhceTC2WV3UGFo+09qs9bUcJI+Ty3vf9ZxP4q+kX5NiZHwelERbyJ784TeEwCFztsVZosO/Rcx5IHRr+yFjK17O1NwOFYfTHlSvkqT0AAht+sS/ZKyFeTldzdezTHo6sLcRNEW7RIwjrDhZb1nEH+/SejH9wLGsgaA1GI0kYF7zxE+ixwe77LStayzqeErZ3DYH6P1Ghp8WlW0i/N/oTJ0QqIi9AiFBZZUXCU5cBxozpDqOp34HsU6vVVxacb2nY5rh3iyWcd0WjqdMsH9m7Gi6KppHHkObMzXufxXgcwBaw9byizHNrlB8Bqny3tpQuZ3vY7+lfq8c0k/A3Rl0TtDnNPWLhSa8cr6Q0+IVDdwlLx6MnHFux1uxeS9fG7RmYRETnAiIgCx5EyiJ9RUu5NPTTSnrA9wcvn+R5cSSbkkknnJW410/AYHiEu+UxU7em5Gl9l7u5YYvM1LvIy8Ogt4rIPg+GYZTjV+4Mzh50xD/a56whtri+zfb8FtmJZ0sJnc10lHVktY1jbOaAGtvYWEnSUuGajO2dkrVHCv0Ly/2hYMNlDVnrk90i46nPAyIH4Bh0ELt0krjI8dWoWPaQtb1cfCZP42WerrRg1HJVTWbVzNdHSxHlC+2RzdwGo9w2uWBucSbnWSu7G8ZnrJTNUyulkOrSduA3NA1NGs6gANa4FinNzlbKpUqC2/KjDDheTDKd40ZqmSMyDYQ9x4Ug9LWRNafRUBmqyPaAMTrhaniN4WHbPKOTYHa0EdpHMCpTP3iz3wYfG88Z7ZKh7ebT0dADoALx2JdrqwsxtTeROH/CMQpIrXDp4tIeaHgu+yCoRaJmIow/FBI7ZBDNMe4R/wD2Lh0uuWdTwlbOdwfofUAafEFQq85pS9znna4lx63G59q8F7MVSSMzJfJGl4Ssgb54cfocf+lZTnAxD4RiVXLe4M8gafNY7Qb9loWxZFyiE1NU7ZT000naBceDXL5+c4k3OsnasGrdzorjXB+LaM31KYsCeRyqurDG9LWWt9pj+9Yuvo7JzDtCDBaUD5Pwl46XfvtfaXhRxfzT9c/8Gl0Ztn2qgcSELTxaeCGEDcNRf7HjuWdKey7xD4RiNXLe4dPKGnzWuLW/ZaFAqYxq2ZKHg4cSqrWLIGwsd0yk3setrO8LpUVm/wAuaGioZKWqgqJDLLwjjGWgWAZoi+mDqLL9qmP9oOC/Mqz1g/7q1YM0cadk5xbZ4KZydwThyZJTwdNHd0srjZoa3WQHHfYdm3mvBzZ0cOj/AOHwsvPPPLcD6PGuqflfnBrMRHByubHALWhiGjHq2aWsl27abC2oBPPV8VFHFj9nhnJyoGI1z5mC0TQIoRa1o2E2Nt1yXOtu0rblVkU5kfkvPiVQ2CAdL3kcWNl9bnfgN51LEVL1mPwsRGoxOVvEp2GOK/ypnix0TzhpDf8AV611veXElxuSSSeck3KnMenhhiioKT/h6cWLtV5ZPlOJG3WT0XJ3AKBXpabHtjb7ZCbthERaBAvx5sCeYH2L9UdlDU8HTyu3lpaOt2r8fBck6TZ1FCwTC31EhYwEkNLtXMCB+IX4tM/s74KJqmpmeLsZE2PXs0pHh3gIj3ovGNJdM8+Cn91VtGr+FJ0ayWE9pcL9LVRMPm0m23jV2bl9CYph7KiF8MguyRpaefXvHMQbEHnC+eMWw6ShqXwybWnUdz2HY4dBHcQRuW7TZOKZKa8nai8Y3hwBGwryWwkEROpADOpNwWD0EGx000s56QwEC/ZK3uWQLTs/U9qumpgeLT0sbepzib/ZDFmK8eb3SbNKVIItGzOYHTzurJ6qFs0VPBfQdsL3G7dY2G0bh9JW/hML/wAHh9c78iaGKc+YoHJLswpFuvCYX/g8PrXfkXtZiNCz+HhFGDuL2tf7WJ/rZPX9C74mJ4VhE9S/Qp4ZJXatTGF1r+VYcUdJ1LT8nc2MVHoz4w9t+UykjcHOf/8AK4G1r7gbbLu3KyVGWVSW6EZjgZ5MLA3xNyOyyr8khcS5xLidpJJJ6ydqrDSP/JivJ6JXFsVkrZWNsGMu2OKNvJjBIaABz7NfsGpUvPrWh+KvjHJgihhH1eE1est2KyUNSYpGSAAlj2vAOwlrgdfcpevxHD55HSzYVE+R5u5xmdcnp4ifPilKlBcI5CSXZgS1rM3BwdDidSd7I6dp6X30vvsU3wmF/wCDw+td+ReysxeH4MaalpGU0bpOEeGvLtJwAG9otsb3BRhp57la4Hc1RCoiL0SBJYnPwGBV0mx0z4oG9IuC630XP7lhy3mkxiH4MKaqpGVMbZDI0OeW2cQRcgNNzYu19K9fCYX/AIPD6135Fgy4ckptpFoySRieHUhmljibypHsYOt7g0e1fTWIVYhrKuYDiUNE7R6xHpADsLgqvSVuHRPZJHhMLXsc17XCU3a5puCOJtBAXrynxNwwjEal1g+qmjhHVpBzgPoOcOxJ8cscW5fo7uTaowkm+sr8RdmDUPD1EMI/myxx/XeG/is45xovoXHqLCqad8IwqF+hojS4RwuS0HZonZe23co/hML/AMHh9a78istPkatIXejCl5RsLiA0Ek6gALknoAW7MqsNbycHpvpP0vAsXVDlYYRakpaSmH+XEAfCw7wmWmyejm9Gd5LZqqyp/eVI+B041uknGi63mRmx7XaI16iVf311PR05o8NaWxn+LM7+JMbWNzYEDu5gANsbiOKTVBvNI5/MCdQ6mjUOwLjWnFplHmXLElO+giItJMIiIAKlZc4jpObC06m8Z3pEah2A+KsePYs2nj0tRebhjec856AvRmdyOdiNZw8wJp4XB8hI1SSbWs6dfGd0avlBZNVlpbEUxx8mzZnsmzQ4bGHi0s376QHaC8DRaQdhDA2457oruiwFgqxl3km2vh4tmzsuY3nYedj/ADT4HXzg2dF1Np2gas+ZmufTyOjlaWuabPYdrSP/AHqIUox4IuNYWtZcZFR17dJto6hos2S2pw8mS21vTtHeDilXTzUcropmFjhtadhHO07COkL0cWZSRCUaJJSWTdNwtVAznkYT1NOkfAFRFPUNeNR7N4VrzfstUulIJ4GGWSwFyTYNsANps4quSVQbOJcmR50a/h8VrHjZwpj9UBH/AEKrKaqMn657nPdSVRc4lxPASayTcnk85Xr/AGZrfmdV6iT8q8g0GnZuIeBwOpkIsaipbG087Y2tPt4Qdi9SmpqQ02E4bTOBa4sfM9pFiHPOkA4HYRwjh2KFXpaZVjITfIREWgQIiIAIiIAIiIAIiIAIiIAL1515uCwrD4N8sk1Qfo8Vt+tsvgV7Lcy9OezC6mSrhihp55I6emijuyJ7m6WsmxAts0e5ZNW/xSKY+zJleMy+H8Ni9NquI9OU9Ggw6J+uWKu/szW/M6r1En5VpOZfBpqU19VNDLEY6YsZwkbm6RedLi6Q1kGMDV5XSsKVuix2YvU8LPLJ5Uj3DqLjbwsuNAi9lKuDMEREHAiIgAiIgAuLFsUZTs0nnX8lo2uPR0dK4scyijgu1tnyeTfU30j+G3qUXkjkhWY1OSDoxggSTOHEYNui0fKdY6mjn1kXus+bUKHC7KRhfZ6MnMBqcarNBmoai95B0IY7+J22btJ7SPqfJzA4aGnjp4G2YwW17XHe5x3uJ1n3L0ZKZNQYdA2CmbZo1ucdb5Hb3PO8+A2CwUyvObbdssERFwAiIgAorKHJ6Ctj4Odl7clw1PYedjt3VsO8FSqLqddAYHlVkPU0BL23lhGsSsGto/zG7W9esdWxR+C5RyQP02PLHWtpNtrB3OadRGody+jCqPlPm0pqm74f93lOvij924+dHuPS23TdaYajxIm4einsy0rCLipJHox/lXl+2Nb84d9SP8qreOZL1lASZYzoD+bHxoz1m3F+kAuKDFPKHaPctUfjfhCOydxHEZZ36czy91gLm2oDcANQ2lcq9cNQ13JIPRv7l7FZV4FCIiDgREQAREQAREQAREQAREQAU5HlfWgACodYatbWE9pLbntUGi44p9o7ZPftjW/OHfUj/KuevykqpmGOWZzmG1xZovbn0QLqJRcWOK8ILYRETHAiIgAija/HoIr3fpO8lms9u4dpVaxDKyV/FibwYOoHlPPVuHYFKeaEe2MotltxDEY4BeR4bzDa49QGsqn4plRLMeDgDmBxsLa5HE6gBbZfmGvpVhyWzS4hXOEk4NNEdZfNcyOHmx8onZytEWOolblkbm9osNAMMenLvmks6TX5OqzB0NA6brHk1MpcLhFVBIyjIDMtLMWzYjpRR6iIQbSv3/vD/LB5uVt5O1bzh9DHBG2KFjY42izWtFgB1D2rpRZhwiIgAiIgAiIgAiIgAiIgD8IVRx7N1RVN3BhgeflRWaD1s5J7gelW9F1Sa6BqzD8azW1kNzCWVDfNOg/6jjbucepVOd89O7QlbJGfJlYQezSFyOpfTi9NVSskaWyMa9p2te0OB6wdSvHUSXYjgj5uixbym93uK6o6+M/Kt16lrmKZs6Ca5bG6Fx3xOIH1Ddo7lU8RzOyC5p6pruZsrC09r2k3+qFeOpQjgyrtcDsIPUv1ftdm8xGE6oNMeVE9p7gSHeChaqGqg/ixzx2/vI3gd7hZWWaLF2smUUAzGX87T2e5e1uNnewdhITfIjlE0iiRjg3sPePcvIY4zyX+HvXd8QpkoijfjuPmf3D3r8+PIvP7h70b4+wpkmiizj0XM/uHvXrdlDH5D/D3o+SPsKZMIoF+Ug3Rntdb8F6JMpX7mNHWSfcleWHs7tZZUVNlyimJsHNB5mtF/G66abCsRqf4cFW8HeI3tZ9YgN8Uj1EUd2Mss1Qxmt72t63Ae1RtTlFAzY4vPmj8TYLpw7NDic2t8cUA55ZQT12i0vGytuFZiWDXVVj3bOLDGGfbeXX7goy1T8DLGZlV5Wu/lsa3pcbnuFgPFemhw7EMRNoYp5gbi7W6MQ6C7UwdpX0Vg2bbDaaxZSse4W4015Dcbxp3DT1AK2NaALAWA3BZ55pS7Y6ikYNk7mJmfZ1bO2Jv93Dx39Re7itPUHLVsmMhKGgsaeBun/ev48nY53J6m2HQrIikMEREAEREAEREAEREAEREAEREAEREAEREAEREAEREAEREAcFZglNN/Fp4JPTiY72hQ9TkBhz9tJGPQ0mfcIX6i6pNBRS8fyIooidCEj/VlPtesxxqmbG8hgsOsn2oivjbfYjRGFeJRFUU8SrDkzhUUxtI3S+k4fdIREkujqNPyezd4dILvpy49M01u7hLK1U2QGGs2UNOfTYH/fuiLO2xybpMOhiFooo4x5jGt+6F1IiU6EREAEREAEREAEREAEREAEREAEREAf/Z"/>
          <p:cNvSpPr>
            <a:spLocks noChangeAspect="1" noChangeArrowheads="1"/>
          </p:cNvSpPr>
          <p:nvPr/>
        </p:nvSpPr>
        <p:spPr bwMode="auto">
          <a:xfrm>
            <a:off x="63500" y="-144463"/>
            <a:ext cx="1800225" cy="18002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nl-NL">
              <a:latin typeface="Calibri" pitchFamily="34" charset="0"/>
            </a:endParaRPr>
          </a:p>
        </p:txBody>
      </p:sp>
      <p:sp>
        <p:nvSpPr>
          <p:cNvPr id="9220" name="AutoShape 5" descr="data:image/jpeg;base64,/9j/4AAQSkZJRgABAQAAAQABAAD/2wCEAAkGBhASERMQEBQSEhASGBQUEBcTFRAXEhkXFhQXFxUUFRUXHCceFxojGRYWHy8gIygpLDAsFR8yNTAqNSYrLCkBCQoKDgwOGg8PGikkHyIzKzUsKiw1LykuKSwtLCwtLSwpLCwsLCwsLCwsLCwsLCksNCwsLCwpLCwsLCwsLSwpLP/AABEIAHMBtQMBIgACEQEDEQH/xAAbAAEAAgMBAQAAAAAAAAAAAAAABQYDBAcCAf/EAEgQAAEDAQQECAcPAwUBAQAAAAEAAgMRBAUSIQYxQVETImFxgZGSsQcyU3Kh0dIUFRYXMzRCUnOCk7LBwvAjJINDYqKz4VRj/8QAGgEBAAMBAQEAAAAAAAAAAAAAAAIDBAEFBv/EADcRAAIBAgMFBQcDAwUAAAAAAAABAgMRBBIxEyFBUWEFFBWh0SIyUnGBkbFCwfCC4fEjJDM0Y//aAAwDAQACEQMRAD8A7iiIgCIiAIiIAiIgCIiAIiIAiIgCIiAIiIAiIgCIiAIiIAiIgCIiAIiIAiIgCIiAIiIAiIgCIiAIiIAiIgCIiAIiIAiIgCIiAIiIAiIgCIiAIiIAi5kdM7b5QdiL2U+Gdt8oOxF7K8bxmhyl5epn7xHqdNRcy+Gdt8oOxF7KfDO2+UHYi9lPGaHKXl6jvEep01FzL4Z23yg7EXsp8M7b5QdiL2U8ZocpeXqO8R6nTUXNYdLbe9wY19XOIDQGRVJOoeKr7DKYYQ60yAlorI8gAV3AAdA2la8NjoYi7imktW7W/JOFVT0N1FS7f4QsyII6j60hOf3R61pfGBafqw9mT21VLtXDRdr3+Rx14I6Ci578YFq+rD2X+2nxgWr6sPZf7aj4th+v2ObeB0JFz34wLV9WHsv9tPjAtX1Yey/208Ww/X7DbwOhIue/GBavqw9l/trdubTK0zTxxFsVHmjqNfWgBJpxtwUodqUJyUVe76HVXi3YuqIoi+7XbGOb7libI0g48Ww1FPpDlW+pNU45mm/lvLW7K5Loqt76Xt/80f8AP8iyaMaRz2mR7JGsDWNqSwO8bEABXERqxdSzRxsHNQtJN6XTRBVFe28sqKnx6TW6SSVkEUTxG4g6waYiBWrxuWf30vb/AOaP+f5FxY6D0jJ/JM5tVyZaUUBft+TWezRS4WcK4tbI11S0EsJcBR28bys2jN+m0xuLwGysNHgVpn4pocxtHO0q1Ymm6my42uSzq+UmUUJpJfclnMOAMPCOwuxB2rLVQjevulN9Ps0TZIw0kvwnEHEUwuOwjcuzxMIZ7/ptf6hzSv0JpFVRfF6UDvc0ZaRXLXTmEhPoW1c+lzZX8DMwwzagHVoTuzAIPIVXHGU21F3V9Lpq5xVFoWBERbCwIiIAiIgCIiAIiIAiIgCIiAIiIAiIgCIiAIiIAiIgCIiAIURAcYITCuzovnvBP/Ty/uZO7dTjGFKLs6pem+kGuyxH7Yj0M/U9W9ZsT2ZHD03OVTy1f3IToqCu2UtEVg0R0f4eThHj+jGc9znaw3m2noG1eXRoyrTUI6spjFydkTmhOj+BvumQcdw/pg/Rafpc57udRend7F83AA8SKhdyvIr6AQOkroCp14aCSSyyS8K0Y3OdTC7IE1A17l9LisLOGGVGgr8zZODUMsSkIrf8XUnlmdh3rT4u3+WZ2HeteJ4bifg/HqZtjPkVBFb/AIu3+WZ2HetPi7f5ZnYd608NxPwea9RsZ8ioIrf8XUnlmdh3rT4un+WZ2HetPDcT8H49RsZ8ioK46BXOcRtLxRoBbFXaT4zhybOk7lvXfoDCwh0rnS02Uws6RUk9as7GAAAAADIAZAAagAvUwHZk4TVSrw0RdSotO8j0iLRvm9W2eJ0rszqYPrOOofzYCvenNQi5S0RqbsrsiNLb3cMNkgzmmyNNYadnIT6BU7lK3HdDbNEI25nW873HWebYOQKJ0TulxLrZPnNNm2uxp28lRq3Cm9WZY8NB1JOvPV6LkvV8SuCu8zKBcd+xWae1GXFx3kNwiup7694U58PbJ/8Ap2P/AFaGiMDXWi2YmtdR+WIA/wCpJvVq974vJx9hvqWXBxrukskkld6q/F9SFNSy7mV7wgmtmjO+Qf8AW9a9u/s7ay0DKC0Cku4E0xHro7tLY8IXzZn2g/63qWvq6xaLO6P6VAYzucBl16uYlKtJzrVHH3o5Wvmr/nQSjeTtruIbTrXZftD+1evCH83Z9p+x6gLXeZlhsrH/ACkMhY8HXQYcJPQKc7Sp/wAIfzdn2n7HrPOqqtOvNcVH8EHLMpP5FksfybPNb3BVzTu7wYmzjKSNzRiGvCTTXyOoR0qx2P5Nnmt7gq/p5bWtgEWt8jm0G2jTUnrAHSvSxmXu0s3Lz4eZdUtkdybum1mWCKQ63saTz0z9NVtrTueymKCKM62saHc9M/TVbi1U75Fm1sixabwiIrDoREQBERAEREAREQBERAEREAREQBERAEREAREQBERAEREARFr3hbmQxulkNGtHSdwHKTkuSkoq70GhG6UX8LNFxfln1EY3b3nkHfRcye8kkkkk5knWSdZK2r0vJ88rpX6zqGxoGpo5vWtVjCSAASSQABrJOoBfGY7FvE1N2i0/nU86rUzs27pux9olbEzbm47GtGtx/mshdVsNiZDG2KMUa0UG/lJ5Sc1G6MXCLNFnThX0Mh7mjkHfVTK+g7Owfd4Zpe8/Lp6mqjTyq71C0L4viOzR8I/PYxo1uO4etb65ppneBktLm14sXEbz63Hry+6Fdj8V3elmWr3IlVnkjcW/TO1SE4XcE3YGAelxzPoWj7/Wry83bf61oIvkZ4mrN3lJ/cwOcnxN/wB/rV5ebtv9ae/1q8vN23+taCzWSyPleI42lz3agO87hyqKq1W7KT8xeRdNBLVPIZXyyPe0YWtxOcRU1JpXkp1q3KPuK6RZ4WxDN2t53uOs82ocwCkF9phKcqVGMZ68T0aaaikwiItRMKraV3HaZ5Y3RBro2NFA8imLESat21Ab1K0rVvC9IoAHTOwBxoMnHOldgKz4mlCpTcajsvsQmk1ZlewXxvh/4epb9zC8OE/ujHweE+LhriqKahuqsnwvsXlR2ZPZWWyaSWWV4jjkDnurhGF41AnaNwKy01RUlas30zJ3IJRv73mV6C5bxhlmfBwYEriTUtOWJxbrGXjLZw3xvh/4epS9p0mskb3MfIA5po4YZMj0BYxpdYvLDsyeyq1Sw8PZVZrpmRzLFbs3maukV02i0WWJgwmYFrpMwBXg3B1OkqwsGQCx2a1Mkbjjc17TtaQR6FlXoU6UYyc073t5Fqir3KdfmiMr7SJoQ3A4tc8E0o4HjU59fPVSml10S2iFrIgC4PxGpplhcP1C2J9KLIxzmOlAc0kOGF5oRrGQUlDM17WvaatcA5p3gioKyxw+HltIwfva2a3ehBQg7pcSrsgvegaHQtAAAPF2dBWe6tFHCX3RapOGmGbdeEEajU66bMgApi8L3hgw8M/Birhyca0pXUDvCXffEE+LgXh+GmLJwpWtNYG4pGhQVRRlNya0Td/IKEb2bubiLHaLQ1jXPecLWglxOwBR1n0nsj3NYyUFziA0YZMyecLZKrCDSlJJsscktSVRad4XvDBh4Z+DFXDk41pSuoHeFp/C+xeVHZk9lRlXpQdpSSfzRxyitWTCKNsekVmleI45A55rQYXjUKnWNy8RaUWRzgxsoLnENAwyDMmgGY3p3ilrmX3QzR5kqixWm0sjY6R5wsaKuOeQ6Fp2LSCzTP4OKQOfQmlHjIa9YU5VIRkotq74HbpbiRRa1vvKKFofK7A0nCDQnOhNMhyFebvvWGcEwuxhtA7Jw184CbSGbJdX5cRdXsbaLRvC+oIPlXhpOoZl3PhFStGLTOxuNOELfOY8Drpkq5YilB5ZSSfzOOcVubJxF5jka4BzSHNOYIIIPKCFoW7SCzQvwSyBrqA0o85HVqCslUjBZpNJHW0tSRRQ/wALrF5UdmT2VIWO8IpRiie14GvCa05xrCjCtTm7Rkn8mcUk9GbCLVvC9IoAHTOwBxoMnHOldgKXfecU7S6J2NoNCaOGdAaZgbwpbSGbJdX5cTt1extIo+3X9Z4XYJZA11K0o4mnQDRbFht8czccRxMqQDRw1a6VAquKrByypq/LiMyvY2ERFYdCIiAIiIAiIgBK5tpbpB7okwMP9GM8X/cdRf8AoOTnU1ptpDhBs0Z4zh/VI2NP0Oc7eTnVGXzfauNu9hD6+hjr1P0oK66EaParVIPsQfS/9B17lTI3AEEgOAIJBrQ8hpnRWVun9oAoI4QBkAA+n5l5+BnQp1M9Xhoiqk4p3kdBRc/+MG0fUh6pPaT4wbR9SHqk9pe/4thub+xq28DoCgrRoXZXvc9wfieS53HOsmpWXRe+X2mJ0kgaCHlow1pQNadpO9Y9KNIhZmANoZn1wA6gNrj+g29C0VZ0KlHa1FePUnJxccz0MD9CLEBU4wN5fQLX+C92+UH4zVSbZbpJXYpXOe7/AHHuGodCwUXz88dQv7NFW6/4MjqR4ROiWfQ2wuzbV4GRpISOarVNWG7IYRSJjWA66DM85OZ6VF6E2Mx2VpORkLpOg0DfQ0HpU8vocLSp5I1FBJtGuEVZOwREWwsCIiAKp+EP5GLzz+Qq2Kp+EP5GLzz+QrD2h/1p/wA4lVX3GRGi+i8Vpjc97ntLXYRhw08UHaDvVjuzQyGCVszXyFzK0DsFM2kZ0byqnXPo5PaGOfEWBrThOJzga0B2A7wrLozozaLPNwkpYW4XN4rnE1JFMiBuXk4GKeS9H+r9yimtPZ+pVdJfnc/nnuCsV7aDRMhfJG+TExpfR+Ag4RUjICmpV3SX53P557gs1635bXAxTuc0GhLSwMJGyuQJCxKdGMqu1i3v3dNSu8U5XRtaC2pzbSGA8WRrsQ2cUVB58qdKv14WsRRPlOpjS7noMh0nLpVc0HuVjWe6cQe94oKamiuYNfpVGf8ACvWn9vwwtiGuV2fmsoT/AMsK9fCuWGwTnLq19dPM0QvCndlEcHvxSGpoavPK46zzldB0Ft+OzYD40RLfunjN7yPuquXK6zCx2hkkjWyy+KDWvEFWbPrVX3QW34LTwZ8WVpb95vGb6MQ6V5uBlsK1OV/fW/pv/wAFNJ5ZLqSXhG/0P8n7FA6LXnwFoY45MfxH7qOOR6HUPWp7wjf6H+T9ihLXdtbDBaAPFdIx/MZHFp66j7wUsWprGTnDWNn5IVL7RtcCw6f3nhY2ztOb+M/zQch0u/Kqpo986g+0b3rfuCJ9rtbHSnEGBrnnkjADR0mlecrSuH53D9o3vVVapKvWjWejdl8lb1OSeaSkWLwi6oP8n7Fp6OaLQ2iHhHve12JzaNLKUFN45VueEXVB/k/YoW6NE5bTHwrHRgVLeNirlTc071fiFfHS9jPuW7TgiU/+V7rluunRGGCVsrJHuc2tASymYI2DlVLv6EwWuSmWF/CN6aPHfToVs0X0Wls0rpHujILC0YcVa4mnaBuUX4QrJSWOX67S087DXud6Fdi6P+0U1DI0728vQlUj/p3tYltNrePcjQ0/LFtPN8f9B1qnaO2rg7VC7ZiDTzP4p71lvm9OEisrNfBx0dz4i3P7rAeletI7q9zuhoKF0TCfPaKO9ND0rHiq0qtXbx0jl9fyVzk5SzLhYm/CJas4YvOefQ1v7ls3DL7lu509OM7E8A7SSGMB5Mh1qtaSXh7onDm58SJraby0OI7TiOhWvSuy8Hd4jbqj4Jp5gQO+i1wqOdatiI/pW7+fQsTvKUlwKldF3PtloIc451fK45mmWrlqQB/4rBfOgsbYnPgc/GwF1HEEOAzIFAKGiweDtw4SYbcLacwca94V3lIDSTqANeaiswODpVsPnmrt338jtKnGULsoWg18OZLwBNY5K4RucBWo5wD00WHTv539xn7lHaOAm1QU+u3q2+iqkNO/nf3GfuXn7SUsC0+Et32Kr3pfUk7DoPDLZ45A+Rsj2Nd9AtqRXVStOlV/Rq0vjtUWE+M5rHbi1xoQd+/oWSS/bayFkZc5kRaBHxA2rQAOK6lTlTMHapbQW5WPd7pc4ExkhrBrBp4zujV/4pxUK1anGhHK1rw5HVaUkoo3vCH8jF55/IVp6LXqyz2OaV2f9SjBtc4sbQfzYCtzwh/IxeefyFUkRSGMuo4xNdmfohzh3kNHo3q3GVpUcZKcVvt+2p2pJxqNok7qu6W3Wgl5NCcUztw3DcTSgHJyLpcEDWNDGANa0ANA1ABVbQG8IzG6CgbICXH/AHg7ecZDmpyq2r0uzKUI0tondy1f7F1GKUb8wiIvVLwiIgCIiAKK0jvwWaLFkZHVEY5d55B6htUqte03dDIayRxvIyBc1rjTdmFVVU5Qag7PmRle245DLI5zi5xJc4kuJ1knWSvK617x2XyEP4cfqT3jsvkIfw4/UvnvBaj/AFoy93fM5Ki617x2XyEP4cfqT3jsvkIfw4/UngtT4kO7PmclRda947L5CH8OP1J7x2XyEP4cfqTwWp8SHdnzIXwffN3/AGh/IxVXSq2GS1Sk6mng28zMu+p6V02zWSOMYY2NYCakNaGiu+g5gsbrthJJMcZJzJLGVJO05L0KuAnUw8KKlp5lsqTcVG5yBWDR/RKWZwfK0shGZrUOdyNGunL1LoMVhiaatYxp5GtB9AWdUUOxoxlmqSv0IRw6T3s+MYAAAKAZADVQbF9RF7pqCIiAIiIAqn4RPkYvPP5CrYsc1nY/J7WuA1YgD3rPiaW2pSpp2uQnHNGxWfB58hJ9p+xqtSxwwMYKMa1oOZwgAehZF3D0tjSjTbvY7COWNjlOkp/u5/PPcFe9J7gFpiq0DhmZxnfvYeQ9/SpR9giJJMbCTrJa0nros6x0ez1HaKbup+WvqVxpWvficy0av51llLX14JxpIDraRlipvGojdzBfdMLxE1pIYQ5rAGMpmDtJHSadC6I+wREkmOMk6yWtJ66ILuhGYjjBGriM9Szvs2rstjn9m99PIhsZZctytReD2LCMUkmKgxUwUrTOmWqqq142Y2S1FrTUxOa5hOsjJwr3Lqywy2ONxq5jHHeWtJ6yFbX7Lpyitl7LXElKgmvZ3FN0+tDXssz2+K8Pc3mIjIUporZGS2ARvFWOMgPbOo76qefY4yACxhDfFBa0gcwpkvcUTWijQGjcAAOoK6GDaxEq0mnmVrfb0JKn7bkzSuq4obPi4IEY6Yqkk5VoM+crnNwn+7h+0b3rqywMsEQNRGwEZghra9dFHEYFVHDJZKL0+xydK9rcCpeEbVB/k/Yom5NLnWaLgmxtcKl1S4g505ORdFmszH0xta6mrEAac1Vj97YfJx9hnqVdXA1XXdanOzfTojkqUs2ZMrtxaZvtE7YTG1odizDiTk0nVTkWzp1ZMdlx7Y3Nd0Hin8wPQpuOxRNNWsY07w1oPWAsr2BwIcAQdYIBHUtCw9SVGVOrK7fElkbi1JnJrksnC2iKPWHPFeYcZ3oBVx8INkxQsl2xuoeZ4p3hqscdhiaatYxpGohrQesBZZImuGFwDgdYIBHUVmo9m7OhOk3dy4/gjGjaLjzOW6L2XhLVE3YHYzzMGLvAHSul3jYWzRPidqeCK7jsPQaHoXuKxxtNWsY06qta0HrAWZX4PBLD03CTvfUlTp5FZnLI3WiwWipFHiozrge066HaDlzEKSvfTh8sRjYzg8Qo84sRodYGQpXVVX2ezMeML2te3c4AjqK1orlszTibDEDsIYyvRksq7OrU04Uqlovh/P7Feykt0XuKtoPcDw/3TIC0AERA5EkihdTdSoG+qjtOz/d/cZ+5dHWGWxxuNXMY47y1pPWQrZ9nLu6oQfG9+ZJ0fYyohoroZabBDG7I8Gwsd9V2EUPNsPIVS7ut8titBxChacMrN4/mYP6FdSYwAAAAAZADIDmCxS2KNxq5jHHeWtJ6yFKvgM+ScJWlG2/mdlSvZrVFT05tbJLNBIwgsc+oP3D6eRetCLKyWyzRvFWOeQew3Vy7VaTYYqYcDMINQMLaV30ovcMDGCjGtaDmcIAHoUlg28RtpNaWa+lhs/bzM5baoJbFaaA0fGasOxzTqPMRUEc4XSrpvNloibKzUdY2tcNbT/NyzzWSN+b2NcRqxNae9fYbOxmTGtaDrwgDuTCYOWGnLLL2Xw5CFNwb37jIiIvRLgiIgCIiAIiIAiIgCIiAIiIAiIgCIiAIiIAiIgCIiAIiIAiIgCIiAIiIAiIgCIiAIiIAiIgCIiAIiIAiIgCIiAIiIAiIgCIiAIiIAiIgCIiAIiIAiIgCIiAIiIAiIgCIiAIiIAiIgCIiAIiIAiIgCIiAIiIAiIgCIiAIiIAiIgCIiAIiIAiIgCIiAIiIAiIgCIiAIiIAiIgCIiAIiID/2Q=="/>
          <p:cNvSpPr>
            <a:spLocks noChangeAspect="1" noChangeArrowheads="1"/>
          </p:cNvSpPr>
          <p:nvPr/>
        </p:nvSpPr>
        <p:spPr bwMode="auto">
          <a:xfrm>
            <a:off x="63500" y="-144463"/>
            <a:ext cx="304800" cy="304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nl-NL">
              <a:latin typeface="Calibri" pitchFamily="34" charset="0"/>
            </a:endParaRPr>
          </a:p>
        </p:txBody>
      </p:sp>
      <p:sp>
        <p:nvSpPr>
          <p:cNvPr id="9223" name="Tekstvak 6"/>
          <p:cNvSpPr txBox="1">
            <a:spLocks noChangeArrowheads="1"/>
          </p:cNvSpPr>
          <p:nvPr/>
        </p:nvSpPr>
        <p:spPr bwMode="auto">
          <a:xfrm>
            <a:off x="468313" y="980728"/>
            <a:ext cx="8280151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4000" dirty="0" err="1">
                <a:solidFill>
                  <a:srgbClr val="FF0000"/>
                </a:solidFill>
                <a:latin typeface="Aharoni" pitchFamily="2" charset="-79"/>
                <a:ea typeface="+mj-ea"/>
                <a:cs typeface="Aharoni" pitchFamily="2" charset="-79"/>
              </a:rPr>
              <a:t>Eén</a:t>
            </a:r>
            <a:r>
              <a:rPr lang="fr-FR" sz="4000" dirty="0">
                <a:solidFill>
                  <a:srgbClr val="FF0000"/>
                </a:solidFill>
                <a:latin typeface="Aharoni" pitchFamily="2" charset="-79"/>
                <a:ea typeface="+mj-ea"/>
                <a:cs typeface="Aharoni" pitchFamily="2" charset="-79"/>
              </a:rPr>
              <a:t>-op-</a:t>
            </a:r>
            <a:r>
              <a:rPr lang="fr-FR" sz="4000" dirty="0" err="1">
                <a:solidFill>
                  <a:srgbClr val="FF0000"/>
                </a:solidFill>
                <a:latin typeface="Aharoni" pitchFamily="2" charset="-79"/>
                <a:ea typeface="+mj-ea"/>
                <a:cs typeface="Aharoni" pitchFamily="2" charset="-79"/>
              </a:rPr>
              <a:t>veelrelatie</a:t>
            </a:r>
            <a:r>
              <a:rPr lang="fr-FR" sz="4000" dirty="0">
                <a:solidFill>
                  <a:srgbClr val="FF0000"/>
                </a:solidFill>
                <a:latin typeface="Aharoni" pitchFamily="2" charset="-79"/>
                <a:ea typeface="+mj-ea"/>
                <a:cs typeface="Aharoni" pitchFamily="2" charset="-79"/>
              </a:rPr>
              <a:t> (1:n)</a:t>
            </a:r>
            <a:endParaRPr lang="en-US" sz="4000" dirty="0" smtClean="0">
              <a:solidFill>
                <a:srgbClr val="FF0000"/>
              </a:solidFill>
              <a:latin typeface="Aharoni" pitchFamily="2" charset="-79"/>
              <a:ea typeface="+mj-ea"/>
              <a:cs typeface="Aharoni" pitchFamily="2" charset="-79"/>
            </a:endParaRPr>
          </a:p>
        </p:txBody>
      </p:sp>
      <p:sp>
        <p:nvSpPr>
          <p:cNvPr id="9" name="Tekstvak 6"/>
          <p:cNvSpPr txBox="1">
            <a:spLocks noChangeArrowheads="1"/>
          </p:cNvSpPr>
          <p:nvPr/>
        </p:nvSpPr>
        <p:spPr bwMode="auto">
          <a:xfrm>
            <a:off x="468312" y="1556792"/>
            <a:ext cx="5687863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nl-NL" sz="1600" dirty="0">
                <a:latin typeface="Aharoni" pitchFamily="2" charset="-79"/>
                <a:cs typeface="Aharoni" pitchFamily="2" charset="-79"/>
              </a:rPr>
              <a:t>Een één-op-</a:t>
            </a:r>
            <a:r>
              <a:rPr lang="nl-NL" sz="1600" dirty="0" err="1">
                <a:latin typeface="Aharoni" pitchFamily="2" charset="-79"/>
                <a:cs typeface="Aharoni" pitchFamily="2" charset="-79"/>
              </a:rPr>
              <a:t>veelrelatie</a:t>
            </a:r>
            <a:r>
              <a:rPr lang="nl-NL" sz="1600" dirty="0">
                <a:latin typeface="Aharoni" pitchFamily="2" charset="-79"/>
                <a:cs typeface="Aharoni" pitchFamily="2" charset="-79"/>
              </a:rPr>
              <a:t> lees je als volgt:</a:t>
            </a:r>
          </a:p>
          <a:p>
            <a:r>
              <a:rPr lang="nl-NL" sz="1600" dirty="0" smtClean="0">
                <a:latin typeface="Aharoni" pitchFamily="2" charset="-79"/>
                <a:cs typeface="Aharoni" pitchFamily="2" charset="-79"/>
              </a:rPr>
              <a:t>* In </a:t>
            </a:r>
            <a:r>
              <a:rPr lang="nl-NL" sz="1600" dirty="0">
                <a:latin typeface="Aharoni" pitchFamily="2" charset="-79"/>
                <a:cs typeface="Aharoni" pitchFamily="2" charset="-79"/>
              </a:rPr>
              <a:t>dit voorbeeld heeft </a:t>
            </a:r>
            <a:r>
              <a:rPr lang="nl-NL" sz="1600" dirty="0" err="1">
                <a:latin typeface="Aharoni" pitchFamily="2" charset="-79"/>
                <a:cs typeface="Aharoni" pitchFamily="2" charset="-79"/>
              </a:rPr>
              <a:t>klantnr</a:t>
            </a:r>
            <a:r>
              <a:rPr lang="nl-NL" sz="1600" dirty="0">
                <a:latin typeface="Aharoni" pitchFamily="2" charset="-79"/>
                <a:cs typeface="Aharoni" pitchFamily="2" charset="-79"/>
              </a:rPr>
              <a:t> 103 drie albums gekocht.</a:t>
            </a:r>
          </a:p>
          <a:p>
            <a:r>
              <a:rPr lang="nl-NL" sz="1600" dirty="0" smtClean="0">
                <a:latin typeface="Aharoni" pitchFamily="2" charset="-79"/>
                <a:cs typeface="Aharoni" pitchFamily="2" charset="-79"/>
              </a:rPr>
              <a:t>* Albumcode </a:t>
            </a:r>
            <a:r>
              <a:rPr lang="nl-NL" sz="1600" dirty="0">
                <a:latin typeface="Aharoni" pitchFamily="2" charset="-79"/>
                <a:cs typeface="Aharoni" pitchFamily="2" charset="-79"/>
              </a:rPr>
              <a:t>AU303 werd alleen door een klant gekocht.</a:t>
            </a:r>
          </a:p>
        </p:txBody>
      </p:sp>
      <p:pic>
        <p:nvPicPr>
          <p:cNvPr id="3" name="Afbeelding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2376341"/>
            <a:ext cx="4247705" cy="3958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236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AutoShape 2" descr="data:image/jpeg;base64,/9j/4AAQSkZJRgABAQAAAQABAAD/2wCEAAkGBxQSEhUUEhMUFRUXFxQXGBgXFRgcGRcZFxUcGhwdFRcYHCohGBolHBcXJTEiJSkrLi4uFx8zODMsNygtLisBCgoKDg0OGhAQGywmHiQuLCwsLCwsLSwsLCwwLCwsLCwsLCwsLCwsLCwsLDQsLCwsLCwsLDQsLCwsLCwsLSwsLP/AABEIAKMBNgMBIgACEQEDEQH/xAAcAAEAAwEAAwEAAAAAAAAAAAAABQYHBAIDCAH/xABPEAABAwIBBgkGCwUFCAMAAAABAAIDBBEFBgcSITFBEyIyUWFxgZGhUmJyk7HRFBVCVIKSorLB0uMWIzNDwghTVWODFyQ0RKPT4vBzw+H/xAAZAQADAQEBAAAAAAAAAAAAAAAAAgMEAQX/xAAnEQACAgEEAgICAgMAAAAAAAAAAQIRAwQSITFBURMUInEysUJhkf/aAAwDAQACEQMRAD8A3FERABERABERABERABFyTYhG3fc8w1+Oxcr8TceS0Dr1rtMCVXrkna3a4Dt/BV+uxZjP40zW9BcAfqjWe5QVVlnTt5AfJ1N0R3usfBUjilLpCuSRdJMSYNlz1D3rllxg7md5We1OW8h5ETG+kS72WUXUZS1L/wCZo9DWtHja/irR0svIryI0uXF5d2iOoe9R1Ti8u+W31Qs2lrZHcqR7utxP4rnVVpV7F3l9qMa56n/q/wD6o6bFmnbMT9IlVNE6wI5vZPy17D8u/euV9UzyvAqKRP8AEjm47nVPM4jqJXicQlHJmlHVI4ewrjRHxoLOwY/Vt5NTP6xx9pXsZl1Xs/5gkczmRnx0b+Kj0R8UfQbmT1NnTrG8tkDx6LmnvDreCl6TO83+dSuHTHIHeDg32qjuhadrR3L0voGHcR1H3qctPB+DqmzXKDOZh8ltKR8R5pI3Dvc27fFWXD8VgnF4JopR5j2u77HUvnWXCfJd3j3LjkwyRp0m7RsLTYjq2FRlpfQyyH1Ei+ccPy4xGlIAqJHAfJmGmD2v41uohXHBs9GwVdNbz4XX/wCm/YPpHqUJYZIdSRrqKCwDK+jrdVPUMc7yHXbJ9R9nHrAsp1SaoYIiIAIiIAIiIAIiIAIiIAIiIALxkkDRdxAA2kmwUJi2UscV2x2kf0Hit6zvPQPBVHE8aLuNM/qb+Vo9qpHG5CuSRcKvKFo1RjSPOdQ958FC4hjNheaUNHNe3c0az4qlVmULzqjGgOfa73BQ73lxu4kk7STc961Q03sRzLdV5YNbqhjLvOfqH1RrPgoOtygqJdshaOZnFHhrPaVFotMcUY9IRybCIicUIiIAIiIA9tNA6R7WMF3OIa0c5JsFYzkLU73QD/V/8V6cgYA6tjJ2RtfIeoNI9rgsKxmu4eommItwssklvTeXfisufPKEqRSEU1yb1+wtT5UHrf8AxXBjOTc9MwPk0CwnR0mO0gDa9jq6CsIW5YfBwGB0EWx0rpah3SCTo3+i9vckxaicppHZQSRGIiLaSCIiACIiACIiAPxzQdRFx0rhqMIidu0T5vu2LvRcaT7OlZq8BeNbCH21jc4d/vUvgOcbEKEhhkMzB/LqLuIHmyHjt6Lkgcy7166inbILPaHDp/A7lGeBPoZTo0vJXOtRVZDJCaaU2GjKRoOPmS8k9TtEnmV9XyviOTW0xG/mu/B3v711ZLZf12FuEdzJCNsEpNgP8p22PotdvQsWTC4lVKz6eRVfIzLukxJv7l+hKBd0L7CQW2kC9nt84c4vY6laFEYIiIAIiIAIi9NXUtiY58jg1rRck7kAeVRO1jS97g1oFyTsCoWPZVumuyK7I952OeOnyW9HfzKHykykdVP3thaeK3+p/O72d5NcqKku1DUPb1rZiweWTlM7qnFLao+/3BRb3km5JJ5yvFFsjFR6JN2ERS+AYbFKJ5ah7o4aeIySFgu6wudVwdwdu3LspKKtglZEIu34/wAB+d1nqv00+P8AAfndZ6r9NQ+zjG2M4kXb8f4D87rPVfpp8f4D87rPVfpo+zjDYziRd7cbwI/87Ut9KFx+7Gu6jwmkqrChxKnlcdkb7xvPU08Y/VTLU435DYyCRd2KYTNTO0Zoyy+w7Wu9Fw1FcKsmnyhScwqfgKDEqm9iynMbD50twPtaHesEW05azcBgFt9VVNH0Yxf70X2liy8vO7yMvDo/WNJIA1k6gvoHLaIRPp6ZvJp6aGMdYFvYGrEcmJ4o6ynfOdGJk0T3kAniseHEWGs3tbtWyYvlhglRM+Z9VVBz7XDYtQs0AWuw7gjBOMJXIJptcEMi7fj/AAH53Weq/TXm3FsDdqGITsPnwPI7dGNbfs4yWxkeisNPk5HUAmhraaqIF9AODX29G58bKFrKN8LyyVjmOG0OHiOcdIVIZIy/ixWmuz0IvZBEXua0bXODR1uNh7VL41Pg9HM+nqKqq4WPRD9GMFty0O1WYdxG9cnljDs6ot9EIi7fj/AfndZ6r9NPj/AfndZ6r9NT+zjO7GcSLt+P8B+d1nqv01+jHsB+d1Y/0v00fZxhsZwopWnmwic2hxQMP+fG5g+s4NC6MRyVniZwjQ2aK1xJC7SFue223SLjpTxzwl0zji0QS562iZK3RkaCN3OOo7l0IqtX2cKViWETUrhLC91mnSa9hIfGRvJGzrHgtYza53xMW02IlrJDYMn1Bkh5pRsY7zth6N9cVUyjyb1GSBvS6Mb+lg/DuWLNp/MSkZ+z6vRYHmgzomJzKKufeI2bDM464zsDJCdsfM48nYdXJ3xYioREQAWT5cZS/CZeCjP7mM7tj3Da7qGwdp3i1szjY58GptBhtJNdg5w23HcOwgdbhzLJIti1afFf5MnOXg9z33XgiL0EqJBERBwKQxubgMBrHg2dPLFCDzgEOI7W8IFHrxzuT8FhmG0/946Wod/T4SnuWbVOoUUx9mRIitua3J2OvxGOGYExaMj5ACQdFrDbWNY4xavOLFSRbccAwH5rVn/VP/cXi/JzAXavg9YzpEgPteVX4MnoXcjE0WuVuaukqQfiyscZQCRBUgAv32ZIABsvuPSRtWUVVO6N7o5Glr2Oc1zTta5psQekEFTcWnTGTsv2Q+cyWC1PX3qqN1mkP4z4h5UbjrNvJvu1W33LKLCRA5ron8JBK3hIZBrDmkA7ecXHYQegYUtqzTTmvw2aidrfTSxSRE7mSuIc0dAs8/THMrYMuyX+hJxtEXntn4OHDaW9iyB0z29MpAHi2RZSr9nwr+FxaZo5MLIoh2MDj9p7lQVFu3Y6CLSM22RtHU0dRV1xm0I5I4mCIgG5ALto18tnNaxVg/ZLAuav+sxNHHKStI42kYui2Z2RmBO1B9fH512G3ZolUfOFkX8XOidHMJ6edrnRSaOieKRdrhzjSbr38w2LkoSj2gTT6KnFIWkOaS1wIIINiCNYII2FbPm7yqdi0bsPrXaVQ1jn007uU4tGtjztcba77wDfWATiytOa6YsxaiLdvDNb2Ou0+BK5GTi7R1qzUcjqQvroWkcl5cejgwXa+1oCxzK7EPhFbUzA3Ek0rmnzS86NujRst4jkFPPitSP5EVS5vpucS23a0hfOCvqZbpL9CQVIIi3N2ROEUsVOyrp53zup4pJCyU203N421wtxg7VbZZRjFydIZujDEW3fEGA/Nav1v6i5p8hcFn1RVFVSvOwyBr2A+cAL2+kE7w5F4ObkY0pvJfKyqw+TTpZnM1guYdcb+h7DqOoWvtG4hdGW+R02GStZKWvZIC6KVnIkbzjmIuLjpG0EFVxSGN8hqoMWpXVtKwRzxW+FQDdf5bOg2Jvvsd4N4JVLNJjppMTg1/u5nCCQbi2Q6Iv1O0T2FX7KGh4CpliGxrzo+ieM37JC36XI5La/BHJGuSOREWsmVDK/AhYzxDpkaPvD8e/nWq5i8vjUs+A1L7zRtvC47ZI2jW0ne5vi30STWSFQK9kmH1jJYCWlrhJEeax5J5xuI3g9KwanFX5ItCXg+w0UXkvjbK2lhqY+TKwOtfku2OaekOBHYvxZChlGcfE+Gr3tB4sQbE3rGt3bpEj6IUM0WXLPPwtRI/y5ZH97i5da9bHGo0Z27YREVBQiIgD9awkgDaTYdZURn5qR8YRwNPFp6eGO3MTd33XM7lbMlKbhKyBv+Y1x6mcc/dWW5xcQ+EYnWSbjPI0dLYzoNP1WhYdY+UiuMri1TMdDoNxGq3xUwjaemUkjxjb3rK1s+QcHA4A9x21VVYejGB/VG7vWbGrkkUk6RzhEReuZj30MxZIx7dTmva4dYIVVz307WYxUaOrSETj1mJt++1+1XXJykM1VCwb5Gk+i06TvAFZvnRxIVGK1cg2CUxjqiAjuOg6F+1YdY+UWxlWWvf2bXH4ZU83we56xI23tKyFaxmevT0GLVuzQg4OM+foPNu8xd6xlDOcpa/4RV1E17iSaV46nPJHgQo1EQBt+Bw8BgNGy1nVEss5HOAS0Hu4MqPViyug4BtHS/N6WJp9Iix7eID2qur1NOqxohN8henPJJoUOFQ7yyeU84Diwt79I9y6I4y4ho2kgDrJsFDZ+asHEWwtPFp6eGK3MSC/2Pb3KWrfCQ2MzdXnMrQmXF6fmj4SR3QGxm32i1UZanmNh0BiNVvipuDafOlJI8Yh3rClboqWDLSu0cHrpb2NXVtY3XYkB/C91g8d6wxazndm4LDsNpx8sS1Du22h4Pd3LJk+V3NnI9Elk1QfCKunhtcSTRMPU54B7LErbMuqnTrZbbG6LB9Fov9rSWf5j6DhcWhceTC2WV3UGFo+09qs9bUcJI+Ty3vf9ZxP4q+kX5NiZHwelERbyJ784TeEwCFztsVZosO/Rcx5IHRr+yFjK17O1NwOFYfTHlSvkqT0AAht+sS/ZKyFeTldzdezTHo6sLcRNEW7RIwjrDhZb1nEH+/SejH9wLGsgaA1GI0kYF7zxE+ixwe77LStayzqeErZ3DYH6P1Ghp8WlW0i/N/oTJ0QqIi9AiFBZZUXCU5cBxozpDqOp34HsU6vVVxacb2nY5rh3iyWcd0WjqdMsH9m7Gi6KppHHkObMzXufxXgcwBaw9byizHNrlB8Bqny3tpQuZ3vY7+lfq8c0k/A3Rl0TtDnNPWLhSa8cr6Q0+IVDdwlLx6MnHFux1uxeS9fG7RmYRETnAiIgCx5EyiJ9RUu5NPTTSnrA9wcvn+R5cSSbkkknnJW410/AYHiEu+UxU7em5Gl9l7u5YYvM1LvIy8Ogt4rIPg+GYZTjV+4Mzh50xD/a56whtri+zfb8FtmJZ0sJnc10lHVktY1jbOaAGtvYWEnSUuGajO2dkrVHCv0Ly/2hYMNlDVnrk90i46nPAyIH4Bh0ELt0krjI8dWoWPaQtb1cfCZP42WerrRg1HJVTWbVzNdHSxHlC+2RzdwGo9w2uWBucSbnWSu7G8ZnrJTNUyulkOrSduA3NA1NGs6gANa4FinNzlbKpUqC2/KjDDheTDKd40ZqmSMyDYQ9x4Ug9LWRNafRUBmqyPaAMTrhaniN4WHbPKOTYHa0EdpHMCpTP3iz3wYfG88Z7ZKh7ebT0dADoALx2JdrqwsxtTeROH/CMQpIrXDp4tIeaHgu+yCoRaJmIow/FBI7ZBDNMe4R/wD2Lh0uuWdTwlbOdwfofUAafEFQq85pS9znna4lx63G59q8F7MVSSMzJfJGl4Ssgb54cfocf+lZTnAxD4RiVXLe4M8gafNY7Qb9loWxZFyiE1NU7ZT000naBceDXL5+c4k3OsnasGrdzorjXB+LaM31KYsCeRyqurDG9LWWt9pj+9Yuvo7JzDtCDBaUD5Pwl46XfvtfaXhRxfzT9c/8Gl0Ztn2qgcSELTxaeCGEDcNRf7HjuWdKey7xD4RiNXLe4dPKGnzWuLW/ZaFAqYxq2ZKHg4cSqrWLIGwsd0yk3setrO8LpUVm/wAuaGioZKWqgqJDLLwjjGWgWAZoi+mDqLL9qmP9oOC/Mqz1g/7q1YM0cadk5xbZ4KZydwThyZJTwdNHd0srjZoa3WQHHfYdm3mvBzZ0cOj/AOHwsvPPPLcD6PGuqflfnBrMRHByubHALWhiGjHq2aWsl27abC2oBPPV8VFHFj9nhnJyoGI1z5mC0TQIoRa1o2E2Nt1yXOtu0rblVkU5kfkvPiVQ2CAdL3kcWNl9bnfgN51LEVL1mPwsRGoxOVvEp2GOK/ypnix0TzhpDf8AV611veXElxuSSSeck3KnMenhhiioKT/h6cWLtV5ZPlOJG3WT0XJ3AKBXpabHtjb7ZCbthERaBAvx5sCeYH2L9UdlDU8HTyu3lpaOt2r8fBck6TZ1FCwTC31EhYwEkNLtXMCB+IX4tM/s74KJqmpmeLsZE2PXs0pHh3gIj3ovGNJdM8+Cn91VtGr+FJ0ayWE9pcL9LVRMPm0m23jV2bl9CYph7KiF8MguyRpaefXvHMQbEHnC+eMWw6ShqXwybWnUdz2HY4dBHcQRuW7TZOKZKa8nai8Y3hwBGwryWwkEROpADOpNwWD0EGx000s56QwEC/ZK3uWQLTs/U9qumpgeLT0sbepzib/ZDFmK8eb3SbNKVIItGzOYHTzurJ6qFs0VPBfQdsL3G7dY2G0bh9JW/hML/wAHh9c78iaGKc+YoHJLswpFuvCYX/g8PrXfkXtZiNCz+HhFGDuL2tf7WJ/rZPX9C74mJ4VhE9S/Qp4ZJXatTGF1r+VYcUdJ1LT8nc2MVHoz4w9t+UykjcHOf/8AK4G1r7gbbLu3KyVGWVSW6EZjgZ5MLA3xNyOyyr8khcS5xLidpJJJ6ydqrDSP/JivJ6JXFsVkrZWNsGMu2OKNvJjBIaABz7NfsGpUvPrWh+KvjHJgihhH1eE1est2KyUNSYpGSAAlj2vAOwlrgdfcpevxHD55HSzYVE+R5u5xmdcnp4ifPilKlBcI5CSXZgS1rM3BwdDidSd7I6dp6X30vvsU3wmF/wCDw+td+ReysxeH4MaalpGU0bpOEeGvLtJwAG9otsb3BRhp57la4Hc1RCoiL0SBJYnPwGBV0mx0z4oG9IuC630XP7lhy3mkxiH4MKaqpGVMbZDI0OeW2cQRcgNNzYu19K9fCYX/AIPD6135Fgy4ckptpFoySRieHUhmljibypHsYOt7g0e1fTWIVYhrKuYDiUNE7R6xHpADsLgqvSVuHRPZJHhMLXsc17XCU3a5puCOJtBAXrynxNwwjEal1g+qmjhHVpBzgPoOcOxJ8cscW5fo7uTaowkm+sr8RdmDUPD1EMI/myxx/XeG/is45xovoXHqLCqad8IwqF+hojS4RwuS0HZonZe23co/hML/AMHh9a78istPkatIXejCl5RsLiA0Ek6gALknoAW7MqsNbycHpvpP0vAsXVDlYYRakpaSmH+XEAfCw7wmWmyejm9Gd5LZqqyp/eVI+B041uknGi63mRmx7XaI16iVf311PR05o8NaWxn+LM7+JMbWNzYEDu5gANsbiOKTVBvNI5/MCdQ6mjUOwLjWnFplHmXLElO+giItJMIiIAKlZc4jpObC06m8Z3pEah2A+KsePYs2nj0tRebhjec856AvRmdyOdiNZw8wJp4XB8hI1SSbWs6dfGd0avlBZNVlpbEUxx8mzZnsmzQ4bGHi0s376QHaC8DRaQdhDA2457oruiwFgqxl3km2vh4tmzsuY3nYedj/ADT4HXzg2dF1Np2gas+ZmufTyOjlaWuabPYdrSP/AHqIUox4IuNYWtZcZFR17dJto6hos2S2pw8mS21vTtHeDilXTzUcropmFjhtadhHO07COkL0cWZSRCUaJJSWTdNwtVAznkYT1NOkfAFRFPUNeNR7N4VrzfstUulIJ4GGWSwFyTYNsANps4quSVQbOJcmR50a/h8VrHjZwpj9UBH/AEKrKaqMn657nPdSVRc4lxPASayTcnk85Xr/AGZrfmdV6iT8q8g0GnZuIeBwOpkIsaipbG087Y2tPt4Qdi9SmpqQ02E4bTOBa4sfM9pFiHPOkA4HYRwjh2KFXpaZVjITfIREWgQIiIAIiIAIiIAIiIAIiIAL1515uCwrD4N8sk1Qfo8Vt+tsvgV7Lcy9OezC6mSrhihp55I6emijuyJ7m6WsmxAts0e5ZNW/xSKY+zJleMy+H8Ni9NquI9OU9Ggw6J+uWKu/szW/M6r1En5VpOZfBpqU19VNDLEY6YsZwkbm6RedLi6Q1kGMDV5XSsKVuix2YvU8LPLJ5Uj3DqLjbwsuNAi9lKuDMEREHAiIgAiIgAuLFsUZTs0nnX8lo2uPR0dK4scyijgu1tnyeTfU30j+G3qUXkjkhWY1OSDoxggSTOHEYNui0fKdY6mjn1kXus+bUKHC7KRhfZ6MnMBqcarNBmoai95B0IY7+J22btJ7SPqfJzA4aGnjp4G2YwW17XHe5x3uJ1n3L0ZKZNQYdA2CmbZo1ucdb5Hb3PO8+A2CwUyvObbdssERFwAiIgAorKHJ6Ctj4Odl7clw1PYedjt3VsO8FSqLqddAYHlVkPU0BL23lhGsSsGto/zG7W9esdWxR+C5RyQP02PLHWtpNtrB3OadRGody+jCqPlPm0pqm74f93lOvij924+dHuPS23TdaYajxIm4einsy0rCLipJHox/lXl+2Nb84d9SP8qreOZL1lASZYzoD+bHxoz1m3F+kAuKDFPKHaPctUfjfhCOydxHEZZ36czy91gLm2oDcANQ2lcq9cNQ13JIPRv7l7FZV4FCIiDgREQAREQAREQAREQAREQAU5HlfWgACodYatbWE9pLbntUGi44p9o7ZPftjW/OHfUj/KuevykqpmGOWZzmG1xZovbn0QLqJRcWOK8ILYRETHAiIgAija/HoIr3fpO8lms9u4dpVaxDKyV/FibwYOoHlPPVuHYFKeaEe2MotltxDEY4BeR4bzDa49QGsqn4plRLMeDgDmBxsLa5HE6gBbZfmGvpVhyWzS4hXOEk4NNEdZfNcyOHmx8onZytEWOolblkbm9osNAMMenLvmks6TX5OqzB0NA6brHk1MpcLhFVBIyjIDMtLMWzYjpRR6iIQbSv3/vD/LB5uVt5O1bzh9DHBG2KFjY42izWtFgB1D2rpRZhwiIgAiIgAiIgAiIgAiIgD8IVRx7N1RVN3BhgeflRWaD1s5J7gelW9F1Sa6BqzD8azW1kNzCWVDfNOg/6jjbucepVOd89O7QlbJGfJlYQezSFyOpfTi9NVSskaWyMa9p2te0OB6wdSvHUSXYjgj5uixbym93uK6o6+M/Kt16lrmKZs6Ca5bG6Fx3xOIH1Ddo7lU8RzOyC5p6pruZsrC09r2k3+qFeOpQjgyrtcDsIPUv1ftdm8xGE6oNMeVE9p7gSHeChaqGqg/ixzx2/vI3gd7hZWWaLF2smUUAzGX87T2e5e1uNnewdhITfIjlE0iiRjg3sPePcvIY4zyX+HvXd8QpkoijfjuPmf3D3r8+PIvP7h70b4+wpkmiizj0XM/uHvXrdlDH5D/D3o+SPsKZMIoF+Ug3Rntdb8F6JMpX7mNHWSfcleWHs7tZZUVNlyimJsHNB5mtF/G66abCsRqf4cFW8HeI3tZ9YgN8Uj1EUd2Mss1Qxmt72t63Ae1RtTlFAzY4vPmj8TYLpw7NDic2t8cUA55ZQT12i0vGytuFZiWDXVVj3bOLDGGfbeXX7goy1T8DLGZlV5Wu/lsa3pcbnuFgPFemhw7EMRNoYp5gbi7W6MQ6C7UwdpX0Vg2bbDaaxZSse4W4015Dcbxp3DT1AK2NaALAWA3BZ55pS7Y6ikYNk7mJmfZ1bO2Jv93Dx39Re7itPUHLVsmMhKGgsaeBun/ev48nY53J6m2HQrIikMEREAEREAEREAEREAEREAEREAEREAEREAEREAEREAEREAcFZglNN/Fp4JPTiY72hQ9TkBhz9tJGPQ0mfcIX6i6pNBRS8fyIooidCEj/VlPtesxxqmbG8hgsOsn2oivjbfYjRGFeJRFUU8SrDkzhUUxtI3S+k4fdIREkujqNPyezd4dILvpy49M01u7hLK1U2QGGs2UNOfTYH/fuiLO2xybpMOhiFooo4x5jGt+6F1IiU6EREAEREAEREAEREAEREAEREAEREAf/Z"/>
          <p:cNvSpPr>
            <a:spLocks noChangeAspect="1" noChangeArrowheads="1"/>
          </p:cNvSpPr>
          <p:nvPr/>
        </p:nvSpPr>
        <p:spPr bwMode="auto">
          <a:xfrm>
            <a:off x="63500" y="-144463"/>
            <a:ext cx="1800225" cy="18002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nl-NL">
              <a:latin typeface="Calibri" pitchFamily="34" charset="0"/>
            </a:endParaRPr>
          </a:p>
        </p:txBody>
      </p:sp>
      <p:sp>
        <p:nvSpPr>
          <p:cNvPr id="9220" name="AutoShape 5" descr="data:image/jpeg;base64,/9j/4AAQSkZJRgABAQAAAQABAAD/2wCEAAkGBhASERMQEBQSEhASGBQUEBcTFRAXEhkXFhQXFxUUFRUXHCceFxojGRYWHy8gIygpLDAsFR8yNTAqNSYrLCkBCQoKDgwOGg8PGikkHyIzKzUsKiw1LykuKSwtLCwtLSwpLCwsLCwsLCwsLCwsLCksNCwsLCwpLCwsLCwsLSwpLP/AABEIAHMBtQMBIgACEQEDEQH/xAAbAAEAAgMBAQAAAAAAAAAAAAAABQYDBAcCAf/EAEgQAAEDAQQECAcPAwUBAQAAAAEAAgMRBAUSIQYxQVETImFxgZGSsQcyU3Kh0dIUFRYXMzRCUnOCk7LBwvAjJINDYqKz4VRj/8QAGgEBAAMBAQEAAAAAAAAAAAAAAAIDBAEFBv/EADcRAAIBAgMFBQcDAwUAAAAAAAABAgMRBBIxEyFBUWEFFBWh0SIyUnGBkbFCwfCC4fEjJDM0Y//aAAwDAQACEQMRAD8A7iiIgCIiAIiIAiIgCIiAIiIAiIgCIiAIiIAiIgCIiAIiIAiIgCIiAIiIAiIgCIiAIiIAiIgCIiAIiIAiIgCIiAIiIAiIgCIiAIiIAiIgCIiAIiIAi5kdM7b5QdiL2U+Gdt8oOxF7K8bxmhyl5epn7xHqdNRcy+Gdt8oOxF7KfDO2+UHYi9lPGaHKXl6jvEep01FzL4Z23yg7EXsp8M7b5QdiL2U8ZocpeXqO8R6nTUXNYdLbe9wY19XOIDQGRVJOoeKr7DKYYQ60yAlorI8gAV3AAdA2la8NjoYi7imktW7W/JOFVT0N1FS7f4QsyII6j60hOf3R61pfGBafqw9mT21VLtXDRdr3+Rx14I6Ci578YFq+rD2X+2nxgWr6sPZf7aj4th+v2ObeB0JFz34wLV9WHsv9tPjAtX1Yey/208Ww/X7DbwOhIue/GBavqw9l/trdubTK0zTxxFsVHmjqNfWgBJpxtwUodqUJyUVe76HVXi3YuqIoi+7XbGOb7libI0g48Ww1FPpDlW+pNU45mm/lvLW7K5Loqt76Xt/80f8AP8iyaMaRz2mR7JGsDWNqSwO8bEABXERqxdSzRxsHNQtJN6XTRBVFe28sqKnx6TW6SSVkEUTxG4g6waYiBWrxuWf30vb/AOaP+f5FxY6D0jJ/JM5tVyZaUUBft+TWezRS4WcK4tbI11S0EsJcBR28bys2jN+m0xuLwGysNHgVpn4pocxtHO0q1Ymm6my42uSzq+UmUUJpJfclnMOAMPCOwuxB2rLVQjevulN9Ps0TZIw0kvwnEHEUwuOwjcuzxMIZ7/ptf6hzSv0JpFVRfF6UDvc0ZaRXLXTmEhPoW1c+lzZX8DMwwzagHVoTuzAIPIVXHGU21F3V9Lpq5xVFoWBERbCwIiIAiIgCIiAIiIAiIgCIiAIiIAiIgCIiAIiIAiIgCIiAIURAcYITCuzovnvBP/Ty/uZO7dTjGFKLs6pem+kGuyxH7Yj0M/U9W9ZsT2ZHD03OVTy1f3IToqCu2UtEVg0R0f4eThHj+jGc9znaw3m2noG1eXRoyrTUI6spjFydkTmhOj+BvumQcdw/pg/Rafpc57udRend7F83AA8SKhdyvIr6AQOkroCp14aCSSyyS8K0Y3OdTC7IE1A17l9LisLOGGVGgr8zZODUMsSkIrf8XUnlmdh3rT4u3+WZ2HeteJ4bifg/HqZtjPkVBFb/AIu3+WZ2HetPi7f5ZnYd608NxPwea9RsZ8ioIrf8XUnlmdh3rT4un+WZ2HetPDcT8H49RsZ8ioK46BXOcRtLxRoBbFXaT4zhybOk7lvXfoDCwh0rnS02Uws6RUk9as7GAAAAADIAZAAagAvUwHZk4TVSrw0RdSotO8j0iLRvm9W2eJ0rszqYPrOOofzYCvenNQi5S0RqbsrsiNLb3cMNkgzmmyNNYadnIT6BU7lK3HdDbNEI25nW873HWebYOQKJ0TulxLrZPnNNm2uxp28lRq3Cm9WZY8NB1JOvPV6LkvV8SuCu8zKBcd+xWae1GXFx3kNwiup7694U58PbJ/8Ap2P/AFaGiMDXWi2YmtdR+WIA/wCpJvVq974vJx9hvqWXBxrukskkld6q/F9SFNSy7mV7wgmtmjO+Qf8AW9a9u/s7ay0DKC0Cku4E0xHro7tLY8IXzZn2g/63qWvq6xaLO6P6VAYzucBl16uYlKtJzrVHH3o5Wvmr/nQSjeTtruIbTrXZftD+1evCH83Z9p+x6gLXeZlhsrH/ACkMhY8HXQYcJPQKc7Sp/wAIfzdn2n7HrPOqqtOvNcVH8EHLMpP5FksfybPNb3BVzTu7wYmzjKSNzRiGvCTTXyOoR0qx2P5Nnmt7gq/p5bWtgEWt8jm0G2jTUnrAHSvSxmXu0s3Lz4eZdUtkdybum1mWCKQ63saTz0z9NVtrTueymKCKM62saHc9M/TVbi1U75Fm1sixabwiIrDoREQBERAEREAREQBERAEREAREQBERAEREAREQBERAEREARFr3hbmQxulkNGtHSdwHKTkuSkoq70GhG6UX8LNFxfln1EY3b3nkHfRcye8kkkkk5knWSdZK2r0vJ88rpX6zqGxoGpo5vWtVjCSAASSQABrJOoBfGY7FvE1N2i0/nU86rUzs27pux9olbEzbm47GtGtx/mshdVsNiZDG2KMUa0UG/lJ5Sc1G6MXCLNFnThX0Mh7mjkHfVTK+g7Owfd4Zpe8/Lp6mqjTyq71C0L4viOzR8I/PYxo1uO4etb65ppneBktLm14sXEbz63Hry+6Fdj8V3elmWr3IlVnkjcW/TO1SE4XcE3YGAelxzPoWj7/Wry83bf61oIvkZ4mrN3lJ/cwOcnxN/wB/rV5ebtv9ae/1q8vN23+taCzWSyPleI42lz3agO87hyqKq1W7KT8xeRdNBLVPIZXyyPe0YWtxOcRU1JpXkp1q3KPuK6RZ4WxDN2t53uOs82ocwCkF9phKcqVGMZ68T0aaaikwiItRMKraV3HaZ5Y3RBro2NFA8imLESat21Ab1K0rVvC9IoAHTOwBxoMnHOldgKz4mlCpTcajsvsQmk1ZlewXxvh/4epb9zC8OE/ujHweE+LhriqKahuqsnwvsXlR2ZPZWWyaSWWV4jjkDnurhGF41AnaNwKy01RUlas30zJ3IJRv73mV6C5bxhlmfBwYEriTUtOWJxbrGXjLZw3xvh/4epS9p0mskb3MfIA5po4YZMj0BYxpdYvLDsyeyq1Sw8PZVZrpmRzLFbs3maukV02i0WWJgwmYFrpMwBXg3B1OkqwsGQCx2a1Mkbjjc17TtaQR6FlXoU6UYyc073t5Fqir3KdfmiMr7SJoQ3A4tc8E0o4HjU59fPVSml10S2iFrIgC4PxGpplhcP1C2J9KLIxzmOlAc0kOGF5oRrGQUlDM17WvaatcA5p3gioKyxw+HltIwfva2a3ehBQg7pcSrsgvegaHQtAAAPF2dBWe6tFHCX3RapOGmGbdeEEajU66bMgApi8L3hgw8M/Birhyca0pXUDvCXffEE+LgXh+GmLJwpWtNYG4pGhQVRRlNya0Td/IKEb2bubiLHaLQ1jXPecLWglxOwBR1n0nsj3NYyUFziA0YZMyecLZKrCDSlJJsscktSVRad4XvDBh4Z+DFXDk41pSuoHeFp/C+xeVHZk9lRlXpQdpSSfzRxyitWTCKNsekVmleI45A55rQYXjUKnWNy8RaUWRzgxsoLnENAwyDMmgGY3p3ilrmX3QzR5kqixWm0sjY6R5wsaKuOeQ6Fp2LSCzTP4OKQOfQmlHjIa9YU5VIRkotq74HbpbiRRa1vvKKFofK7A0nCDQnOhNMhyFebvvWGcEwuxhtA7Jw184CbSGbJdX5cRdXsbaLRvC+oIPlXhpOoZl3PhFStGLTOxuNOELfOY8Drpkq5YilB5ZSSfzOOcVubJxF5jka4BzSHNOYIIIPKCFoW7SCzQvwSyBrqA0o85HVqCslUjBZpNJHW0tSRRQ/wALrF5UdmT2VIWO8IpRiie14GvCa05xrCjCtTm7Rkn8mcUk9GbCLVvC9IoAHTOwBxoMnHOldgKXfecU7S6J2NoNCaOGdAaZgbwpbSGbJdX5cTt1extIo+3X9Z4XYJZA11K0o4mnQDRbFht8czccRxMqQDRw1a6VAquKrByypq/LiMyvY2ERFYdCIiAIiIAiIgBK5tpbpB7okwMP9GM8X/cdRf8AoOTnU1ptpDhBs0Z4zh/VI2NP0Oc7eTnVGXzfauNu9hD6+hjr1P0oK66EaParVIPsQfS/9B17lTI3AEEgOAIJBrQ8hpnRWVun9oAoI4QBkAA+n5l5+BnQp1M9Xhoiqk4p3kdBRc/+MG0fUh6pPaT4wbR9SHqk9pe/4thub+xq28DoCgrRoXZXvc9wfieS53HOsmpWXRe+X2mJ0kgaCHlow1pQNadpO9Y9KNIhZmANoZn1wA6gNrj+g29C0VZ0KlHa1FePUnJxccz0MD9CLEBU4wN5fQLX+C92+UH4zVSbZbpJXYpXOe7/AHHuGodCwUXz88dQv7NFW6/4MjqR4ROiWfQ2wuzbV4GRpISOarVNWG7IYRSJjWA66DM85OZ6VF6E2Mx2VpORkLpOg0DfQ0HpU8vocLSp5I1FBJtGuEVZOwREWwsCIiAKp+EP5GLzz+Qq2Kp+EP5GLzz+QrD2h/1p/wA4lVX3GRGi+i8Vpjc97ntLXYRhw08UHaDvVjuzQyGCVszXyFzK0DsFM2kZ0byqnXPo5PaGOfEWBrThOJzga0B2A7wrLozozaLPNwkpYW4XN4rnE1JFMiBuXk4GKeS9H+r9yimtPZ+pVdJfnc/nnuCsV7aDRMhfJG+TExpfR+Ag4RUjICmpV3SX53P557gs1635bXAxTuc0GhLSwMJGyuQJCxKdGMqu1i3v3dNSu8U5XRtaC2pzbSGA8WRrsQ2cUVB58qdKv14WsRRPlOpjS7noMh0nLpVc0HuVjWe6cQe94oKamiuYNfpVGf8ACvWn9vwwtiGuV2fmsoT/AMsK9fCuWGwTnLq19dPM0QvCndlEcHvxSGpoavPK46zzldB0Ft+OzYD40RLfunjN7yPuquXK6zCx2hkkjWyy+KDWvEFWbPrVX3QW34LTwZ8WVpb95vGb6MQ6V5uBlsK1OV/fW/pv/wAFNJ5ZLqSXhG/0P8n7FA6LXnwFoY45MfxH7qOOR6HUPWp7wjf6H+T9ihLXdtbDBaAPFdIx/MZHFp66j7wUsWprGTnDWNn5IVL7RtcCw6f3nhY2ztOb+M/zQch0u/Kqpo986g+0b3rfuCJ9rtbHSnEGBrnnkjADR0mlecrSuH53D9o3vVVapKvWjWejdl8lb1OSeaSkWLwi6oP8n7Fp6OaLQ2iHhHve12JzaNLKUFN45VueEXVB/k/YoW6NE5bTHwrHRgVLeNirlTc071fiFfHS9jPuW7TgiU/+V7rluunRGGCVsrJHuc2tASymYI2DlVLv6EwWuSmWF/CN6aPHfToVs0X0Wls0rpHujILC0YcVa4mnaBuUX4QrJSWOX67S087DXud6Fdi6P+0U1DI0728vQlUj/p3tYltNrePcjQ0/LFtPN8f9B1qnaO2rg7VC7ZiDTzP4p71lvm9OEisrNfBx0dz4i3P7rAeletI7q9zuhoKF0TCfPaKO9ND0rHiq0qtXbx0jl9fyVzk5SzLhYm/CJas4YvOefQ1v7ls3DL7lu509OM7E8A7SSGMB5Mh1qtaSXh7onDm58SJraby0OI7TiOhWvSuy8Hd4jbqj4Jp5gQO+i1wqOdatiI/pW7+fQsTvKUlwKldF3PtloIc451fK45mmWrlqQB/4rBfOgsbYnPgc/GwF1HEEOAzIFAKGiweDtw4SYbcLacwca94V3lIDSTqANeaiswODpVsPnmrt338jtKnGULsoWg18OZLwBNY5K4RucBWo5wD00WHTv539xn7lHaOAm1QU+u3q2+iqkNO/nf3GfuXn7SUsC0+Et32Kr3pfUk7DoPDLZ45A+Rsj2Nd9AtqRXVStOlV/Rq0vjtUWE+M5rHbi1xoQd+/oWSS/bayFkZc5kRaBHxA2rQAOK6lTlTMHapbQW5WPd7pc4ExkhrBrBp4zujV/4pxUK1anGhHK1rw5HVaUkoo3vCH8jF55/IVp6LXqyz2OaV2f9SjBtc4sbQfzYCtzwh/IxeefyFUkRSGMuo4xNdmfohzh3kNHo3q3GVpUcZKcVvt+2p2pJxqNok7qu6W3Wgl5NCcUztw3DcTSgHJyLpcEDWNDGANa0ANA1ABVbQG8IzG6CgbICXH/AHg7ecZDmpyq2r0uzKUI0tondy1f7F1GKUb8wiIvVLwiIgCIiAKK0jvwWaLFkZHVEY5d55B6htUqte03dDIayRxvIyBc1rjTdmFVVU5Qag7PmRle245DLI5zi5xJc4kuJ1knWSvK617x2XyEP4cfqT3jsvkIfw4/UvnvBaj/AFoy93fM5Ki617x2XyEP4cfqT3jsvkIfw4/UngtT4kO7PmclRda947L5CH8OP1J7x2XyEP4cfqTwWp8SHdnzIXwffN3/AGh/IxVXSq2GS1Sk6mng28zMu+p6V02zWSOMYY2NYCakNaGiu+g5gsbrthJJMcZJzJLGVJO05L0KuAnUw8KKlp5lsqTcVG5yBWDR/RKWZwfK0shGZrUOdyNGunL1LoMVhiaatYxp5GtB9AWdUUOxoxlmqSv0IRw6T3s+MYAAAKAZADVQbF9RF7pqCIiAIiIAqn4RPkYvPP5CrYsc1nY/J7WuA1YgD3rPiaW2pSpp2uQnHNGxWfB58hJ9p+xqtSxwwMYKMa1oOZwgAehZF3D0tjSjTbvY7COWNjlOkp/u5/PPcFe9J7gFpiq0DhmZxnfvYeQ9/SpR9giJJMbCTrJa0nros6x0ez1HaKbup+WvqVxpWvficy0av51llLX14JxpIDraRlipvGojdzBfdMLxE1pIYQ5rAGMpmDtJHSadC6I+wREkmOMk6yWtJ66ILuhGYjjBGriM9Szvs2rstjn9m99PIhsZZctytReD2LCMUkmKgxUwUrTOmWqqq142Y2S1FrTUxOa5hOsjJwr3Lqywy2ONxq5jHHeWtJ6yFbX7Lpyitl7LXElKgmvZ3FN0+tDXssz2+K8Pc3mIjIUporZGS2ARvFWOMgPbOo76qefY4yACxhDfFBa0gcwpkvcUTWijQGjcAAOoK6GDaxEq0mnmVrfb0JKn7bkzSuq4obPi4IEY6Yqkk5VoM+crnNwn+7h+0b3rqywMsEQNRGwEZghra9dFHEYFVHDJZKL0+xydK9rcCpeEbVB/k/Yom5NLnWaLgmxtcKl1S4g505ORdFmszH0xta6mrEAac1Vj97YfJx9hnqVdXA1XXdanOzfTojkqUs2ZMrtxaZvtE7YTG1odizDiTk0nVTkWzp1ZMdlx7Y3Nd0Hin8wPQpuOxRNNWsY07w1oPWAsr2BwIcAQdYIBHUtCw9SVGVOrK7fElkbi1JnJrksnC2iKPWHPFeYcZ3oBVx8INkxQsl2xuoeZ4p3hqscdhiaatYxpGohrQesBZZImuGFwDgdYIBHUVmo9m7OhOk3dy4/gjGjaLjzOW6L2XhLVE3YHYzzMGLvAHSul3jYWzRPidqeCK7jsPQaHoXuKxxtNWsY06qta0HrAWZX4PBLD03CTvfUlTp5FZnLI3WiwWipFHiozrge066HaDlzEKSvfTh8sRjYzg8Qo84sRodYGQpXVVX2ezMeML2te3c4AjqK1orlszTibDEDsIYyvRksq7OrU04Uqlovh/P7Feykt0XuKtoPcDw/3TIC0AERA5EkihdTdSoG+qjtOz/d/cZ+5dHWGWxxuNXMY47y1pPWQrZ9nLu6oQfG9+ZJ0fYyohoroZabBDG7I8Gwsd9V2EUPNsPIVS7ut8titBxChacMrN4/mYP6FdSYwAAAAAZADIDmCxS2KNxq5jHHeWtJ6yFKvgM+ScJWlG2/mdlSvZrVFT05tbJLNBIwgsc+oP3D6eRetCLKyWyzRvFWOeQew3Vy7VaTYYqYcDMINQMLaV30ovcMDGCjGtaDmcIAHoUlg28RtpNaWa+lhs/bzM5baoJbFaaA0fGasOxzTqPMRUEc4XSrpvNloibKzUdY2tcNbT/NyzzWSN+b2NcRqxNae9fYbOxmTGtaDrwgDuTCYOWGnLLL2Xw5CFNwb37jIiIvRLgiIgCIiAIiIAiIgCIiAIiIAiIgCIiAIiIAiIgCIiAIiIAiIgCIiAIiIAiIgCIiAIiIAiIgCIiAIiIAiIgCIiAIiIAiIgCIiAIiIAiIgCIiAIiIAiIgCIiAIiIAiIgCIiAIiIAiIgCIiAIiIAiIgCIiAIiIAiIgCIiAIiIAiIgCIiAIiIAiIgCIiAIiIAiIgCIiAIiIAiIgCIiAIiID/2Q=="/>
          <p:cNvSpPr>
            <a:spLocks noChangeAspect="1" noChangeArrowheads="1"/>
          </p:cNvSpPr>
          <p:nvPr/>
        </p:nvSpPr>
        <p:spPr bwMode="auto">
          <a:xfrm>
            <a:off x="63500" y="-144463"/>
            <a:ext cx="304800" cy="304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nl-NL">
              <a:latin typeface="Calibri" pitchFamily="34" charset="0"/>
            </a:endParaRPr>
          </a:p>
        </p:txBody>
      </p:sp>
      <p:sp>
        <p:nvSpPr>
          <p:cNvPr id="9223" name="Tekstvak 6"/>
          <p:cNvSpPr txBox="1">
            <a:spLocks noChangeArrowheads="1"/>
          </p:cNvSpPr>
          <p:nvPr/>
        </p:nvSpPr>
        <p:spPr bwMode="auto">
          <a:xfrm>
            <a:off x="468313" y="980728"/>
            <a:ext cx="8280151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4000" dirty="0" err="1">
                <a:solidFill>
                  <a:srgbClr val="FF0000"/>
                </a:solidFill>
                <a:latin typeface="Aharoni" pitchFamily="2" charset="-79"/>
                <a:ea typeface="+mj-ea"/>
                <a:cs typeface="Aharoni" pitchFamily="2" charset="-79"/>
              </a:rPr>
              <a:t>Veel</a:t>
            </a:r>
            <a:r>
              <a:rPr lang="fr-FR" sz="4000" dirty="0">
                <a:solidFill>
                  <a:srgbClr val="FF0000"/>
                </a:solidFill>
                <a:latin typeface="Aharoni" pitchFamily="2" charset="-79"/>
                <a:ea typeface="+mj-ea"/>
                <a:cs typeface="Aharoni" pitchFamily="2" charset="-79"/>
              </a:rPr>
              <a:t>-op-</a:t>
            </a:r>
            <a:r>
              <a:rPr lang="fr-FR" sz="4000" dirty="0" err="1">
                <a:solidFill>
                  <a:srgbClr val="FF0000"/>
                </a:solidFill>
                <a:latin typeface="Aharoni" pitchFamily="2" charset="-79"/>
                <a:ea typeface="+mj-ea"/>
                <a:cs typeface="Aharoni" pitchFamily="2" charset="-79"/>
              </a:rPr>
              <a:t>veelrelatie</a:t>
            </a:r>
            <a:r>
              <a:rPr lang="fr-FR" sz="4000" dirty="0">
                <a:solidFill>
                  <a:srgbClr val="FF0000"/>
                </a:solidFill>
                <a:latin typeface="Aharoni" pitchFamily="2" charset="-79"/>
                <a:ea typeface="+mj-ea"/>
                <a:cs typeface="Aharoni" pitchFamily="2" charset="-79"/>
              </a:rPr>
              <a:t> (</a:t>
            </a:r>
            <a:r>
              <a:rPr lang="fr-FR" sz="4000" dirty="0" err="1">
                <a:solidFill>
                  <a:srgbClr val="FF0000"/>
                </a:solidFill>
                <a:latin typeface="Aharoni" pitchFamily="2" charset="-79"/>
                <a:ea typeface="+mj-ea"/>
                <a:cs typeface="Aharoni" pitchFamily="2" charset="-79"/>
              </a:rPr>
              <a:t>m:n</a:t>
            </a:r>
            <a:r>
              <a:rPr lang="fr-FR" sz="4000" dirty="0">
                <a:solidFill>
                  <a:srgbClr val="FF0000"/>
                </a:solidFill>
                <a:latin typeface="Aharoni" pitchFamily="2" charset="-79"/>
                <a:ea typeface="+mj-ea"/>
                <a:cs typeface="Aharoni" pitchFamily="2" charset="-79"/>
              </a:rPr>
              <a:t>)</a:t>
            </a:r>
            <a:endParaRPr lang="en-US" sz="4000" dirty="0" smtClean="0">
              <a:solidFill>
                <a:srgbClr val="FF0000"/>
              </a:solidFill>
              <a:latin typeface="Aharoni" pitchFamily="2" charset="-79"/>
              <a:ea typeface="+mj-ea"/>
              <a:cs typeface="Aharoni" pitchFamily="2" charset="-79"/>
            </a:endParaRPr>
          </a:p>
        </p:txBody>
      </p:sp>
      <p:sp>
        <p:nvSpPr>
          <p:cNvPr id="9" name="Tekstvak 6"/>
          <p:cNvSpPr txBox="1">
            <a:spLocks noChangeArrowheads="1"/>
          </p:cNvSpPr>
          <p:nvPr/>
        </p:nvSpPr>
        <p:spPr bwMode="auto">
          <a:xfrm>
            <a:off x="468312" y="1556792"/>
            <a:ext cx="5687863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nl-NL" sz="1600" dirty="0">
                <a:latin typeface="Aharoni" pitchFamily="2" charset="-79"/>
                <a:cs typeface="Aharoni" pitchFamily="2" charset="-79"/>
              </a:rPr>
              <a:t>Een veel-op-</a:t>
            </a:r>
            <a:r>
              <a:rPr lang="nl-NL" sz="1600" dirty="0" err="1">
                <a:latin typeface="Aharoni" pitchFamily="2" charset="-79"/>
                <a:cs typeface="Aharoni" pitchFamily="2" charset="-79"/>
              </a:rPr>
              <a:t>veelrelatie</a:t>
            </a:r>
            <a:r>
              <a:rPr lang="nl-NL" sz="1600" dirty="0">
                <a:latin typeface="Aharoni" pitchFamily="2" charset="-79"/>
                <a:cs typeface="Aharoni" pitchFamily="2" charset="-79"/>
              </a:rPr>
              <a:t> lees je als volgt:</a:t>
            </a:r>
          </a:p>
        </p:txBody>
      </p:sp>
      <p:pic>
        <p:nvPicPr>
          <p:cNvPr id="2" name="Afbeelding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559" y="1875898"/>
            <a:ext cx="4733513" cy="4422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008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AutoShape 2" descr="data:image/jpeg;base64,/9j/4AAQSkZJRgABAQAAAQABAAD/2wCEAAkGBxQSEhUUEhMUFRUXFxQXGBgXFRgcGRcZFxUcGhwdFRcYHCohGBolHBcXJTEiJSkrLi4uFx8zODMsNygtLisBCgoKDg0OGhAQGywmHiQuLCwsLCwsLSwsLCwwLCwsLCwsLCwsLCwsLCwsLDQsLCwsLCwsLDQsLCwsLCwsLSwsLP/AABEIAKMBNgMBIgACEQEDEQH/xAAcAAEAAwEAAwEAAAAAAAAAAAAABQYHBAIDCAH/xABPEAABAwIBBgkGCwUFCAMAAAABAAIDBBEFBgcSITFBEyIyUWFxgZGhUmJyk7HRFBVCVIKSorLB0uMWIzNDwghTVWODFyQ0RKPT4vBzw+H/xAAZAQADAQEBAAAAAAAAAAAAAAAAAgMEAQX/xAAnEQACAgEEAgICAgMAAAAAAAAAAQIRAwQSITFBURMUInEysUJhkf/aAAwDAQACEQMRAD8A3FERABERABERABERABFyTYhG3fc8w1+Oxcr8TceS0Dr1rtMCVXrkna3a4Dt/BV+uxZjP40zW9BcAfqjWe5QVVlnTt5AfJ1N0R3usfBUjilLpCuSRdJMSYNlz1D3rllxg7md5We1OW8h5ETG+kS72WUXUZS1L/wCZo9DWtHja/irR0svIryI0uXF5d2iOoe9R1Ti8u+W31Qs2lrZHcqR7utxP4rnVVpV7F3l9qMa56n/q/wD6o6bFmnbMT9IlVNE6wI5vZPy17D8u/euV9UzyvAqKRP8AEjm47nVPM4jqJXicQlHJmlHVI4ewrjRHxoLOwY/Vt5NTP6xx9pXsZl1Xs/5gkczmRnx0b+Kj0R8UfQbmT1NnTrG8tkDx6LmnvDreCl6TO83+dSuHTHIHeDg32qjuhadrR3L0voGHcR1H3qctPB+DqmzXKDOZh8ltKR8R5pI3Dvc27fFWXD8VgnF4JopR5j2u77HUvnWXCfJd3j3LjkwyRp0m7RsLTYjq2FRlpfQyyH1Ei+ccPy4xGlIAqJHAfJmGmD2v41uohXHBs9GwVdNbz4XX/wCm/YPpHqUJYZIdSRrqKCwDK+jrdVPUMc7yHXbJ9R9nHrAsp1SaoYIiIAIiIAIiIAIiIAIiIAIiIALxkkDRdxAA2kmwUJi2UscV2x2kf0Hit6zvPQPBVHE8aLuNM/qb+Vo9qpHG5CuSRcKvKFo1RjSPOdQ958FC4hjNheaUNHNe3c0az4qlVmULzqjGgOfa73BQ73lxu4kk7STc961Q03sRzLdV5YNbqhjLvOfqH1RrPgoOtygqJdshaOZnFHhrPaVFotMcUY9IRybCIicUIiIAIiIA9tNA6R7WMF3OIa0c5JsFYzkLU73QD/V/8V6cgYA6tjJ2RtfIeoNI9rgsKxmu4eommItwssklvTeXfisufPKEqRSEU1yb1+wtT5UHrf8AxXBjOTc9MwPk0CwnR0mO0gDa9jq6CsIW5YfBwGB0EWx0rpah3SCTo3+i9vckxaicppHZQSRGIiLaSCIiACIiACIiAPxzQdRFx0rhqMIidu0T5vu2LvRcaT7OlZq8BeNbCH21jc4d/vUvgOcbEKEhhkMzB/LqLuIHmyHjt6Lkgcy7166inbILPaHDp/A7lGeBPoZTo0vJXOtRVZDJCaaU2GjKRoOPmS8k9TtEnmV9XyviOTW0xG/mu/B3v711ZLZf12FuEdzJCNsEpNgP8p22PotdvQsWTC4lVKz6eRVfIzLukxJv7l+hKBd0L7CQW2kC9nt84c4vY6laFEYIiIAIiIAIi9NXUtiY58jg1rRck7kAeVRO1jS97g1oFyTsCoWPZVumuyK7I952OeOnyW9HfzKHykykdVP3thaeK3+p/O72d5NcqKku1DUPb1rZiweWTlM7qnFLao+/3BRb3km5JJ5yvFFsjFR6JN2ERS+AYbFKJ5ah7o4aeIySFgu6wudVwdwdu3LspKKtglZEIu34/wAB+d1nqv00+P8AAfndZ6r9NQ+zjG2M4kXb8f4D87rPVfpp8f4D87rPVfpo+zjDYziRd7cbwI/87Ut9KFx+7Gu6jwmkqrChxKnlcdkb7xvPU08Y/VTLU435DYyCRd2KYTNTO0Zoyy+w7Wu9Fw1FcKsmnyhScwqfgKDEqm9iynMbD50twPtaHesEW05azcBgFt9VVNH0Yxf70X2liy8vO7yMvDo/WNJIA1k6gvoHLaIRPp6ZvJp6aGMdYFvYGrEcmJ4o6ynfOdGJk0T3kAniseHEWGs3tbtWyYvlhglRM+Z9VVBz7XDYtQs0AWuw7gjBOMJXIJptcEMi7fj/AAH53Weq/TXm3FsDdqGITsPnwPI7dGNbfs4yWxkeisNPk5HUAmhraaqIF9AODX29G58bKFrKN8LyyVjmOG0OHiOcdIVIZIy/ixWmuz0IvZBEXua0bXODR1uNh7VL41Pg9HM+nqKqq4WPRD9GMFty0O1WYdxG9cnljDs6ot9EIi7fj/AfndZ6r9NPj/AfndZ6r9NT+zjO7GcSLt+P8B+d1nqv01+jHsB+d1Y/0v00fZxhsZwopWnmwic2hxQMP+fG5g+s4NC6MRyVniZwjQ2aK1xJC7SFue223SLjpTxzwl0zji0QS562iZK3RkaCN3OOo7l0IqtX2cKViWETUrhLC91mnSa9hIfGRvJGzrHgtYza53xMW02IlrJDYMn1Bkh5pRsY7zth6N9cVUyjyb1GSBvS6Mb+lg/DuWLNp/MSkZ+z6vRYHmgzomJzKKufeI2bDM464zsDJCdsfM48nYdXJ3xYioREQAWT5cZS/CZeCjP7mM7tj3Da7qGwdp3i1szjY58GptBhtJNdg5w23HcOwgdbhzLJIti1afFf5MnOXg9z33XgiL0EqJBERBwKQxubgMBrHg2dPLFCDzgEOI7W8IFHrxzuT8FhmG0/946Wod/T4SnuWbVOoUUx9mRIitua3J2OvxGOGYExaMj5ACQdFrDbWNY4xavOLFSRbccAwH5rVn/VP/cXi/JzAXavg9YzpEgPteVX4MnoXcjE0WuVuaukqQfiyscZQCRBUgAv32ZIABsvuPSRtWUVVO6N7o5Glr2Oc1zTta5psQekEFTcWnTGTsv2Q+cyWC1PX3qqN1mkP4z4h5UbjrNvJvu1W33LKLCRA5ron8JBK3hIZBrDmkA7ecXHYQegYUtqzTTmvw2aidrfTSxSRE7mSuIc0dAs8/THMrYMuyX+hJxtEXntn4OHDaW9iyB0z29MpAHi2RZSr9nwr+FxaZo5MLIoh2MDj9p7lQVFu3Y6CLSM22RtHU0dRV1xm0I5I4mCIgG5ALto18tnNaxVg/ZLAuav+sxNHHKStI42kYui2Z2RmBO1B9fH512G3ZolUfOFkX8XOidHMJ6edrnRSaOieKRdrhzjSbr38w2LkoSj2gTT6KnFIWkOaS1wIIINiCNYII2FbPm7yqdi0bsPrXaVQ1jn007uU4tGtjztcba77wDfWATiytOa6YsxaiLdvDNb2Ou0+BK5GTi7R1qzUcjqQvroWkcl5cejgwXa+1oCxzK7EPhFbUzA3Ek0rmnzS86NujRst4jkFPPitSP5EVS5vpucS23a0hfOCvqZbpL9CQVIIi3N2ROEUsVOyrp53zup4pJCyU203N421wtxg7VbZZRjFydIZujDEW3fEGA/Nav1v6i5p8hcFn1RVFVSvOwyBr2A+cAL2+kE7w5F4ObkY0pvJfKyqw+TTpZnM1guYdcb+h7DqOoWvtG4hdGW+R02GStZKWvZIC6KVnIkbzjmIuLjpG0EFVxSGN8hqoMWpXVtKwRzxW+FQDdf5bOg2Jvvsd4N4JVLNJjppMTg1/u5nCCQbi2Q6Iv1O0T2FX7KGh4CpliGxrzo+ieM37JC36XI5La/BHJGuSOREWsmVDK/AhYzxDpkaPvD8e/nWq5i8vjUs+A1L7zRtvC47ZI2jW0ne5vi30STWSFQK9kmH1jJYCWlrhJEeax5J5xuI3g9KwanFX5ItCXg+w0UXkvjbK2lhqY+TKwOtfku2OaekOBHYvxZChlGcfE+Gr3tB4sQbE3rGt3bpEj6IUM0WXLPPwtRI/y5ZH97i5da9bHGo0Z27YREVBQiIgD9awkgDaTYdZURn5qR8YRwNPFp6eGO3MTd33XM7lbMlKbhKyBv+Y1x6mcc/dWW5xcQ+EYnWSbjPI0dLYzoNP1WhYdY+UiuMri1TMdDoNxGq3xUwjaemUkjxjb3rK1s+QcHA4A9x21VVYejGB/VG7vWbGrkkUk6RzhEReuZj30MxZIx7dTmva4dYIVVz307WYxUaOrSETj1mJt++1+1XXJykM1VCwb5Gk+i06TvAFZvnRxIVGK1cg2CUxjqiAjuOg6F+1YdY+UWxlWWvf2bXH4ZU83we56xI23tKyFaxmevT0GLVuzQg4OM+foPNu8xd6xlDOcpa/4RV1E17iSaV46nPJHgQo1EQBt+Bw8BgNGy1nVEss5HOAS0Hu4MqPViyug4BtHS/N6WJp9Iix7eID2qur1NOqxohN8henPJJoUOFQ7yyeU84Diwt79I9y6I4y4ho2kgDrJsFDZ+asHEWwtPFp6eGK3MSC/2Pb3KWrfCQ2MzdXnMrQmXF6fmj4SR3QGxm32i1UZanmNh0BiNVvipuDafOlJI8Yh3rClboqWDLSu0cHrpb2NXVtY3XYkB/C91g8d6wxazndm4LDsNpx8sS1Du22h4Pd3LJk+V3NnI9Elk1QfCKunhtcSTRMPU54B7LErbMuqnTrZbbG6LB9Fov9rSWf5j6DhcWhceTC2WV3UGFo+09qs9bUcJI+Ty3vf9ZxP4q+kX5NiZHwelERbyJ784TeEwCFztsVZosO/Rcx5IHRr+yFjK17O1NwOFYfTHlSvkqT0AAht+sS/ZKyFeTldzdezTHo6sLcRNEW7RIwjrDhZb1nEH+/SejH9wLGsgaA1GI0kYF7zxE+ixwe77LStayzqeErZ3DYH6P1Ghp8WlW0i/N/oTJ0QqIi9AiFBZZUXCU5cBxozpDqOp34HsU6vVVxacb2nY5rh3iyWcd0WjqdMsH9m7Gi6KppHHkObMzXufxXgcwBaw9byizHNrlB8Bqny3tpQuZ3vY7+lfq8c0k/A3Rl0TtDnNPWLhSa8cr6Q0+IVDdwlLx6MnHFux1uxeS9fG7RmYRETnAiIgCx5EyiJ9RUu5NPTTSnrA9wcvn+R5cSSbkkknnJW410/AYHiEu+UxU7em5Gl9l7u5YYvM1LvIy8Ogt4rIPg+GYZTjV+4Mzh50xD/a56whtri+zfb8FtmJZ0sJnc10lHVktY1jbOaAGtvYWEnSUuGajO2dkrVHCv0Ly/2hYMNlDVnrk90i46nPAyIH4Bh0ELt0krjI8dWoWPaQtb1cfCZP42WerrRg1HJVTWbVzNdHSxHlC+2RzdwGo9w2uWBucSbnWSu7G8ZnrJTNUyulkOrSduA3NA1NGs6gANa4FinNzlbKpUqC2/KjDDheTDKd40ZqmSMyDYQ9x4Ug9LWRNafRUBmqyPaAMTrhaniN4WHbPKOTYHa0EdpHMCpTP3iz3wYfG88Z7ZKh7ebT0dADoALx2JdrqwsxtTeROH/CMQpIrXDp4tIeaHgu+yCoRaJmIow/FBI7ZBDNMe4R/wD2Lh0uuWdTwlbOdwfofUAafEFQq85pS9znna4lx63G59q8F7MVSSMzJfJGl4Ssgb54cfocf+lZTnAxD4RiVXLe4M8gafNY7Qb9loWxZFyiE1NU7ZT000naBceDXL5+c4k3OsnasGrdzorjXB+LaM31KYsCeRyqurDG9LWWt9pj+9Yuvo7JzDtCDBaUD5Pwl46XfvtfaXhRxfzT9c/8Gl0Ztn2qgcSELTxaeCGEDcNRf7HjuWdKey7xD4RiNXLe4dPKGnzWuLW/ZaFAqYxq2ZKHg4cSqrWLIGwsd0yk3setrO8LpUVm/wAuaGioZKWqgqJDLLwjjGWgWAZoi+mDqLL9qmP9oOC/Mqz1g/7q1YM0cadk5xbZ4KZydwThyZJTwdNHd0srjZoa3WQHHfYdm3mvBzZ0cOj/AOHwsvPPPLcD6PGuqflfnBrMRHByubHALWhiGjHq2aWsl27abC2oBPPV8VFHFj9nhnJyoGI1z5mC0TQIoRa1o2E2Nt1yXOtu0rblVkU5kfkvPiVQ2CAdL3kcWNl9bnfgN51LEVL1mPwsRGoxOVvEp2GOK/ypnix0TzhpDf8AV611veXElxuSSSeck3KnMenhhiioKT/h6cWLtV5ZPlOJG3WT0XJ3AKBXpabHtjb7ZCbthERaBAvx5sCeYH2L9UdlDU8HTyu3lpaOt2r8fBck6TZ1FCwTC31EhYwEkNLtXMCB+IX4tM/s74KJqmpmeLsZE2PXs0pHh3gIj3ovGNJdM8+Cn91VtGr+FJ0ayWE9pcL9LVRMPm0m23jV2bl9CYph7KiF8MguyRpaefXvHMQbEHnC+eMWw6ShqXwybWnUdz2HY4dBHcQRuW7TZOKZKa8nai8Y3hwBGwryWwkEROpADOpNwWD0EGx000s56QwEC/ZK3uWQLTs/U9qumpgeLT0sbepzib/ZDFmK8eb3SbNKVIItGzOYHTzurJ6qFs0VPBfQdsL3G7dY2G0bh9JW/hML/wAHh9c78iaGKc+YoHJLswpFuvCYX/g8PrXfkXtZiNCz+HhFGDuL2tf7WJ/rZPX9C74mJ4VhE9S/Qp4ZJXatTGF1r+VYcUdJ1LT8nc2MVHoz4w9t+UykjcHOf/8AK4G1r7gbbLu3KyVGWVSW6EZjgZ5MLA3xNyOyyr8khcS5xLidpJJJ6ydqrDSP/JivJ6JXFsVkrZWNsGMu2OKNvJjBIaABz7NfsGpUvPrWh+KvjHJgihhH1eE1est2KyUNSYpGSAAlj2vAOwlrgdfcpevxHD55HSzYVE+R5u5xmdcnp4ifPilKlBcI5CSXZgS1rM3BwdDidSd7I6dp6X30vvsU3wmF/wCDw+td+ReysxeH4MaalpGU0bpOEeGvLtJwAG9otsb3BRhp57la4Hc1RCoiL0SBJYnPwGBV0mx0z4oG9IuC630XP7lhy3mkxiH4MKaqpGVMbZDI0OeW2cQRcgNNzYu19K9fCYX/AIPD6135Fgy4ckptpFoySRieHUhmljibypHsYOt7g0e1fTWIVYhrKuYDiUNE7R6xHpADsLgqvSVuHRPZJHhMLXsc17XCU3a5puCOJtBAXrynxNwwjEal1g+qmjhHVpBzgPoOcOxJ8cscW5fo7uTaowkm+sr8RdmDUPD1EMI/myxx/XeG/is45xovoXHqLCqad8IwqF+hojS4RwuS0HZonZe23co/hML/AMHh9a78istPkatIXejCl5RsLiA0Ek6gALknoAW7MqsNbycHpvpP0vAsXVDlYYRakpaSmH+XEAfCw7wmWmyejm9Gd5LZqqyp/eVI+B041uknGi63mRmx7XaI16iVf311PR05o8NaWxn+LM7+JMbWNzYEDu5gANsbiOKTVBvNI5/MCdQ6mjUOwLjWnFplHmXLElO+giItJMIiIAKlZc4jpObC06m8Z3pEah2A+KsePYs2nj0tRebhjec856AvRmdyOdiNZw8wJp4XB8hI1SSbWs6dfGd0avlBZNVlpbEUxx8mzZnsmzQ4bGHi0s376QHaC8DRaQdhDA2457oruiwFgqxl3km2vh4tmzsuY3nYedj/ADT4HXzg2dF1Np2gas+ZmufTyOjlaWuabPYdrSP/AHqIUox4IuNYWtZcZFR17dJto6hos2S2pw8mS21vTtHeDilXTzUcropmFjhtadhHO07COkL0cWZSRCUaJJSWTdNwtVAznkYT1NOkfAFRFPUNeNR7N4VrzfstUulIJ4GGWSwFyTYNsANps4quSVQbOJcmR50a/h8VrHjZwpj9UBH/AEKrKaqMn657nPdSVRc4lxPASayTcnk85Xr/AGZrfmdV6iT8q8g0GnZuIeBwOpkIsaipbG087Y2tPt4Qdi9SmpqQ02E4bTOBa4sfM9pFiHPOkA4HYRwjh2KFXpaZVjITfIREWgQIiIAIiIAIiIAIiIAIiIAL1515uCwrD4N8sk1Qfo8Vt+tsvgV7Lcy9OezC6mSrhihp55I6emijuyJ7m6WsmxAts0e5ZNW/xSKY+zJleMy+H8Ni9NquI9OU9Ggw6J+uWKu/szW/M6r1En5VpOZfBpqU19VNDLEY6YsZwkbm6RedLi6Q1kGMDV5XSsKVuix2YvU8LPLJ5Uj3DqLjbwsuNAi9lKuDMEREHAiIgAiIgAuLFsUZTs0nnX8lo2uPR0dK4scyijgu1tnyeTfU30j+G3qUXkjkhWY1OSDoxggSTOHEYNui0fKdY6mjn1kXus+bUKHC7KRhfZ6MnMBqcarNBmoai95B0IY7+J22btJ7SPqfJzA4aGnjp4G2YwW17XHe5x3uJ1n3L0ZKZNQYdA2CmbZo1ucdb5Hb3PO8+A2CwUyvObbdssERFwAiIgAorKHJ6Ctj4Odl7clw1PYedjt3VsO8FSqLqddAYHlVkPU0BL23lhGsSsGto/zG7W9esdWxR+C5RyQP02PLHWtpNtrB3OadRGody+jCqPlPm0pqm74f93lOvij924+dHuPS23TdaYajxIm4einsy0rCLipJHox/lXl+2Nb84d9SP8qreOZL1lASZYzoD+bHxoz1m3F+kAuKDFPKHaPctUfjfhCOydxHEZZ36czy91gLm2oDcANQ2lcq9cNQ13JIPRv7l7FZV4FCIiDgREQAREQAREQAREQAREQAU5HlfWgACodYatbWE9pLbntUGi44p9o7ZPftjW/OHfUj/KuevykqpmGOWZzmG1xZovbn0QLqJRcWOK8ILYRETHAiIgAija/HoIr3fpO8lms9u4dpVaxDKyV/FibwYOoHlPPVuHYFKeaEe2MotltxDEY4BeR4bzDa49QGsqn4plRLMeDgDmBxsLa5HE6gBbZfmGvpVhyWzS4hXOEk4NNEdZfNcyOHmx8onZytEWOolblkbm9osNAMMenLvmks6TX5OqzB0NA6brHk1MpcLhFVBIyjIDMtLMWzYjpRR6iIQbSv3/vD/LB5uVt5O1bzh9DHBG2KFjY42izWtFgB1D2rpRZhwiIgAiIgAiIgAiIgAiIgD8IVRx7N1RVN3BhgeflRWaD1s5J7gelW9F1Sa6BqzD8azW1kNzCWVDfNOg/6jjbucepVOd89O7QlbJGfJlYQezSFyOpfTi9NVSskaWyMa9p2te0OB6wdSvHUSXYjgj5uixbym93uK6o6+M/Kt16lrmKZs6Ca5bG6Fx3xOIH1Ddo7lU8RzOyC5p6pruZsrC09r2k3+qFeOpQjgyrtcDsIPUv1ftdm8xGE6oNMeVE9p7gSHeChaqGqg/ixzx2/vI3gd7hZWWaLF2smUUAzGX87T2e5e1uNnewdhITfIjlE0iiRjg3sPePcvIY4zyX+HvXd8QpkoijfjuPmf3D3r8+PIvP7h70b4+wpkmiizj0XM/uHvXrdlDH5D/D3o+SPsKZMIoF+Ug3Rntdb8F6JMpX7mNHWSfcleWHs7tZZUVNlyimJsHNB5mtF/G66abCsRqf4cFW8HeI3tZ9YgN8Uj1EUd2Mss1Qxmt72t63Ae1RtTlFAzY4vPmj8TYLpw7NDic2t8cUA55ZQT12i0vGytuFZiWDXVVj3bOLDGGfbeXX7goy1T8DLGZlV5Wu/lsa3pcbnuFgPFemhw7EMRNoYp5gbi7W6MQ6C7UwdpX0Vg2bbDaaxZSse4W4015Dcbxp3DT1AK2NaALAWA3BZ55pS7Y6ikYNk7mJmfZ1bO2Jv93Dx39Re7itPUHLVsmMhKGgsaeBun/ev48nY53J6m2HQrIikMEREAEREAEREAEREAEREAEREAEREAEREAEREAEREAEREAcFZglNN/Fp4JPTiY72hQ9TkBhz9tJGPQ0mfcIX6i6pNBRS8fyIooidCEj/VlPtesxxqmbG8hgsOsn2oivjbfYjRGFeJRFUU8SrDkzhUUxtI3S+k4fdIREkujqNPyezd4dILvpy49M01u7hLK1U2QGGs2UNOfTYH/fuiLO2xybpMOhiFooo4x5jGt+6F1IiU6EREAEREAEREAEREAEREAEREAEREAf/Z"/>
          <p:cNvSpPr>
            <a:spLocks noChangeAspect="1" noChangeArrowheads="1"/>
          </p:cNvSpPr>
          <p:nvPr/>
        </p:nvSpPr>
        <p:spPr bwMode="auto">
          <a:xfrm>
            <a:off x="63500" y="-144463"/>
            <a:ext cx="1800225" cy="18002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nl-NL">
              <a:latin typeface="Calibri" pitchFamily="34" charset="0"/>
            </a:endParaRPr>
          </a:p>
        </p:txBody>
      </p:sp>
      <p:sp>
        <p:nvSpPr>
          <p:cNvPr id="9220" name="AutoShape 5" descr="data:image/jpeg;base64,/9j/4AAQSkZJRgABAQAAAQABAAD/2wCEAAkGBhASERMQEBQSEhASGBQUEBcTFRAXEhkXFhQXFxUUFRUXHCceFxojGRYWHy8gIygpLDAsFR8yNTAqNSYrLCkBCQoKDgwOGg8PGikkHyIzKzUsKiw1LykuKSwtLCwtLSwpLCwsLCwsLCwsLCwsLCksNCwsLCwpLCwsLCwsLSwpLP/AABEIAHMBtQMBIgACEQEDEQH/xAAbAAEAAgMBAQAAAAAAAAAAAAAABQYDBAcCAf/EAEgQAAEDAQQECAcPAwUBAQAAAAEAAgMRBAUSIQYxQVETImFxgZGSsQcyU3Kh0dIUFRYXMzRCUnOCk7LBwvAjJINDYqKz4VRj/8QAGgEBAAMBAQEAAAAAAAAAAAAAAAIDBAEFBv/EADcRAAIBAgMFBQcDAwUAAAAAAAABAgMRBBIxEyFBUWEFFBWh0SIyUnGBkbFCwfCC4fEjJDM0Y//aAAwDAQACEQMRAD8A7iiIgCIiAIiIAiIgCIiAIiIAiIgCIiAIiIAiIgCIiAIiIAiIgCIiAIiIAiIgCIiAIiIAiIgCIiAIiIAiIgCIiAIiIAiIgCIiAIiIAiIgCIiAIiIAi5kdM7b5QdiL2U+Gdt8oOxF7K8bxmhyl5epn7xHqdNRcy+Gdt8oOxF7KfDO2+UHYi9lPGaHKXl6jvEep01FzL4Z23yg7EXsp8M7b5QdiL2U8ZocpeXqO8R6nTUXNYdLbe9wY19XOIDQGRVJOoeKr7DKYYQ60yAlorI8gAV3AAdA2la8NjoYi7imktW7W/JOFVT0N1FS7f4QsyII6j60hOf3R61pfGBafqw9mT21VLtXDRdr3+Rx14I6Ci578YFq+rD2X+2nxgWr6sPZf7aj4th+v2ObeB0JFz34wLV9WHsv9tPjAtX1Yey/208Ww/X7DbwOhIue/GBavqw9l/trdubTK0zTxxFsVHmjqNfWgBJpxtwUodqUJyUVe76HVXi3YuqIoi+7XbGOb7libI0g48Ww1FPpDlW+pNU45mm/lvLW7K5Loqt76Xt/80f8AP8iyaMaRz2mR7JGsDWNqSwO8bEABXERqxdSzRxsHNQtJN6XTRBVFe28sqKnx6TW6SSVkEUTxG4g6waYiBWrxuWf30vb/AOaP+f5FxY6D0jJ/JM5tVyZaUUBft+TWezRS4WcK4tbI11S0EsJcBR28bys2jN+m0xuLwGysNHgVpn4pocxtHO0q1Ymm6my42uSzq+UmUUJpJfclnMOAMPCOwuxB2rLVQjevulN9Ps0TZIw0kvwnEHEUwuOwjcuzxMIZ7/ptf6hzSv0JpFVRfF6UDvc0ZaRXLXTmEhPoW1c+lzZX8DMwwzagHVoTuzAIPIVXHGU21F3V9Lpq5xVFoWBERbCwIiIAiIgCIiAIiIAiIgCIiAIiIAiIgCIiAIiIAiIgCIiAIURAcYITCuzovnvBP/Ty/uZO7dTjGFKLs6pem+kGuyxH7Yj0M/U9W9ZsT2ZHD03OVTy1f3IToqCu2UtEVg0R0f4eThHj+jGc9znaw3m2noG1eXRoyrTUI6spjFydkTmhOj+BvumQcdw/pg/Rafpc57udRend7F83AA8SKhdyvIr6AQOkroCp14aCSSyyS8K0Y3OdTC7IE1A17l9LisLOGGVGgr8zZODUMsSkIrf8XUnlmdh3rT4u3+WZ2HeteJ4bifg/HqZtjPkVBFb/AIu3+WZ2HetPi7f5ZnYd608NxPwea9RsZ8ioIrf8XUnlmdh3rT4un+WZ2HetPDcT8H49RsZ8ioK46BXOcRtLxRoBbFXaT4zhybOk7lvXfoDCwh0rnS02Uws6RUk9as7GAAAAADIAZAAagAvUwHZk4TVSrw0RdSotO8j0iLRvm9W2eJ0rszqYPrOOofzYCvenNQi5S0RqbsrsiNLb3cMNkgzmmyNNYadnIT6BU7lK3HdDbNEI25nW873HWebYOQKJ0TulxLrZPnNNm2uxp28lRq3Cm9WZY8NB1JOvPV6LkvV8SuCu8zKBcd+xWae1GXFx3kNwiup7694U58PbJ/8Ap2P/AFaGiMDXWi2YmtdR+WIA/wCpJvVq974vJx9hvqWXBxrukskkld6q/F9SFNSy7mV7wgmtmjO+Qf8AW9a9u/s7ay0DKC0Cku4E0xHro7tLY8IXzZn2g/63qWvq6xaLO6P6VAYzucBl16uYlKtJzrVHH3o5Wvmr/nQSjeTtruIbTrXZftD+1evCH83Z9p+x6gLXeZlhsrH/ACkMhY8HXQYcJPQKc7Sp/wAIfzdn2n7HrPOqqtOvNcVH8EHLMpP5FksfybPNb3BVzTu7wYmzjKSNzRiGvCTTXyOoR0qx2P5Nnmt7gq/p5bWtgEWt8jm0G2jTUnrAHSvSxmXu0s3Lz4eZdUtkdybum1mWCKQ63saTz0z9NVtrTueymKCKM62saHc9M/TVbi1U75Fm1sixabwiIrDoREQBERAEREAREQBERAEREAREQBERAEREAREQBERAEREARFr3hbmQxulkNGtHSdwHKTkuSkoq70GhG6UX8LNFxfln1EY3b3nkHfRcye8kkkkk5knWSdZK2r0vJ88rpX6zqGxoGpo5vWtVjCSAASSQABrJOoBfGY7FvE1N2i0/nU86rUzs27pux9olbEzbm47GtGtx/mshdVsNiZDG2KMUa0UG/lJ5Sc1G6MXCLNFnThX0Mh7mjkHfVTK+g7Owfd4Zpe8/Lp6mqjTyq71C0L4viOzR8I/PYxo1uO4etb65ppneBktLm14sXEbz63Hry+6Fdj8V3elmWr3IlVnkjcW/TO1SE4XcE3YGAelxzPoWj7/Wry83bf61oIvkZ4mrN3lJ/cwOcnxN/wB/rV5ebtv9ae/1q8vN23+taCzWSyPleI42lz3agO87hyqKq1W7KT8xeRdNBLVPIZXyyPe0YWtxOcRU1JpXkp1q3KPuK6RZ4WxDN2t53uOs82ocwCkF9phKcqVGMZ68T0aaaikwiItRMKraV3HaZ5Y3RBro2NFA8imLESat21Ab1K0rVvC9IoAHTOwBxoMnHOldgKz4mlCpTcajsvsQmk1ZlewXxvh/4epb9zC8OE/ujHweE+LhriqKahuqsnwvsXlR2ZPZWWyaSWWV4jjkDnurhGF41AnaNwKy01RUlas30zJ3IJRv73mV6C5bxhlmfBwYEriTUtOWJxbrGXjLZw3xvh/4epS9p0mskb3MfIA5po4YZMj0BYxpdYvLDsyeyq1Sw8PZVZrpmRzLFbs3maukV02i0WWJgwmYFrpMwBXg3B1OkqwsGQCx2a1Mkbjjc17TtaQR6FlXoU6UYyc073t5Fqir3KdfmiMr7SJoQ3A4tc8E0o4HjU59fPVSml10S2iFrIgC4PxGpplhcP1C2J9KLIxzmOlAc0kOGF5oRrGQUlDM17WvaatcA5p3gioKyxw+HltIwfva2a3ehBQg7pcSrsgvegaHQtAAAPF2dBWe6tFHCX3RapOGmGbdeEEajU66bMgApi8L3hgw8M/Birhyca0pXUDvCXffEE+LgXh+GmLJwpWtNYG4pGhQVRRlNya0Td/IKEb2bubiLHaLQ1jXPecLWglxOwBR1n0nsj3NYyUFziA0YZMyecLZKrCDSlJJsscktSVRad4XvDBh4Z+DFXDk41pSuoHeFp/C+xeVHZk9lRlXpQdpSSfzRxyitWTCKNsekVmleI45A55rQYXjUKnWNy8RaUWRzgxsoLnENAwyDMmgGY3p3ilrmX3QzR5kqixWm0sjY6R5wsaKuOeQ6Fp2LSCzTP4OKQOfQmlHjIa9YU5VIRkotq74HbpbiRRa1vvKKFofK7A0nCDQnOhNMhyFebvvWGcEwuxhtA7Jw184CbSGbJdX5cRdXsbaLRvC+oIPlXhpOoZl3PhFStGLTOxuNOELfOY8Drpkq5YilB5ZSSfzOOcVubJxF5jka4BzSHNOYIIIPKCFoW7SCzQvwSyBrqA0o85HVqCslUjBZpNJHW0tSRRQ/wALrF5UdmT2VIWO8IpRiie14GvCa05xrCjCtTm7Rkn8mcUk9GbCLVvC9IoAHTOwBxoMnHOldgKXfecU7S6J2NoNCaOGdAaZgbwpbSGbJdX5cTt1extIo+3X9Z4XYJZA11K0o4mnQDRbFht8czccRxMqQDRw1a6VAquKrByypq/LiMyvY2ERFYdCIiAIiIAiIgBK5tpbpB7okwMP9GM8X/cdRf8AoOTnU1ptpDhBs0Z4zh/VI2NP0Oc7eTnVGXzfauNu9hD6+hjr1P0oK66EaParVIPsQfS/9B17lTI3AEEgOAIJBrQ8hpnRWVun9oAoI4QBkAA+n5l5+BnQp1M9Xhoiqk4p3kdBRc/+MG0fUh6pPaT4wbR9SHqk9pe/4thub+xq28DoCgrRoXZXvc9wfieS53HOsmpWXRe+X2mJ0kgaCHlow1pQNadpO9Y9KNIhZmANoZn1wA6gNrj+g29C0VZ0KlHa1FePUnJxccz0MD9CLEBU4wN5fQLX+C92+UH4zVSbZbpJXYpXOe7/AHHuGodCwUXz88dQv7NFW6/4MjqR4ROiWfQ2wuzbV4GRpISOarVNWG7IYRSJjWA66DM85OZ6VF6E2Mx2VpORkLpOg0DfQ0HpU8vocLSp5I1FBJtGuEVZOwREWwsCIiAKp+EP5GLzz+Qq2Kp+EP5GLzz+QrD2h/1p/wA4lVX3GRGi+i8Vpjc97ntLXYRhw08UHaDvVjuzQyGCVszXyFzK0DsFM2kZ0byqnXPo5PaGOfEWBrThOJzga0B2A7wrLozozaLPNwkpYW4XN4rnE1JFMiBuXk4GKeS9H+r9yimtPZ+pVdJfnc/nnuCsV7aDRMhfJG+TExpfR+Ag4RUjICmpV3SX53P557gs1635bXAxTuc0GhLSwMJGyuQJCxKdGMqu1i3v3dNSu8U5XRtaC2pzbSGA8WRrsQ2cUVB58qdKv14WsRRPlOpjS7noMh0nLpVc0HuVjWe6cQe94oKamiuYNfpVGf8ACvWn9vwwtiGuV2fmsoT/AMsK9fCuWGwTnLq19dPM0QvCndlEcHvxSGpoavPK46zzldB0Ft+OzYD40RLfunjN7yPuquXK6zCx2hkkjWyy+KDWvEFWbPrVX3QW34LTwZ8WVpb95vGb6MQ6V5uBlsK1OV/fW/pv/wAFNJ5ZLqSXhG/0P8n7FA6LXnwFoY45MfxH7qOOR6HUPWp7wjf6H+T9ihLXdtbDBaAPFdIx/MZHFp66j7wUsWprGTnDWNn5IVL7RtcCw6f3nhY2ztOb+M/zQch0u/Kqpo986g+0b3rfuCJ9rtbHSnEGBrnnkjADR0mlecrSuH53D9o3vVVapKvWjWejdl8lb1OSeaSkWLwi6oP8n7Fp6OaLQ2iHhHve12JzaNLKUFN45VueEXVB/k/YoW6NE5bTHwrHRgVLeNirlTc071fiFfHS9jPuW7TgiU/+V7rluunRGGCVsrJHuc2tASymYI2DlVLv6EwWuSmWF/CN6aPHfToVs0X0Wls0rpHujILC0YcVa4mnaBuUX4QrJSWOX67S087DXud6Fdi6P+0U1DI0728vQlUj/p3tYltNrePcjQ0/LFtPN8f9B1qnaO2rg7VC7ZiDTzP4p71lvm9OEisrNfBx0dz4i3P7rAeletI7q9zuhoKF0TCfPaKO9ND0rHiq0qtXbx0jl9fyVzk5SzLhYm/CJas4YvOefQ1v7ls3DL7lu509OM7E8A7SSGMB5Mh1qtaSXh7onDm58SJraby0OI7TiOhWvSuy8Hd4jbqj4Jp5gQO+i1wqOdatiI/pW7+fQsTvKUlwKldF3PtloIc451fK45mmWrlqQB/4rBfOgsbYnPgc/GwF1HEEOAzIFAKGiweDtw4SYbcLacwca94V3lIDSTqANeaiswODpVsPnmrt338jtKnGULsoWg18OZLwBNY5K4RucBWo5wD00WHTv539xn7lHaOAm1QU+u3q2+iqkNO/nf3GfuXn7SUsC0+Et32Kr3pfUk7DoPDLZ45A+Rsj2Nd9AtqRXVStOlV/Rq0vjtUWE+M5rHbi1xoQd+/oWSS/bayFkZc5kRaBHxA2rQAOK6lTlTMHapbQW5WPd7pc4ExkhrBrBp4zujV/4pxUK1anGhHK1rw5HVaUkoo3vCH8jF55/IVp6LXqyz2OaV2f9SjBtc4sbQfzYCtzwh/IxeefyFUkRSGMuo4xNdmfohzh3kNHo3q3GVpUcZKcVvt+2p2pJxqNok7qu6W3Wgl5NCcUztw3DcTSgHJyLpcEDWNDGANa0ANA1ABVbQG8IzG6CgbICXH/AHg7ecZDmpyq2r0uzKUI0tondy1f7F1GKUb8wiIvVLwiIgCIiAKK0jvwWaLFkZHVEY5d55B6htUqte03dDIayRxvIyBc1rjTdmFVVU5Qag7PmRle245DLI5zi5xJc4kuJ1knWSvK617x2XyEP4cfqT3jsvkIfw4/UvnvBaj/AFoy93fM5Ki617x2XyEP4cfqT3jsvkIfw4/UngtT4kO7PmclRda947L5CH8OP1J7x2XyEP4cfqTwWp8SHdnzIXwffN3/AGh/IxVXSq2GS1Sk6mng28zMu+p6V02zWSOMYY2NYCakNaGiu+g5gsbrthJJMcZJzJLGVJO05L0KuAnUw8KKlp5lsqTcVG5yBWDR/RKWZwfK0shGZrUOdyNGunL1LoMVhiaatYxp5GtB9AWdUUOxoxlmqSv0IRw6T3s+MYAAAKAZADVQbF9RF7pqCIiAIiIAqn4RPkYvPP5CrYsc1nY/J7WuA1YgD3rPiaW2pSpp2uQnHNGxWfB58hJ9p+xqtSxwwMYKMa1oOZwgAehZF3D0tjSjTbvY7COWNjlOkp/u5/PPcFe9J7gFpiq0DhmZxnfvYeQ9/SpR9giJJMbCTrJa0nros6x0ez1HaKbup+WvqVxpWvficy0av51llLX14JxpIDraRlipvGojdzBfdMLxE1pIYQ5rAGMpmDtJHSadC6I+wREkmOMk6yWtJ66ILuhGYjjBGriM9Szvs2rstjn9m99PIhsZZctytReD2LCMUkmKgxUwUrTOmWqqq142Y2S1FrTUxOa5hOsjJwr3Lqywy2ONxq5jHHeWtJ6yFbX7Lpyitl7LXElKgmvZ3FN0+tDXssz2+K8Pc3mIjIUporZGS2ARvFWOMgPbOo76qefY4yACxhDfFBa0gcwpkvcUTWijQGjcAAOoK6GDaxEq0mnmVrfb0JKn7bkzSuq4obPi4IEY6Yqkk5VoM+crnNwn+7h+0b3rqywMsEQNRGwEZghra9dFHEYFVHDJZKL0+xydK9rcCpeEbVB/k/Yom5NLnWaLgmxtcKl1S4g505ORdFmszH0xta6mrEAac1Vj97YfJx9hnqVdXA1XXdanOzfTojkqUs2ZMrtxaZvtE7YTG1odizDiTk0nVTkWzp1ZMdlx7Y3Nd0Hin8wPQpuOxRNNWsY07w1oPWAsr2BwIcAQdYIBHUtCw9SVGVOrK7fElkbi1JnJrksnC2iKPWHPFeYcZ3oBVx8INkxQsl2xuoeZ4p3hqscdhiaatYxpGohrQesBZZImuGFwDgdYIBHUVmo9m7OhOk3dy4/gjGjaLjzOW6L2XhLVE3YHYzzMGLvAHSul3jYWzRPidqeCK7jsPQaHoXuKxxtNWsY06qta0HrAWZX4PBLD03CTvfUlTp5FZnLI3WiwWipFHiozrge066HaDlzEKSvfTh8sRjYzg8Qo84sRodYGQpXVVX2ezMeML2te3c4AjqK1orlszTibDEDsIYyvRksq7OrU04Uqlovh/P7Feykt0XuKtoPcDw/3TIC0AERA5EkihdTdSoG+qjtOz/d/cZ+5dHWGWxxuNXMY47y1pPWQrZ9nLu6oQfG9+ZJ0fYyohoroZabBDG7I8Gwsd9V2EUPNsPIVS7ut8titBxChacMrN4/mYP6FdSYwAAAAAZADIDmCxS2KNxq5jHHeWtJ6yFKvgM+ScJWlG2/mdlSvZrVFT05tbJLNBIwgsc+oP3D6eRetCLKyWyzRvFWOeQew3Vy7VaTYYqYcDMINQMLaV30ovcMDGCjGtaDmcIAHoUlg28RtpNaWa+lhs/bzM5baoJbFaaA0fGasOxzTqPMRUEc4XSrpvNloibKzUdY2tcNbT/NyzzWSN+b2NcRqxNae9fYbOxmTGtaDrwgDuTCYOWGnLLL2Xw5CFNwb37jIiIvRLgiIgCIiAIiIAiIgCIiAIiIAiIgCIiAIiIAiIgCIiAIiIAiIgCIiAIiIAiIgCIiAIiIAiIgCIiAIiIAiIgCIiAIiIAiIgCIiAIiIAiIgCIiAIiIAiIgCIiAIiIAiIgCIiAIiIAiIgCIiAIiIAiIgCIiAIiIAiIgCIiAIiIAiIgCIiAIiIAiIgCIiAIiIAiIgCIiAIiIAiIgCIiAIiID/2Q=="/>
          <p:cNvSpPr>
            <a:spLocks noChangeAspect="1" noChangeArrowheads="1"/>
          </p:cNvSpPr>
          <p:nvPr/>
        </p:nvSpPr>
        <p:spPr bwMode="auto">
          <a:xfrm>
            <a:off x="63500" y="-144463"/>
            <a:ext cx="304800" cy="304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nl-NL">
              <a:latin typeface="Calibri" pitchFamily="34" charset="0"/>
            </a:endParaRPr>
          </a:p>
        </p:txBody>
      </p:sp>
      <p:sp>
        <p:nvSpPr>
          <p:cNvPr id="9223" name="Tekstvak 6"/>
          <p:cNvSpPr txBox="1">
            <a:spLocks noChangeArrowheads="1"/>
          </p:cNvSpPr>
          <p:nvPr/>
        </p:nvSpPr>
        <p:spPr bwMode="auto">
          <a:xfrm>
            <a:off x="468313" y="980728"/>
            <a:ext cx="8280151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4000" dirty="0" err="1">
                <a:solidFill>
                  <a:srgbClr val="FF0000"/>
                </a:solidFill>
                <a:latin typeface="Aharoni" pitchFamily="2" charset="-79"/>
                <a:ea typeface="+mj-ea"/>
                <a:cs typeface="Aharoni" pitchFamily="2" charset="-79"/>
              </a:rPr>
              <a:t>Eén</a:t>
            </a:r>
            <a:r>
              <a:rPr lang="fr-FR" sz="4000" dirty="0">
                <a:solidFill>
                  <a:srgbClr val="FF0000"/>
                </a:solidFill>
                <a:latin typeface="Aharoni" pitchFamily="2" charset="-79"/>
                <a:ea typeface="+mj-ea"/>
                <a:cs typeface="Aharoni" pitchFamily="2" charset="-79"/>
              </a:rPr>
              <a:t>-op-</a:t>
            </a:r>
            <a:r>
              <a:rPr lang="fr-FR" sz="4000" dirty="0" err="1">
                <a:solidFill>
                  <a:srgbClr val="FF0000"/>
                </a:solidFill>
                <a:latin typeface="Aharoni" pitchFamily="2" charset="-79"/>
                <a:ea typeface="+mj-ea"/>
                <a:cs typeface="Aharoni" pitchFamily="2" charset="-79"/>
              </a:rPr>
              <a:t>veelrelatie</a:t>
            </a:r>
            <a:r>
              <a:rPr lang="fr-FR" sz="4000" dirty="0">
                <a:solidFill>
                  <a:srgbClr val="FF0000"/>
                </a:solidFill>
                <a:latin typeface="Aharoni" pitchFamily="2" charset="-79"/>
                <a:ea typeface="+mj-ea"/>
                <a:cs typeface="Aharoni" pitchFamily="2" charset="-79"/>
              </a:rPr>
              <a:t> (1:n)</a:t>
            </a:r>
            <a:endParaRPr lang="en-US" sz="4000" dirty="0" smtClean="0">
              <a:solidFill>
                <a:srgbClr val="FF0000"/>
              </a:solidFill>
              <a:latin typeface="Aharoni" pitchFamily="2" charset="-79"/>
              <a:ea typeface="+mj-ea"/>
              <a:cs typeface="Aharoni" pitchFamily="2" charset="-79"/>
            </a:endParaRPr>
          </a:p>
        </p:txBody>
      </p:sp>
      <p:sp>
        <p:nvSpPr>
          <p:cNvPr id="9" name="Tekstvak 6"/>
          <p:cNvSpPr txBox="1">
            <a:spLocks noChangeArrowheads="1"/>
          </p:cNvSpPr>
          <p:nvPr/>
        </p:nvSpPr>
        <p:spPr bwMode="auto">
          <a:xfrm>
            <a:off x="468312" y="1556792"/>
            <a:ext cx="5687863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nl-NL" sz="1600" dirty="0">
                <a:latin typeface="Aharoni" pitchFamily="2" charset="-79"/>
                <a:cs typeface="Aharoni" pitchFamily="2" charset="-79"/>
              </a:rPr>
              <a:t>Een één-op-</a:t>
            </a:r>
            <a:r>
              <a:rPr lang="nl-NL" sz="1600" dirty="0" err="1">
                <a:latin typeface="Aharoni" pitchFamily="2" charset="-79"/>
                <a:cs typeface="Aharoni" pitchFamily="2" charset="-79"/>
              </a:rPr>
              <a:t>veelrelatie</a:t>
            </a:r>
            <a:r>
              <a:rPr lang="nl-NL" sz="1600" dirty="0">
                <a:latin typeface="Aharoni" pitchFamily="2" charset="-79"/>
                <a:cs typeface="Aharoni" pitchFamily="2" charset="-79"/>
              </a:rPr>
              <a:t> lees je als volgt:</a:t>
            </a:r>
          </a:p>
          <a:p>
            <a:r>
              <a:rPr lang="nl-NL" sz="1600" dirty="0" smtClean="0">
                <a:latin typeface="Aharoni" pitchFamily="2" charset="-79"/>
                <a:cs typeface="Aharoni" pitchFamily="2" charset="-79"/>
              </a:rPr>
              <a:t>* In </a:t>
            </a:r>
            <a:r>
              <a:rPr lang="nl-NL" sz="1600" dirty="0">
                <a:latin typeface="Aharoni" pitchFamily="2" charset="-79"/>
                <a:cs typeface="Aharoni" pitchFamily="2" charset="-79"/>
              </a:rPr>
              <a:t>dit voorbeeld heeft </a:t>
            </a:r>
            <a:r>
              <a:rPr lang="nl-NL" sz="1600" dirty="0" err="1">
                <a:latin typeface="Aharoni" pitchFamily="2" charset="-79"/>
                <a:cs typeface="Aharoni" pitchFamily="2" charset="-79"/>
              </a:rPr>
              <a:t>klantnr</a:t>
            </a:r>
            <a:r>
              <a:rPr lang="nl-NL" sz="1600" dirty="0">
                <a:latin typeface="Aharoni" pitchFamily="2" charset="-79"/>
                <a:cs typeface="Aharoni" pitchFamily="2" charset="-79"/>
              </a:rPr>
              <a:t> 103 drie albums gekocht.</a:t>
            </a:r>
          </a:p>
          <a:p>
            <a:r>
              <a:rPr lang="nl-NL" sz="1600" dirty="0" smtClean="0">
                <a:latin typeface="Aharoni" pitchFamily="2" charset="-79"/>
                <a:cs typeface="Aharoni" pitchFamily="2" charset="-79"/>
              </a:rPr>
              <a:t>* Albumcode </a:t>
            </a:r>
            <a:r>
              <a:rPr lang="nl-NL" sz="1600" dirty="0">
                <a:latin typeface="Aharoni" pitchFamily="2" charset="-79"/>
                <a:cs typeface="Aharoni" pitchFamily="2" charset="-79"/>
              </a:rPr>
              <a:t>AU303 werd alleen door een klant gekocht.</a:t>
            </a:r>
          </a:p>
        </p:txBody>
      </p:sp>
      <p:pic>
        <p:nvPicPr>
          <p:cNvPr id="3" name="Afbeelding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2376341"/>
            <a:ext cx="4247705" cy="3958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679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AutoShape 2" descr="data:image/jpeg;base64,/9j/4AAQSkZJRgABAQAAAQABAAD/2wCEAAkGBxQSEhUUEhMUFRUXFxQXGBgXFRgcGRcZFxUcGhwdFRcYHCohGBolHBcXJTEiJSkrLi4uFx8zODMsNygtLisBCgoKDg0OGhAQGywmHiQuLCwsLCwsLSwsLCwwLCwsLCwsLCwsLCwsLCwsLDQsLCwsLCwsLDQsLCwsLCwsLSwsLP/AABEIAKMBNgMBIgACEQEDEQH/xAAcAAEAAwEAAwEAAAAAAAAAAAAABQYHBAIDCAH/xABPEAABAwIBBgkGCwUFCAMAAAABAAIDBBEFBgcSITFBEyIyUWFxgZGhUmJyk7HRFBVCVIKSorLB0uMWIzNDwghTVWODFyQ0RKPT4vBzw+H/xAAZAQADAQEBAAAAAAAAAAAAAAAAAgMEAQX/xAAnEQACAgEEAgICAgMAAAAAAAAAAQIRAwQSITFBURMUInEysUJhkf/aAAwDAQACEQMRAD8A3FERABERABERABERABFyTYhG3fc8w1+Oxcr8TceS0Dr1rtMCVXrkna3a4Dt/BV+uxZjP40zW9BcAfqjWe5QVVlnTt5AfJ1N0R3usfBUjilLpCuSRdJMSYNlz1D3rllxg7md5We1OW8h5ETG+kS72WUXUZS1L/wCZo9DWtHja/irR0svIryI0uXF5d2iOoe9R1Ti8u+W31Qs2lrZHcqR7utxP4rnVVpV7F3l9qMa56n/q/wD6o6bFmnbMT9IlVNE6wI5vZPy17D8u/euV9UzyvAqKRP8AEjm47nVPM4jqJXicQlHJmlHVI4ewrjRHxoLOwY/Vt5NTP6xx9pXsZl1Xs/5gkczmRnx0b+Kj0R8UfQbmT1NnTrG8tkDx6LmnvDreCl6TO83+dSuHTHIHeDg32qjuhadrR3L0voGHcR1H3qctPB+DqmzXKDOZh8ltKR8R5pI3Dvc27fFWXD8VgnF4JopR5j2u77HUvnWXCfJd3j3LjkwyRp0m7RsLTYjq2FRlpfQyyH1Ei+ccPy4xGlIAqJHAfJmGmD2v41uohXHBs9GwVdNbz4XX/wCm/YPpHqUJYZIdSRrqKCwDK+jrdVPUMc7yHXbJ9R9nHrAsp1SaoYIiIAIiIAIiIAIiIAIiIAIiIALxkkDRdxAA2kmwUJi2UscV2x2kf0Hit6zvPQPBVHE8aLuNM/qb+Vo9qpHG5CuSRcKvKFo1RjSPOdQ958FC4hjNheaUNHNe3c0az4qlVmULzqjGgOfa73BQ73lxu4kk7STc961Q03sRzLdV5YNbqhjLvOfqH1RrPgoOtygqJdshaOZnFHhrPaVFotMcUY9IRybCIicUIiIAIiIA9tNA6R7WMF3OIa0c5JsFYzkLU73QD/V/8V6cgYA6tjJ2RtfIeoNI9rgsKxmu4eommItwssklvTeXfisufPKEqRSEU1yb1+wtT5UHrf8AxXBjOTc9MwPk0CwnR0mO0gDa9jq6CsIW5YfBwGB0EWx0rpah3SCTo3+i9vckxaicppHZQSRGIiLaSCIiACIiACIiAPxzQdRFx0rhqMIidu0T5vu2LvRcaT7OlZq8BeNbCH21jc4d/vUvgOcbEKEhhkMzB/LqLuIHmyHjt6Lkgcy7166inbILPaHDp/A7lGeBPoZTo0vJXOtRVZDJCaaU2GjKRoOPmS8k9TtEnmV9XyviOTW0xG/mu/B3v711ZLZf12FuEdzJCNsEpNgP8p22PotdvQsWTC4lVKz6eRVfIzLukxJv7l+hKBd0L7CQW2kC9nt84c4vY6laFEYIiIAIiIAIi9NXUtiY58jg1rRck7kAeVRO1jS97g1oFyTsCoWPZVumuyK7I952OeOnyW9HfzKHykykdVP3thaeK3+p/O72d5NcqKku1DUPb1rZiweWTlM7qnFLao+/3BRb3km5JJ5yvFFsjFR6JN2ERS+AYbFKJ5ah7o4aeIySFgu6wudVwdwdu3LspKKtglZEIu34/wAB+d1nqv00+P8AAfndZ6r9NQ+zjG2M4kXb8f4D87rPVfpp8f4D87rPVfpo+zjDYziRd7cbwI/87Ut9KFx+7Gu6jwmkqrChxKnlcdkb7xvPU08Y/VTLU435DYyCRd2KYTNTO0Zoyy+w7Wu9Fw1FcKsmnyhScwqfgKDEqm9iynMbD50twPtaHesEW05azcBgFt9VVNH0Yxf70X2liy8vO7yMvDo/WNJIA1k6gvoHLaIRPp6ZvJp6aGMdYFvYGrEcmJ4o6ynfOdGJk0T3kAniseHEWGs3tbtWyYvlhglRM+Z9VVBz7XDYtQs0AWuw7gjBOMJXIJptcEMi7fj/AAH53Weq/TXm3FsDdqGITsPnwPI7dGNbfs4yWxkeisNPk5HUAmhraaqIF9AODX29G58bKFrKN8LyyVjmOG0OHiOcdIVIZIy/ixWmuz0IvZBEXua0bXODR1uNh7VL41Pg9HM+nqKqq4WPRD9GMFty0O1WYdxG9cnljDs6ot9EIi7fj/AfndZ6r9NPj/AfndZ6r9NT+zjO7GcSLt+P8B+d1nqv01+jHsB+d1Y/0v00fZxhsZwopWnmwic2hxQMP+fG5g+s4NC6MRyVniZwjQ2aK1xJC7SFue223SLjpTxzwl0zji0QS562iZK3RkaCN3OOo7l0IqtX2cKViWETUrhLC91mnSa9hIfGRvJGzrHgtYza53xMW02IlrJDYMn1Bkh5pRsY7zth6N9cVUyjyb1GSBvS6Mb+lg/DuWLNp/MSkZ+z6vRYHmgzomJzKKufeI2bDM464zsDJCdsfM48nYdXJ3xYioREQAWT5cZS/CZeCjP7mM7tj3Da7qGwdp3i1szjY58GptBhtJNdg5w23HcOwgdbhzLJIti1afFf5MnOXg9z33XgiL0EqJBERBwKQxubgMBrHg2dPLFCDzgEOI7W8IFHrxzuT8FhmG0/946Wod/T4SnuWbVOoUUx9mRIitua3J2OvxGOGYExaMj5ACQdFrDbWNY4xavOLFSRbccAwH5rVn/VP/cXi/JzAXavg9YzpEgPteVX4MnoXcjE0WuVuaukqQfiyscZQCRBUgAv32ZIABsvuPSRtWUVVO6N7o5Glr2Oc1zTta5psQekEFTcWnTGTsv2Q+cyWC1PX3qqN1mkP4z4h5UbjrNvJvu1W33LKLCRA5ron8JBK3hIZBrDmkA7ecXHYQegYUtqzTTmvw2aidrfTSxSRE7mSuIc0dAs8/THMrYMuyX+hJxtEXntn4OHDaW9iyB0z29MpAHi2RZSr9nwr+FxaZo5MLIoh2MDj9p7lQVFu3Y6CLSM22RtHU0dRV1xm0I5I4mCIgG5ALto18tnNaxVg/ZLAuav+sxNHHKStI42kYui2Z2RmBO1B9fH512G3ZolUfOFkX8XOidHMJ6edrnRSaOieKRdrhzjSbr38w2LkoSj2gTT6KnFIWkOaS1wIIINiCNYII2FbPm7yqdi0bsPrXaVQ1jn007uU4tGtjztcba77wDfWATiytOa6YsxaiLdvDNb2Ou0+BK5GTi7R1qzUcjqQvroWkcl5cejgwXa+1oCxzK7EPhFbUzA3Ek0rmnzS86NujRst4jkFPPitSP5EVS5vpucS23a0hfOCvqZbpL9CQVIIi3N2ROEUsVOyrp53zup4pJCyU203N421wtxg7VbZZRjFydIZujDEW3fEGA/Nav1v6i5p8hcFn1RVFVSvOwyBr2A+cAL2+kE7w5F4ObkY0pvJfKyqw+TTpZnM1guYdcb+h7DqOoWvtG4hdGW+R02GStZKWvZIC6KVnIkbzjmIuLjpG0EFVxSGN8hqoMWpXVtKwRzxW+FQDdf5bOg2Jvvsd4N4JVLNJjppMTg1/u5nCCQbi2Q6Iv1O0T2FX7KGh4CpliGxrzo+ieM37JC36XI5La/BHJGuSOREWsmVDK/AhYzxDpkaPvD8e/nWq5i8vjUs+A1L7zRtvC47ZI2jW0ne5vi30STWSFQK9kmH1jJYCWlrhJEeax5J5xuI3g9KwanFX5ItCXg+w0UXkvjbK2lhqY+TKwOtfku2OaekOBHYvxZChlGcfE+Gr3tB4sQbE3rGt3bpEj6IUM0WXLPPwtRI/y5ZH97i5da9bHGo0Z27YREVBQiIgD9awkgDaTYdZURn5qR8YRwNPFp6eGO3MTd33XM7lbMlKbhKyBv+Y1x6mcc/dWW5xcQ+EYnWSbjPI0dLYzoNP1WhYdY+UiuMri1TMdDoNxGq3xUwjaemUkjxjb3rK1s+QcHA4A9x21VVYejGB/VG7vWbGrkkUk6RzhEReuZj30MxZIx7dTmva4dYIVVz307WYxUaOrSETj1mJt++1+1XXJykM1VCwb5Gk+i06TvAFZvnRxIVGK1cg2CUxjqiAjuOg6F+1YdY+UWxlWWvf2bXH4ZU83we56xI23tKyFaxmevT0GLVuzQg4OM+foPNu8xd6xlDOcpa/4RV1E17iSaV46nPJHgQo1EQBt+Bw8BgNGy1nVEss5HOAS0Hu4MqPViyug4BtHS/N6WJp9Iix7eID2qur1NOqxohN8henPJJoUOFQ7yyeU84Diwt79I9y6I4y4ho2kgDrJsFDZ+asHEWwtPFp6eGK3MSC/2Pb3KWrfCQ2MzdXnMrQmXF6fmj4SR3QGxm32i1UZanmNh0BiNVvipuDafOlJI8Yh3rClboqWDLSu0cHrpb2NXVtY3XYkB/C91g8d6wxazndm4LDsNpx8sS1Du22h4Pd3LJk+V3NnI9Elk1QfCKunhtcSTRMPU54B7LErbMuqnTrZbbG6LB9Fov9rSWf5j6DhcWhceTC2WV3UGFo+09qs9bUcJI+Ty3vf9ZxP4q+kX5NiZHwelERbyJ784TeEwCFztsVZosO/Rcx5IHRr+yFjK17O1NwOFYfTHlSvkqT0AAht+sS/ZKyFeTldzdezTHo6sLcRNEW7RIwjrDhZb1nEH+/SejH9wLGsgaA1GI0kYF7zxE+ixwe77LStayzqeErZ3DYH6P1Ghp8WlW0i/N/oTJ0QqIi9AiFBZZUXCU5cBxozpDqOp34HsU6vVVxacb2nY5rh3iyWcd0WjqdMsH9m7Gi6KppHHkObMzXufxXgcwBaw9byizHNrlB8Bqny3tpQuZ3vY7+lfq8c0k/A3Rl0TtDnNPWLhSa8cr6Q0+IVDdwlLx6MnHFux1uxeS9fG7RmYRETnAiIgCx5EyiJ9RUu5NPTTSnrA9wcvn+R5cSSbkkknnJW410/AYHiEu+UxU7em5Gl9l7u5YYvM1LvIy8Ogt4rIPg+GYZTjV+4Mzh50xD/a56whtri+zfb8FtmJZ0sJnc10lHVktY1jbOaAGtvYWEnSUuGajO2dkrVHCv0Ly/2hYMNlDVnrk90i46nPAyIH4Bh0ELt0krjI8dWoWPaQtb1cfCZP42WerrRg1HJVTWbVzNdHSxHlC+2RzdwGo9w2uWBucSbnWSu7G8ZnrJTNUyulkOrSduA3NA1NGs6gANa4FinNzlbKpUqC2/KjDDheTDKd40ZqmSMyDYQ9x4Ug9LWRNafRUBmqyPaAMTrhaniN4WHbPKOTYHa0EdpHMCpTP3iz3wYfG88Z7ZKh7ebT0dADoALx2JdrqwsxtTeROH/CMQpIrXDp4tIeaHgu+yCoRaJmIow/FBI7ZBDNMe4R/wD2Lh0uuWdTwlbOdwfofUAafEFQq85pS9znna4lx63G59q8F7MVSSMzJfJGl4Ssgb54cfocf+lZTnAxD4RiVXLe4M8gafNY7Qb9loWxZFyiE1NU7ZT000naBceDXL5+c4k3OsnasGrdzorjXB+LaM31KYsCeRyqurDG9LWWt9pj+9Yuvo7JzDtCDBaUD5Pwl46XfvtfaXhRxfzT9c/8Gl0Ztn2qgcSELTxaeCGEDcNRf7HjuWdKey7xD4RiNXLe4dPKGnzWuLW/ZaFAqYxq2ZKHg4cSqrWLIGwsd0yk3setrO8LpUVm/wAuaGioZKWqgqJDLLwjjGWgWAZoi+mDqLL9qmP9oOC/Mqz1g/7q1YM0cadk5xbZ4KZydwThyZJTwdNHd0srjZoa3WQHHfYdm3mvBzZ0cOj/AOHwsvPPPLcD6PGuqflfnBrMRHByubHALWhiGjHq2aWsl27abC2oBPPV8VFHFj9nhnJyoGI1z5mC0TQIoRa1o2E2Nt1yXOtu0rblVkU5kfkvPiVQ2CAdL3kcWNl9bnfgN51LEVL1mPwsRGoxOVvEp2GOK/ypnix0TzhpDf8AV611veXElxuSSSeck3KnMenhhiioKT/h6cWLtV5ZPlOJG3WT0XJ3AKBXpabHtjb7ZCbthERaBAvx5sCeYH2L9UdlDU8HTyu3lpaOt2r8fBck6TZ1FCwTC31EhYwEkNLtXMCB+IX4tM/s74KJqmpmeLsZE2PXs0pHh3gIj3ovGNJdM8+Cn91VtGr+FJ0ayWE9pcL9LVRMPm0m23jV2bl9CYph7KiF8MguyRpaefXvHMQbEHnC+eMWw6ShqXwybWnUdz2HY4dBHcQRuW7TZOKZKa8nai8Y3hwBGwryWwkEROpADOpNwWD0EGx000s56QwEC/ZK3uWQLTs/U9qumpgeLT0sbepzib/ZDFmK8eb3SbNKVIItGzOYHTzurJ6qFs0VPBfQdsL3G7dY2G0bh9JW/hML/wAHh9c78iaGKc+YoHJLswpFuvCYX/g8PrXfkXtZiNCz+HhFGDuL2tf7WJ/rZPX9C74mJ4VhE9S/Qp4ZJXatTGF1r+VYcUdJ1LT8nc2MVHoz4w9t+UykjcHOf/8AK4G1r7gbbLu3KyVGWVSW6EZjgZ5MLA3xNyOyyr8khcS5xLidpJJJ6ydqrDSP/JivJ6JXFsVkrZWNsGMu2OKNvJjBIaABz7NfsGpUvPrWh+KvjHJgihhH1eE1est2KyUNSYpGSAAlj2vAOwlrgdfcpevxHD55HSzYVE+R5u5xmdcnp4ifPilKlBcI5CSXZgS1rM3BwdDidSd7I6dp6X30vvsU3wmF/wCDw+td+ReysxeH4MaalpGU0bpOEeGvLtJwAG9otsb3BRhp57la4Hc1RCoiL0SBJYnPwGBV0mx0z4oG9IuC630XP7lhy3mkxiH4MKaqpGVMbZDI0OeW2cQRcgNNzYu19K9fCYX/AIPD6135Fgy4ckptpFoySRieHUhmljibypHsYOt7g0e1fTWIVYhrKuYDiUNE7R6xHpADsLgqvSVuHRPZJHhMLXsc17XCU3a5puCOJtBAXrynxNwwjEal1g+qmjhHVpBzgPoOcOxJ8cscW5fo7uTaowkm+sr8RdmDUPD1EMI/myxx/XeG/is45xovoXHqLCqad8IwqF+hojS4RwuS0HZonZe23co/hML/AMHh9a78istPkatIXejCl5RsLiA0Ek6gALknoAW7MqsNbycHpvpP0vAsXVDlYYRakpaSmH+XEAfCw7wmWmyejm9Gd5LZqqyp/eVI+B041uknGi63mRmx7XaI16iVf311PR05o8NaWxn+LM7+JMbWNzYEDu5gANsbiOKTVBvNI5/MCdQ6mjUOwLjWnFplHmXLElO+giItJMIiIAKlZc4jpObC06m8Z3pEah2A+KsePYs2nj0tRebhjec856AvRmdyOdiNZw8wJp4XB8hI1SSbWs6dfGd0avlBZNVlpbEUxx8mzZnsmzQ4bGHi0s376QHaC8DRaQdhDA2457oruiwFgqxl3km2vh4tmzsuY3nYedj/ADT4HXzg2dF1Np2gas+ZmufTyOjlaWuabPYdrSP/AHqIUox4IuNYWtZcZFR17dJto6hos2S2pw8mS21vTtHeDilXTzUcropmFjhtadhHO07COkL0cWZSRCUaJJSWTdNwtVAznkYT1NOkfAFRFPUNeNR7N4VrzfstUulIJ4GGWSwFyTYNsANps4quSVQbOJcmR50a/h8VrHjZwpj9UBH/AEKrKaqMn657nPdSVRc4lxPASayTcnk85Xr/AGZrfmdV6iT8q8g0GnZuIeBwOpkIsaipbG087Y2tPt4Qdi9SmpqQ02E4bTOBa4sfM9pFiHPOkA4HYRwjh2KFXpaZVjITfIREWgQIiIAIiIAIiIAIiIAIiIAL1515uCwrD4N8sk1Qfo8Vt+tsvgV7Lcy9OezC6mSrhihp55I6emijuyJ7m6WsmxAts0e5ZNW/xSKY+zJleMy+H8Ni9NquI9OU9Ggw6J+uWKu/szW/M6r1En5VpOZfBpqU19VNDLEY6YsZwkbm6RedLi6Q1kGMDV5XSsKVuix2YvU8LPLJ5Uj3DqLjbwsuNAi9lKuDMEREHAiIgAiIgAuLFsUZTs0nnX8lo2uPR0dK4scyijgu1tnyeTfU30j+G3qUXkjkhWY1OSDoxggSTOHEYNui0fKdY6mjn1kXus+bUKHC7KRhfZ6MnMBqcarNBmoai95B0IY7+J22btJ7SPqfJzA4aGnjp4G2YwW17XHe5x3uJ1n3L0ZKZNQYdA2CmbZo1ucdb5Hb3PO8+A2CwUyvObbdssERFwAiIgAorKHJ6Ctj4Odl7clw1PYedjt3VsO8FSqLqddAYHlVkPU0BL23lhGsSsGto/zG7W9esdWxR+C5RyQP02PLHWtpNtrB3OadRGody+jCqPlPm0pqm74f93lOvij924+dHuPS23TdaYajxIm4einsy0rCLipJHox/lXl+2Nb84d9SP8qreOZL1lASZYzoD+bHxoz1m3F+kAuKDFPKHaPctUfjfhCOydxHEZZ36czy91gLm2oDcANQ2lcq9cNQ13JIPRv7l7FZV4FCIiDgREQAREQAREQAREQAREQAU5HlfWgACodYatbWE9pLbntUGi44p9o7ZPftjW/OHfUj/KuevykqpmGOWZzmG1xZovbn0QLqJRcWOK8ILYRETHAiIgAija/HoIr3fpO8lms9u4dpVaxDKyV/FibwYOoHlPPVuHYFKeaEe2MotltxDEY4BeR4bzDa49QGsqn4plRLMeDgDmBxsLa5HE6gBbZfmGvpVhyWzS4hXOEk4NNEdZfNcyOHmx8onZytEWOolblkbm9osNAMMenLvmks6TX5OqzB0NA6brHk1MpcLhFVBIyjIDMtLMWzYjpRR6iIQbSv3/vD/LB5uVt5O1bzh9DHBG2KFjY42izWtFgB1D2rpRZhwiIgAiIgAiIgAiIgAiIgD8IVRx7N1RVN3BhgeflRWaD1s5J7gelW9F1Sa6BqzD8azW1kNzCWVDfNOg/6jjbucepVOd89O7QlbJGfJlYQezSFyOpfTi9NVSskaWyMa9p2te0OB6wdSvHUSXYjgj5uixbym93uK6o6+M/Kt16lrmKZs6Ca5bG6Fx3xOIH1Ddo7lU8RzOyC5p6pruZsrC09r2k3+qFeOpQjgyrtcDsIPUv1ftdm8xGE6oNMeVE9p7gSHeChaqGqg/ixzx2/vI3gd7hZWWaLF2smUUAzGX87T2e5e1uNnewdhITfIjlE0iiRjg3sPePcvIY4zyX+HvXd8QpkoijfjuPmf3D3r8+PIvP7h70b4+wpkmiizj0XM/uHvXrdlDH5D/D3o+SPsKZMIoF+Ug3Rntdb8F6JMpX7mNHWSfcleWHs7tZZUVNlyimJsHNB5mtF/G66abCsRqf4cFW8HeI3tZ9YgN8Uj1EUd2Mss1Qxmt72t63Ae1RtTlFAzY4vPmj8TYLpw7NDic2t8cUA55ZQT12i0vGytuFZiWDXVVj3bOLDGGfbeXX7goy1T8DLGZlV5Wu/lsa3pcbnuFgPFemhw7EMRNoYp5gbi7W6MQ6C7UwdpX0Vg2bbDaaxZSse4W4015Dcbxp3DT1AK2NaALAWA3BZ55pS7Y6ikYNk7mJmfZ1bO2Jv93Dx39Re7itPUHLVsmMhKGgsaeBun/ev48nY53J6m2HQrIikMEREAEREAEREAEREAEREAEREAEREAEREAEREAEREAEREAcFZglNN/Fp4JPTiY72hQ9TkBhz9tJGPQ0mfcIX6i6pNBRS8fyIooidCEj/VlPtesxxqmbG8hgsOsn2oivjbfYjRGFeJRFUU8SrDkzhUUxtI3S+k4fdIREkujqNPyezd4dILvpy49M01u7hLK1U2QGGs2UNOfTYH/fuiLO2xybpMOhiFooo4x5jGt+6F1IiU6EREAEREAEREAEREAEREAEREAEREAf/Z"/>
          <p:cNvSpPr>
            <a:spLocks noChangeAspect="1" noChangeArrowheads="1"/>
          </p:cNvSpPr>
          <p:nvPr/>
        </p:nvSpPr>
        <p:spPr bwMode="auto">
          <a:xfrm>
            <a:off x="63500" y="-144463"/>
            <a:ext cx="1800225" cy="18002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nl-NL">
              <a:latin typeface="Calibri" pitchFamily="34" charset="0"/>
            </a:endParaRPr>
          </a:p>
        </p:txBody>
      </p:sp>
      <p:sp>
        <p:nvSpPr>
          <p:cNvPr id="9220" name="AutoShape 5" descr="data:image/jpeg;base64,/9j/4AAQSkZJRgABAQAAAQABAAD/2wCEAAkGBhASERMQEBQSEhASGBQUEBcTFRAXEhkXFhQXFxUUFRUXHCceFxojGRYWHy8gIygpLDAsFR8yNTAqNSYrLCkBCQoKDgwOGg8PGikkHyIzKzUsKiw1LykuKSwtLCwtLSwpLCwsLCwsLCwsLCwsLCksNCwsLCwpLCwsLCwsLSwpLP/AABEIAHMBtQMBIgACEQEDEQH/xAAbAAEAAgMBAQAAAAAAAAAAAAAABQYDBAcCAf/EAEgQAAEDAQQECAcPAwUBAQAAAAEAAgMRBAUSIQYxQVETImFxgZGSsQcyU3Kh0dIUFRYXMzRCUnOCk7LBwvAjJINDYqKz4VRj/8QAGgEBAAMBAQEAAAAAAAAAAAAAAAIDBAEFBv/EADcRAAIBAgMFBQcDAwUAAAAAAAABAgMRBBIxEyFBUWEFFBWh0SIyUnGBkbFCwfCC4fEjJDM0Y//aAAwDAQACEQMRAD8A7iiIgCIiAIiIAiIgCIiAIiIAiIgCIiAIiIAiIgCIiAIiIAiIgCIiAIiIAiIgCIiAIiIAiIgCIiAIiIAiIgCIiAIiIAiIgCIiAIiIAiIgCIiAIiIAi5kdM7b5QdiL2U+Gdt8oOxF7K8bxmhyl5epn7xHqdNRcy+Gdt8oOxF7KfDO2+UHYi9lPGaHKXl6jvEep01FzL4Z23yg7EXsp8M7b5QdiL2U8ZocpeXqO8R6nTUXNYdLbe9wY19XOIDQGRVJOoeKr7DKYYQ60yAlorI8gAV3AAdA2la8NjoYi7imktW7W/JOFVT0N1FS7f4QsyII6j60hOf3R61pfGBafqw9mT21VLtXDRdr3+Rx14I6Ci578YFq+rD2X+2nxgWr6sPZf7aj4th+v2ObeB0JFz34wLV9WHsv9tPjAtX1Yey/208Ww/X7DbwOhIue/GBavqw9l/trdubTK0zTxxFsVHmjqNfWgBJpxtwUodqUJyUVe76HVXi3YuqIoi+7XbGOb7libI0g48Ww1FPpDlW+pNU45mm/lvLW7K5Loqt76Xt/80f8AP8iyaMaRz2mR7JGsDWNqSwO8bEABXERqxdSzRxsHNQtJN6XTRBVFe28sqKnx6TW6SSVkEUTxG4g6waYiBWrxuWf30vb/AOaP+f5FxY6D0jJ/JM5tVyZaUUBft+TWezRS4WcK4tbI11S0EsJcBR28bys2jN+m0xuLwGysNHgVpn4pocxtHO0q1Ymm6my42uSzq+UmUUJpJfclnMOAMPCOwuxB2rLVQjevulN9Ps0TZIw0kvwnEHEUwuOwjcuzxMIZ7/ptf6hzSv0JpFVRfF6UDvc0ZaRXLXTmEhPoW1c+lzZX8DMwwzagHVoTuzAIPIVXHGU21F3V9Lpq5xVFoWBERbCwIiIAiIgCIiAIiIAiIgCIiAIiIAiIgCIiAIiIAiIgCIiAIURAcYITCuzovnvBP/Ty/uZO7dTjGFKLs6pem+kGuyxH7Yj0M/U9W9ZsT2ZHD03OVTy1f3IToqCu2UtEVg0R0f4eThHj+jGc9znaw3m2noG1eXRoyrTUI6spjFydkTmhOj+BvumQcdw/pg/Rafpc57udRend7F83AA8SKhdyvIr6AQOkroCp14aCSSyyS8K0Y3OdTC7IE1A17l9LisLOGGVGgr8zZODUMsSkIrf8XUnlmdh3rT4u3+WZ2HeteJ4bifg/HqZtjPkVBFb/AIu3+WZ2HetPi7f5ZnYd608NxPwea9RsZ8ioIrf8XUnlmdh3rT4un+WZ2HetPDcT8H49RsZ8ioK46BXOcRtLxRoBbFXaT4zhybOk7lvXfoDCwh0rnS02Uws6RUk9as7GAAAAADIAZAAagAvUwHZk4TVSrw0RdSotO8j0iLRvm9W2eJ0rszqYPrOOofzYCvenNQi5S0RqbsrsiNLb3cMNkgzmmyNNYadnIT6BU7lK3HdDbNEI25nW873HWebYOQKJ0TulxLrZPnNNm2uxp28lRq3Cm9WZY8NB1JOvPV6LkvV8SuCu8zKBcd+xWae1GXFx3kNwiup7694U58PbJ/8Ap2P/AFaGiMDXWi2YmtdR+WIA/wCpJvVq974vJx9hvqWXBxrukskkld6q/F9SFNSy7mV7wgmtmjO+Qf8AW9a9u/s7ay0DKC0Cku4E0xHro7tLY8IXzZn2g/63qWvq6xaLO6P6VAYzucBl16uYlKtJzrVHH3o5Wvmr/nQSjeTtruIbTrXZftD+1evCH83Z9p+x6gLXeZlhsrH/ACkMhY8HXQYcJPQKc7Sp/wAIfzdn2n7HrPOqqtOvNcVH8EHLMpP5FksfybPNb3BVzTu7wYmzjKSNzRiGvCTTXyOoR0qx2P5Nnmt7gq/p5bWtgEWt8jm0G2jTUnrAHSvSxmXu0s3Lz4eZdUtkdybum1mWCKQ63saTz0z9NVtrTueymKCKM62saHc9M/TVbi1U75Fm1sixabwiIrDoREQBERAEREAREQBERAEREAREQBERAEREAREQBERAEREARFr3hbmQxulkNGtHSdwHKTkuSkoq70GhG6UX8LNFxfln1EY3b3nkHfRcye8kkkkk5knWSdZK2r0vJ88rpX6zqGxoGpo5vWtVjCSAASSQABrJOoBfGY7FvE1N2i0/nU86rUzs27pux9olbEzbm47GtGtx/mshdVsNiZDG2KMUa0UG/lJ5Sc1G6MXCLNFnThX0Mh7mjkHfVTK+g7Owfd4Zpe8/Lp6mqjTyq71C0L4viOzR8I/PYxo1uO4etb65ppneBktLm14sXEbz63Hry+6Fdj8V3elmWr3IlVnkjcW/TO1SE4XcE3YGAelxzPoWj7/Wry83bf61oIvkZ4mrN3lJ/cwOcnxN/wB/rV5ebtv9ae/1q8vN23+taCzWSyPleI42lz3agO87hyqKq1W7KT8xeRdNBLVPIZXyyPe0YWtxOcRU1JpXkp1q3KPuK6RZ4WxDN2t53uOs82ocwCkF9phKcqVGMZ68T0aaaikwiItRMKraV3HaZ5Y3RBro2NFA8imLESat21Ab1K0rVvC9IoAHTOwBxoMnHOldgKz4mlCpTcajsvsQmk1ZlewXxvh/4epb9zC8OE/ujHweE+LhriqKahuqsnwvsXlR2ZPZWWyaSWWV4jjkDnurhGF41AnaNwKy01RUlas30zJ3IJRv73mV6C5bxhlmfBwYEriTUtOWJxbrGXjLZw3xvh/4epS9p0mskb3MfIA5po4YZMj0BYxpdYvLDsyeyq1Sw8PZVZrpmRzLFbs3maukV02i0WWJgwmYFrpMwBXg3B1OkqwsGQCx2a1Mkbjjc17TtaQR6FlXoU6UYyc073t5Fqir3KdfmiMr7SJoQ3A4tc8E0o4HjU59fPVSml10S2iFrIgC4PxGpplhcP1C2J9KLIxzmOlAc0kOGF5oRrGQUlDM17WvaatcA5p3gioKyxw+HltIwfva2a3ehBQg7pcSrsgvegaHQtAAAPF2dBWe6tFHCX3RapOGmGbdeEEajU66bMgApi8L3hgw8M/Birhyca0pXUDvCXffEE+LgXh+GmLJwpWtNYG4pGhQVRRlNya0Td/IKEb2bubiLHaLQ1jXPecLWglxOwBR1n0nsj3NYyUFziA0YZMyecLZKrCDSlJJsscktSVRad4XvDBh4Z+DFXDk41pSuoHeFp/C+xeVHZk9lRlXpQdpSSfzRxyitWTCKNsekVmleI45A55rQYXjUKnWNy8RaUWRzgxsoLnENAwyDMmgGY3p3ilrmX3QzR5kqixWm0sjY6R5wsaKuOeQ6Fp2LSCzTP4OKQOfQmlHjIa9YU5VIRkotq74HbpbiRRa1vvKKFofK7A0nCDQnOhNMhyFebvvWGcEwuxhtA7Jw184CbSGbJdX5cRdXsbaLRvC+oIPlXhpOoZl3PhFStGLTOxuNOELfOY8Drpkq5YilB5ZSSfzOOcVubJxF5jka4BzSHNOYIIIPKCFoW7SCzQvwSyBrqA0o85HVqCslUjBZpNJHW0tSRRQ/wALrF5UdmT2VIWO8IpRiie14GvCa05xrCjCtTm7Rkn8mcUk9GbCLVvC9IoAHTOwBxoMnHOldgKXfecU7S6J2NoNCaOGdAaZgbwpbSGbJdX5cTt1extIo+3X9Z4XYJZA11K0o4mnQDRbFht8czccRxMqQDRw1a6VAquKrByypq/LiMyvY2ERFYdCIiAIiIAiIgBK5tpbpB7okwMP9GM8X/cdRf8AoOTnU1ptpDhBs0Z4zh/VI2NP0Oc7eTnVGXzfauNu9hD6+hjr1P0oK66EaParVIPsQfS/9B17lTI3AEEgOAIJBrQ8hpnRWVun9oAoI4QBkAA+n5l5+BnQp1M9Xhoiqk4p3kdBRc/+MG0fUh6pPaT4wbR9SHqk9pe/4thub+xq28DoCgrRoXZXvc9wfieS53HOsmpWXRe+X2mJ0kgaCHlow1pQNadpO9Y9KNIhZmANoZn1wA6gNrj+g29C0VZ0KlHa1FePUnJxccz0MD9CLEBU4wN5fQLX+C92+UH4zVSbZbpJXYpXOe7/AHHuGodCwUXz88dQv7NFW6/4MjqR4ROiWfQ2wuzbV4GRpISOarVNWG7IYRSJjWA66DM85OZ6VF6E2Mx2VpORkLpOg0DfQ0HpU8vocLSp5I1FBJtGuEVZOwREWwsCIiAKp+EP5GLzz+Qq2Kp+EP5GLzz+QrD2h/1p/wA4lVX3GRGi+i8Vpjc97ntLXYRhw08UHaDvVjuzQyGCVszXyFzK0DsFM2kZ0byqnXPo5PaGOfEWBrThOJzga0B2A7wrLozozaLPNwkpYW4XN4rnE1JFMiBuXk4GKeS9H+r9yimtPZ+pVdJfnc/nnuCsV7aDRMhfJG+TExpfR+Ag4RUjICmpV3SX53P557gs1635bXAxTuc0GhLSwMJGyuQJCxKdGMqu1i3v3dNSu8U5XRtaC2pzbSGA8WRrsQ2cUVB58qdKv14WsRRPlOpjS7noMh0nLpVc0HuVjWe6cQe94oKamiuYNfpVGf8ACvWn9vwwtiGuV2fmsoT/AMsK9fCuWGwTnLq19dPM0QvCndlEcHvxSGpoavPK46zzldB0Ft+OzYD40RLfunjN7yPuquXK6zCx2hkkjWyy+KDWvEFWbPrVX3QW34LTwZ8WVpb95vGb6MQ6V5uBlsK1OV/fW/pv/wAFNJ5ZLqSXhG/0P8n7FA6LXnwFoY45MfxH7qOOR6HUPWp7wjf6H+T9ihLXdtbDBaAPFdIx/MZHFp66j7wUsWprGTnDWNn5IVL7RtcCw6f3nhY2ztOb+M/zQch0u/Kqpo986g+0b3rfuCJ9rtbHSnEGBrnnkjADR0mlecrSuH53D9o3vVVapKvWjWejdl8lb1OSeaSkWLwi6oP8n7Fp6OaLQ2iHhHve12JzaNLKUFN45VueEXVB/k/YoW6NE5bTHwrHRgVLeNirlTc071fiFfHS9jPuW7TgiU/+V7rluunRGGCVsrJHuc2tASymYI2DlVLv6EwWuSmWF/CN6aPHfToVs0X0Wls0rpHujILC0YcVa4mnaBuUX4QrJSWOX67S087DXud6Fdi6P+0U1DI0728vQlUj/p3tYltNrePcjQ0/LFtPN8f9B1qnaO2rg7VC7ZiDTzP4p71lvm9OEisrNfBx0dz4i3P7rAeletI7q9zuhoKF0TCfPaKO9ND0rHiq0qtXbx0jl9fyVzk5SzLhYm/CJas4YvOefQ1v7ls3DL7lu509OM7E8A7SSGMB5Mh1qtaSXh7onDm58SJraby0OI7TiOhWvSuy8Hd4jbqj4Jp5gQO+i1wqOdatiI/pW7+fQsTvKUlwKldF3PtloIc451fK45mmWrlqQB/4rBfOgsbYnPgc/GwF1HEEOAzIFAKGiweDtw4SYbcLacwca94V3lIDSTqANeaiswODpVsPnmrt338jtKnGULsoWg18OZLwBNY5K4RucBWo5wD00WHTv539xn7lHaOAm1QU+u3q2+iqkNO/nf3GfuXn7SUsC0+Et32Kr3pfUk7DoPDLZ45A+Rsj2Nd9AtqRXVStOlV/Rq0vjtUWE+M5rHbi1xoQd+/oWSS/bayFkZc5kRaBHxA2rQAOK6lTlTMHapbQW5WPd7pc4ExkhrBrBp4zujV/4pxUK1anGhHK1rw5HVaUkoo3vCH8jF55/IVp6LXqyz2OaV2f9SjBtc4sbQfzYCtzwh/IxeefyFUkRSGMuo4xNdmfohzh3kNHo3q3GVpUcZKcVvt+2p2pJxqNok7qu6W3Wgl5NCcUztw3DcTSgHJyLpcEDWNDGANa0ANA1ABVbQG8IzG6CgbICXH/AHg7ecZDmpyq2r0uzKUI0tondy1f7F1GKUb8wiIvVLwiIgCIiAKK0jvwWaLFkZHVEY5d55B6htUqte03dDIayRxvIyBc1rjTdmFVVU5Qag7PmRle245DLI5zi5xJc4kuJ1knWSvK617x2XyEP4cfqT3jsvkIfw4/UvnvBaj/AFoy93fM5Ki617x2XyEP4cfqT3jsvkIfw4/UngtT4kO7PmclRda947L5CH8OP1J7x2XyEP4cfqTwWp8SHdnzIXwffN3/AGh/IxVXSq2GS1Sk6mng28zMu+p6V02zWSOMYY2NYCakNaGiu+g5gsbrthJJMcZJzJLGVJO05L0KuAnUw8KKlp5lsqTcVG5yBWDR/RKWZwfK0shGZrUOdyNGunL1LoMVhiaatYxp5GtB9AWdUUOxoxlmqSv0IRw6T3s+MYAAAKAZADVQbF9RF7pqCIiAIiIAqn4RPkYvPP5CrYsc1nY/J7WuA1YgD3rPiaW2pSpp2uQnHNGxWfB58hJ9p+xqtSxwwMYKMa1oOZwgAehZF3D0tjSjTbvY7COWNjlOkp/u5/PPcFe9J7gFpiq0DhmZxnfvYeQ9/SpR9giJJMbCTrJa0nros6x0ez1HaKbup+WvqVxpWvficy0av51llLX14JxpIDraRlipvGojdzBfdMLxE1pIYQ5rAGMpmDtJHSadC6I+wREkmOMk6yWtJ66ILuhGYjjBGriM9Szvs2rstjn9m99PIhsZZctytReD2LCMUkmKgxUwUrTOmWqqq142Y2S1FrTUxOa5hOsjJwr3Lqywy2ONxq5jHHeWtJ6yFbX7Lpyitl7LXElKgmvZ3FN0+tDXssz2+K8Pc3mIjIUporZGS2ARvFWOMgPbOo76qefY4yACxhDfFBa0gcwpkvcUTWijQGjcAAOoK6GDaxEq0mnmVrfb0JKn7bkzSuq4obPi4IEY6Yqkk5VoM+crnNwn+7h+0b3rqywMsEQNRGwEZghra9dFHEYFVHDJZKL0+xydK9rcCpeEbVB/k/Yom5NLnWaLgmxtcKl1S4g505ORdFmszH0xta6mrEAac1Vj97YfJx9hnqVdXA1XXdanOzfTojkqUs2ZMrtxaZvtE7YTG1odizDiTk0nVTkWzp1ZMdlx7Y3Nd0Hin8wPQpuOxRNNWsY07w1oPWAsr2BwIcAQdYIBHUtCw9SVGVOrK7fElkbi1JnJrksnC2iKPWHPFeYcZ3oBVx8INkxQsl2xuoeZ4p3hqscdhiaatYxpGohrQesBZZImuGFwDgdYIBHUVmo9m7OhOk3dy4/gjGjaLjzOW6L2XhLVE3YHYzzMGLvAHSul3jYWzRPidqeCK7jsPQaHoXuKxxtNWsY06qta0HrAWZX4PBLD03CTvfUlTp5FZnLI3WiwWipFHiozrge066HaDlzEKSvfTh8sRjYzg8Qo84sRodYGQpXVVX2ezMeML2te3c4AjqK1orlszTibDEDsIYyvRksq7OrU04Uqlovh/P7Feykt0XuKtoPcDw/3TIC0AERA5EkihdTdSoG+qjtOz/d/cZ+5dHWGWxxuNXMY47y1pPWQrZ9nLu6oQfG9+ZJ0fYyohoroZabBDG7I8Gwsd9V2EUPNsPIVS7ut8titBxChacMrN4/mYP6FdSYwAAAAAZADIDmCxS2KNxq5jHHeWtJ6yFKvgM+ScJWlG2/mdlSvZrVFT05tbJLNBIwgsc+oP3D6eRetCLKyWyzRvFWOeQew3Vy7VaTYYqYcDMINQMLaV30ovcMDGCjGtaDmcIAHoUlg28RtpNaWa+lhs/bzM5baoJbFaaA0fGasOxzTqPMRUEc4XSrpvNloibKzUdY2tcNbT/NyzzWSN+b2NcRqxNae9fYbOxmTGtaDrwgDuTCYOWGnLLL2Xw5CFNwb37jIiIvRLgiIgCIiAIiIAiIgCIiAIiIAiIgCIiAIiIAiIgCIiAIiIAiIgCIiAIiIAiIgCIiAIiIAiIgCIiAIiIAiIgCIiAIiIAiIgCIiAIiIAiIgCIiAIiIAiIgCIiAIiIAiIgCIiAIiIAiIgCIiAIiIAiIgCIiAIiIAiIgCIiAIiIAiIgCIiAIiIAiIgCIiAIiIAiIgCIiAIiIAiIgCIiAIiID/2Q=="/>
          <p:cNvSpPr>
            <a:spLocks noChangeAspect="1" noChangeArrowheads="1"/>
          </p:cNvSpPr>
          <p:nvPr/>
        </p:nvSpPr>
        <p:spPr bwMode="auto">
          <a:xfrm>
            <a:off x="63500" y="-144463"/>
            <a:ext cx="304800" cy="304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nl-NL">
              <a:latin typeface="Calibri" pitchFamily="34" charset="0"/>
            </a:endParaRPr>
          </a:p>
        </p:txBody>
      </p:sp>
      <p:sp>
        <p:nvSpPr>
          <p:cNvPr id="9223" name="Tekstvak 6"/>
          <p:cNvSpPr txBox="1">
            <a:spLocks noChangeArrowheads="1"/>
          </p:cNvSpPr>
          <p:nvPr/>
        </p:nvSpPr>
        <p:spPr bwMode="auto">
          <a:xfrm>
            <a:off x="468313" y="980728"/>
            <a:ext cx="8280151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4000" dirty="0">
                <a:solidFill>
                  <a:srgbClr val="FF0000"/>
                </a:solidFill>
                <a:latin typeface="Aharoni" pitchFamily="2" charset="-79"/>
                <a:ea typeface="+mj-ea"/>
                <a:cs typeface="Aharoni" pitchFamily="2" charset="-79"/>
              </a:rPr>
              <a:t>Nul-</a:t>
            </a:r>
            <a:r>
              <a:rPr lang="fr-FR" sz="4000" dirty="0" err="1">
                <a:solidFill>
                  <a:srgbClr val="FF0000"/>
                </a:solidFill>
                <a:latin typeface="Aharoni" pitchFamily="2" charset="-79"/>
                <a:ea typeface="+mj-ea"/>
                <a:cs typeface="Aharoni" pitchFamily="2" charset="-79"/>
              </a:rPr>
              <a:t>optionaliteit</a:t>
            </a:r>
            <a:endParaRPr lang="en-US" sz="4000" dirty="0" smtClean="0">
              <a:solidFill>
                <a:srgbClr val="FF0000"/>
              </a:solidFill>
              <a:latin typeface="Aharoni" pitchFamily="2" charset="-79"/>
              <a:ea typeface="+mj-ea"/>
              <a:cs typeface="Aharoni" pitchFamily="2" charset="-79"/>
            </a:endParaRPr>
          </a:p>
        </p:txBody>
      </p:sp>
      <p:sp>
        <p:nvSpPr>
          <p:cNvPr id="8" name="Tekstvak 6"/>
          <p:cNvSpPr txBox="1">
            <a:spLocks noChangeArrowheads="1"/>
          </p:cNvSpPr>
          <p:nvPr/>
        </p:nvSpPr>
        <p:spPr bwMode="auto">
          <a:xfrm>
            <a:off x="496913" y="1556792"/>
            <a:ext cx="7920880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nl-NL" sz="1600" dirty="0">
                <a:latin typeface="Aharoni" pitchFamily="2" charset="-79"/>
                <a:cs typeface="Aharoni" pitchFamily="2" charset="-79"/>
              </a:rPr>
              <a:t>Een nul-</a:t>
            </a:r>
            <a:r>
              <a:rPr lang="nl-NL" sz="1600" dirty="0" err="1">
                <a:latin typeface="Aharoni" pitchFamily="2" charset="-79"/>
                <a:cs typeface="Aharoni" pitchFamily="2" charset="-79"/>
              </a:rPr>
              <a:t>optionaliteit</a:t>
            </a:r>
            <a:r>
              <a:rPr lang="nl-NL" sz="1600" dirty="0">
                <a:latin typeface="Aharoni" pitchFamily="2" charset="-79"/>
                <a:cs typeface="Aharoni" pitchFamily="2" charset="-79"/>
              </a:rPr>
              <a:t> betekent dat er niet per se een relatie hoeft te</a:t>
            </a:r>
          </a:p>
          <a:p>
            <a:r>
              <a:rPr lang="nl-NL" sz="1600" dirty="0">
                <a:latin typeface="Aharoni" pitchFamily="2" charset="-79"/>
                <a:cs typeface="Aharoni" pitchFamily="2" charset="-79"/>
              </a:rPr>
              <a:t>zijn. Een nul-</a:t>
            </a:r>
            <a:r>
              <a:rPr lang="nl-NL" sz="1600" dirty="0" err="1">
                <a:latin typeface="Aharoni" pitchFamily="2" charset="-79"/>
                <a:cs typeface="Aharoni" pitchFamily="2" charset="-79"/>
              </a:rPr>
              <a:t>optionaliteit</a:t>
            </a:r>
            <a:r>
              <a:rPr lang="nl-NL" sz="1600" dirty="0">
                <a:latin typeface="Aharoni" pitchFamily="2" charset="-79"/>
                <a:cs typeface="Aharoni" pitchFamily="2" charset="-79"/>
              </a:rPr>
              <a:t> lees je als volgt:</a:t>
            </a:r>
          </a:p>
          <a:p>
            <a:r>
              <a:rPr lang="nl-NL" sz="1600" dirty="0">
                <a:latin typeface="Aharoni" pitchFamily="2" charset="-79"/>
                <a:cs typeface="Aharoni" pitchFamily="2" charset="-79"/>
              </a:rPr>
              <a:t/>
            </a:r>
            <a:br>
              <a:rPr lang="nl-NL" sz="1600" dirty="0">
                <a:latin typeface="Aharoni" pitchFamily="2" charset="-79"/>
                <a:cs typeface="Aharoni" pitchFamily="2" charset="-79"/>
              </a:rPr>
            </a:br>
            <a:endParaRPr lang="nl-NL" sz="1600" dirty="0">
              <a:latin typeface="Aharoni" pitchFamily="2" charset="-79"/>
              <a:cs typeface="Aharoni" pitchFamily="2" charset="-79"/>
            </a:endParaRPr>
          </a:p>
        </p:txBody>
      </p:sp>
      <p:pic>
        <p:nvPicPr>
          <p:cNvPr id="6" name="Afbeelding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2096521"/>
            <a:ext cx="4392488" cy="4172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770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AutoShape 2" descr="data:image/jpeg;base64,/9j/4AAQSkZJRgABAQAAAQABAAD/2wCEAAkGBxQSEhUUEhMUFRUXFxQXGBgXFRgcGRcZFxUcGhwdFRcYHCohGBolHBcXJTEiJSkrLi4uFx8zODMsNygtLisBCgoKDg0OGhAQGywmHiQuLCwsLCwsLSwsLCwwLCwsLCwsLCwsLCwsLCwsLDQsLCwsLCwsLDQsLCwsLCwsLSwsLP/AABEIAKMBNgMBIgACEQEDEQH/xAAcAAEAAwEAAwEAAAAAAAAAAAAABQYHBAIDCAH/xABPEAABAwIBBgkGCwUFCAMAAAABAAIDBBEFBgcSITFBEyIyUWFxgZGhUmJyk7HRFBVCVIKSorLB0uMWIzNDwghTVWODFyQ0RKPT4vBzw+H/xAAZAQADAQEBAAAAAAAAAAAAAAAAAgMEAQX/xAAnEQACAgEEAgICAgMAAAAAAAAAAQIRAwQSITFBURMUInEysUJhkf/aAAwDAQACEQMRAD8A3FERABERABERABERABFyTYhG3fc8w1+Oxcr8TceS0Dr1rtMCVXrkna3a4Dt/BV+uxZjP40zW9BcAfqjWe5QVVlnTt5AfJ1N0R3usfBUjilLpCuSRdJMSYNlz1D3rllxg7md5We1OW8h5ETG+kS72WUXUZS1L/wCZo9DWtHja/irR0svIryI0uXF5d2iOoe9R1Ti8u+W31Qs2lrZHcqR7utxP4rnVVpV7F3l9qMa56n/q/wD6o6bFmnbMT9IlVNE6wI5vZPy17D8u/euV9UzyvAqKRP8AEjm47nVPM4jqJXicQlHJmlHVI4ewrjRHxoLOwY/Vt5NTP6xx9pXsZl1Xs/5gkczmRnx0b+Kj0R8UfQbmT1NnTrG8tkDx6LmnvDreCl6TO83+dSuHTHIHeDg32qjuhadrR3L0voGHcR1H3qctPB+DqmzXKDOZh8ltKR8R5pI3Dvc27fFWXD8VgnF4JopR5j2u77HUvnWXCfJd3j3LjkwyRp0m7RsLTYjq2FRlpfQyyH1Ei+ccPy4xGlIAqJHAfJmGmD2v41uohXHBs9GwVdNbz4XX/wCm/YPpHqUJYZIdSRrqKCwDK+jrdVPUMc7yHXbJ9R9nHrAsp1SaoYIiIAIiIAIiIAIiIAIiIAIiIALxkkDRdxAA2kmwUJi2UscV2x2kf0Hit6zvPQPBVHE8aLuNM/qb+Vo9qpHG5CuSRcKvKFo1RjSPOdQ958FC4hjNheaUNHNe3c0az4qlVmULzqjGgOfa73BQ73lxu4kk7STc961Q03sRzLdV5YNbqhjLvOfqH1RrPgoOtygqJdshaOZnFHhrPaVFotMcUY9IRybCIicUIiIAIiIA9tNA6R7WMF3OIa0c5JsFYzkLU73QD/V/8V6cgYA6tjJ2RtfIeoNI9rgsKxmu4eommItwssklvTeXfisufPKEqRSEU1yb1+wtT5UHrf8AxXBjOTc9MwPk0CwnR0mO0gDa9jq6CsIW5YfBwGB0EWx0rpah3SCTo3+i9vckxaicppHZQSRGIiLaSCIiACIiACIiAPxzQdRFx0rhqMIidu0T5vu2LvRcaT7OlZq8BeNbCH21jc4d/vUvgOcbEKEhhkMzB/LqLuIHmyHjt6Lkgcy7166inbILPaHDp/A7lGeBPoZTo0vJXOtRVZDJCaaU2GjKRoOPmS8k9TtEnmV9XyviOTW0xG/mu/B3v711ZLZf12FuEdzJCNsEpNgP8p22PotdvQsWTC4lVKz6eRVfIzLukxJv7l+hKBd0L7CQW2kC9nt84c4vY6laFEYIiIAIiIAIi9NXUtiY58jg1rRck7kAeVRO1jS97g1oFyTsCoWPZVumuyK7I952OeOnyW9HfzKHykykdVP3thaeK3+p/O72d5NcqKku1DUPb1rZiweWTlM7qnFLao+/3BRb3km5JJ5yvFFsjFR6JN2ERS+AYbFKJ5ah7o4aeIySFgu6wudVwdwdu3LspKKtglZEIu34/wAB+d1nqv00+P8AAfndZ6r9NQ+zjG2M4kXb8f4D87rPVfpp8f4D87rPVfpo+zjDYziRd7cbwI/87Ut9KFx+7Gu6jwmkqrChxKnlcdkb7xvPU08Y/VTLU435DYyCRd2KYTNTO0Zoyy+w7Wu9Fw1FcKsmnyhScwqfgKDEqm9iynMbD50twPtaHesEW05azcBgFt9VVNH0Yxf70X2liy8vO7yMvDo/WNJIA1k6gvoHLaIRPp6ZvJp6aGMdYFvYGrEcmJ4o6ynfOdGJk0T3kAniseHEWGs3tbtWyYvlhglRM+Z9VVBz7XDYtQs0AWuw7gjBOMJXIJptcEMi7fj/AAH53Weq/TXm3FsDdqGITsPnwPI7dGNbfs4yWxkeisNPk5HUAmhraaqIF9AODX29G58bKFrKN8LyyVjmOG0OHiOcdIVIZIy/ixWmuz0IvZBEXua0bXODR1uNh7VL41Pg9HM+nqKqq4WPRD9GMFty0O1WYdxG9cnljDs6ot9EIi7fj/AfndZ6r9NPj/AfndZ6r9NT+zjO7GcSLt+P8B+d1nqv01+jHsB+d1Y/0v00fZxhsZwopWnmwic2hxQMP+fG5g+s4NC6MRyVniZwjQ2aK1xJC7SFue223SLjpTxzwl0zji0QS562iZK3RkaCN3OOo7l0IqtX2cKViWETUrhLC91mnSa9hIfGRvJGzrHgtYza53xMW02IlrJDYMn1Bkh5pRsY7zth6N9cVUyjyb1GSBvS6Mb+lg/DuWLNp/MSkZ+z6vRYHmgzomJzKKufeI2bDM464zsDJCdsfM48nYdXJ3xYioREQAWT5cZS/CZeCjP7mM7tj3Da7qGwdp3i1szjY58GptBhtJNdg5w23HcOwgdbhzLJIti1afFf5MnOXg9z33XgiL0EqJBERBwKQxubgMBrHg2dPLFCDzgEOI7W8IFHrxzuT8FhmG0/946Wod/T4SnuWbVOoUUx9mRIitua3J2OvxGOGYExaMj5ACQdFrDbWNY4xavOLFSRbccAwH5rVn/VP/cXi/JzAXavg9YzpEgPteVX4MnoXcjE0WuVuaukqQfiyscZQCRBUgAv32ZIABsvuPSRtWUVVO6N7o5Glr2Oc1zTta5psQekEFTcWnTGTsv2Q+cyWC1PX3qqN1mkP4z4h5UbjrNvJvu1W33LKLCRA5ron8JBK3hIZBrDmkA7ecXHYQegYUtqzTTmvw2aidrfTSxSRE7mSuIc0dAs8/THMrYMuyX+hJxtEXntn4OHDaW9iyB0z29MpAHi2RZSr9nwr+FxaZo5MLIoh2MDj9p7lQVFu3Y6CLSM22RtHU0dRV1xm0I5I4mCIgG5ALto18tnNaxVg/ZLAuav+sxNHHKStI42kYui2Z2RmBO1B9fH512G3ZolUfOFkX8XOidHMJ6edrnRSaOieKRdrhzjSbr38w2LkoSj2gTT6KnFIWkOaS1wIIINiCNYII2FbPm7yqdi0bsPrXaVQ1jn007uU4tGtjztcba77wDfWATiytOa6YsxaiLdvDNb2Ou0+BK5GTi7R1qzUcjqQvroWkcl5cejgwXa+1oCxzK7EPhFbUzA3Ek0rmnzS86NujRst4jkFPPitSP5EVS5vpucS23a0hfOCvqZbpL9CQVIIi3N2ROEUsVOyrp53zup4pJCyU203N421wtxg7VbZZRjFydIZujDEW3fEGA/Nav1v6i5p8hcFn1RVFVSvOwyBr2A+cAL2+kE7w5F4ObkY0pvJfKyqw+TTpZnM1guYdcb+h7DqOoWvtG4hdGW+R02GStZKWvZIC6KVnIkbzjmIuLjpG0EFVxSGN8hqoMWpXVtKwRzxW+FQDdf5bOg2Jvvsd4N4JVLNJjppMTg1/u5nCCQbi2Q6Iv1O0T2FX7KGh4CpliGxrzo+ieM37JC36XI5La/BHJGuSOREWsmVDK/AhYzxDpkaPvD8e/nWq5i8vjUs+A1L7zRtvC47ZI2jW0ne5vi30STWSFQK9kmH1jJYCWlrhJEeax5J5xuI3g9KwanFX5ItCXg+w0UXkvjbK2lhqY+TKwOtfku2OaekOBHYvxZChlGcfE+Gr3tB4sQbE3rGt3bpEj6IUM0WXLPPwtRI/y5ZH97i5da9bHGo0Z27YREVBQiIgD9awkgDaTYdZURn5qR8YRwNPFp6eGO3MTd33XM7lbMlKbhKyBv+Y1x6mcc/dWW5xcQ+EYnWSbjPI0dLYzoNP1WhYdY+UiuMri1TMdDoNxGq3xUwjaemUkjxjb3rK1s+QcHA4A9x21VVYejGB/VG7vWbGrkkUk6RzhEReuZj30MxZIx7dTmva4dYIVVz307WYxUaOrSETj1mJt++1+1XXJykM1VCwb5Gk+i06TvAFZvnRxIVGK1cg2CUxjqiAjuOg6F+1YdY+UWxlWWvf2bXH4ZU83we56xI23tKyFaxmevT0GLVuzQg4OM+foPNu8xd6xlDOcpa/4RV1E17iSaV46nPJHgQo1EQBt+Bw8BgNGy1nVEss5HOAS0Hu4MqPViyug4BtHS/N6WJp9Iix7eID2qur1NOqxohN8henPJJoUOFQ7yyeU84Diwt79I9y6I4y4ho2kgDrJsFDZ+asHEWwtPFp6eGK3MSC/2Pb3KWrfCQ2MzdXnMrQmXF6fmj4SR3QGxm32i1UZanmNh0BiNVvipuDafOlJI8Yh3rClboqWDLSu0cHrpb2NXVtY3XYkB/C91g8d6wxazndm4LDsNpx8sS1Du22h4Pd3LJk+V3NnI9Elk1QfCKunhtcSTRMPU54B7LErbMuqnTrZbbG6LB9Fov9rSWf5j6DhcWhceTC2WV3UGFo+09qs9bUcJI+Ty3vf9ZxP4q+kX5NiZHwelERbyJ784TeEwCFztsVZosO/Rcx5IHRr+yFjK17O1NwOFYfTHlSvkqT0AAht+sS/ZKyFeTldzdezTHo6sLcRNEW7RIwjrDhZb1nEH+/SejH9wLGsgaA1GI0kYF7zxE+ixwe77LStayzqeErZ3DYH6P1Ghp8WlW0i/N/oTJ0QqIi9AiFBZZUXCU5cBxozpDqOp34HsU6vVVxacb2nY5rh3iyWcd0WjqdMsH9m7Gi6KppHHkObMzXufxXgcwBaw9byizHNrlB8Bqny3tpQuZ3vY7+lfq8c0k/A3Rl0TtDnNPWLhSa8cr6Q0+IVDdwlLx6MnHFux1uxeS9fG7RmYRETnAiIgCx5EyiJ9RUu5NPTTSnrA9wcvn+R5cSSbkkknnJW410/AYHiEu+UxU7em5Gl9l7u5YYvM1LvIy8Ogt4rIPg+GYZTjV+4Mzh50xD/a56whtri+zfb8FtmJZ0sJnc10lHVktY1jbOaAGtvYWEnSUuGajO2dkrVHCv0Ly/2hYMNlDVnrk90i46nPAyIH4Bh0ELt0krjI8dWoWPaQtb1cfCZP42WerrRg1HJVTWbVzNdHSxHlC+2RzdwGo9w2uWBucSbnWSu7G8ZnrJTNUyulkOrSduA3NA1NGs6gANa4FinNzlbKpUqC2/KjDDheTDKd40ZqmSMyDYQ9x4Ug9LWRNafRUBmqyPaAMTrhaniN4WHbPKOTYHa0EdpHMCpTP3iz3wYfG88Z7ZKh7ebT0dADoALx2JdrqwsxtTeROH/CMQpIrXDp4tIeaHgu+yCoRaJmIow/FBI7ZBDNMe4R/wD2Lh0uuWdTwlbOdwfofUAafEFQq85pS9znna4lx63G59q8F7MVSSMzJfJGl4Ssgb54cfocf+lZTnAxD4RiVXLe4M8gafNY7Qb9loWxZFyiE1NU7ZT000naBceDXL5+c4k3OsnasGrdzorjXB+LaM31KYsCeRyqurDG9LWWt9pj+9Yuvo7JzDtCDBaUD5Pwl46XfvtfaXhRxfzT9c/8Gl0Ztn2qgcSELTxaeCGEDcNRf7HjuWdKey7xD4RiNXLe4dPKGnzWuLW/ZaFAqYxq2ZKHg4cSqrWLIGwsd0yk3setrO8LpUVm/wAuaGioZKWqgqJDLLwjjGWgWAZoi+mDqLL9qmP9oOC/Mqz1g/7q1YM0cadk5xbZ4KZydwThyZJTwdNHd0srjZoa3WQHHfYdm3mvBzZ0cOj/AOHwsvPPPLcD6PGuqflfnBrMRHByubHALWhiGjHq2aWsl27abC2oBPPV8VFHFj9nhnJyoGI1z5mC0TQIoRa1o2E2Nt1yXOtu0rblVkU5kfkvPiVQ2CAdL3kcWNl9bnfgN51LEVL1mPwsRGoxOVvEp2GOK/ypnix0TzhpDf8AV611veXElxuSSSeck3KnMenhhiioKT/h6cWLtV5ZPlOJG3WT0XJ3AKBXpabHtjb7ZCbthERaBAvx5sCeYH2L9UdlDU8HTyu3lpaOt2r8fBck6TZ1FCwTC31EhYwEkNLtXMCB+IX4tM/s74KJqmpmeLsZE2PXs0pHh3gIj3ovGNJdM8+Cn91VtGr+FJ0ayWE9pcL9LVRMPm0m23jV2bl9CYph7KiF8MguyRpaefXvHMQbEHnC+eMWw6ShqXwybWnUdz2HY4dBHcQRuW7TZOKZKa8nai8Y3hwBGwryWwkEROpADOpNwWD0EGx000s56QwEC/ZK3uWQLTs/U9qumpgeLT0sbepzib/ZDFmK8eb3SbNKVIItGzOYHTzurJ6qFs0VPBfQdsL3G7dY2G0bh9JW/hML/wAHh9c78iaGKc+YoHJLswpFuvCYX/g8PrXfkXtZiNCz+HhFGDuL2tf7WJ/rZPX9C74mJ4VhE9S/Qp4ZJXatTGF1r+VYcUdJ1LT8nc2MVHoz4w9t+UykjcHOf/8AK4G1r7gbbLu3KyVGWVSW6EZjgZ5MLA3xNyOyyr8khcS5xLidpJJJ6ydqrDSP/JivJ6JXFsVkrZWNsGMu2OKNvJjBIaABz7NfsGpUvPrWh+KvjHJgihhH1eE1est2KyUNSYpGSAAlj2vAOwlrgdfcpevxHD55HSzYVE+R5u5xmdcnp4ifPilKlBcI5CSXZgS1rM3BwdDidSd7I6dp6X30vvsU3wmF/wCDw+td+ReysxeH4MaalpGU0bpOEeGvLtJwAG9otsb3BRhp57la4Hc1RCoiL0SBJYnPwGBV0mx0z4oG9IuC630XP7lhy3mkxiH4MKaqpGVMbZDI0OeW2cQRcgNNzYu19K9fCYX/AIPD6135Fgy4ckptpFoySRieHUhmljibypHsYOt7g0e1fTWIVYhrKuYDiUNE7R6xHpADsLgqvSVuHRPZJHhMLXsc17XCU3a5puCOJtBAXrynxNwwjEal1g+qmjhHVpBzgPoOcOxJ8cscW5fo7uTaowkm+sr8RdmDUPD1EMI/myxx/XeG/is45xovoXHqLCqad8IwqF+hojS4RwuS0HZonZe23co/hML/AMHh9a78istPkatIXejCl5RsLiA0Ek6gALknoAW7MqsNbycHpvpP0vAsXVDlYYRakpaSmH+XEAfCw7wmWmyejm9Gd5LZqqyp/eVI+B041uknGi63mRmx7XaI16iVf311PR05o8NaWxn+LM7+JMbWNzYEDu5gANsbiOKTVBvNI5/MCdQ6mjUOwLjWnFplHmXLElO+giItJMIiIAKlZc4jpObC06m8Z3pEah2A+KsePYs2nj0tRebhjec856AvRmdyOdiNZw8wJp4XB8hI1SSbWs6dfGd0avlBZNVlpbEUxx8mzZnsmzQ4bGHi0s376QHaC8DRaQdhDA2457oruiwFgqxl3km2vh4tmzsuY3nYedj/ADT4HXzg2dF1Np2gas+ZmufTyOjlaWuabPYdrSP/AHqIUox4IuNYWtZcZFR17dJto6hos2S2pw8mS21vTtHeDilXTzUcropmFjhtadhHO07COkL0cWZSRCUaJJSWTdNwtVAznkYT1NOkfAFRFPUNeNR7N4VrzfstUulIJ4GGWSwFyTYNsANps4quSVQbOJcmR50a/h8VrHjZwpj9UBH/AEKrKaqMn657nPdSVRc4lxPASayTcnk85Xr/AGZrfmdV6iT8q8g0GnZuIeBwOpkIsaipbG087Y2tPt4Qdi9SmpqQ02E4bTOBa4sfM9pFiHPOkA4HYRwjh2KFXpaZVjITfIREWgQIiIAIiIAIiIAIiIAIiIAL1515uCwrD4N8sk1Qfo8Vt+tsvgV7Lcy9OezC6mSrhihp55I6emijuyJ7m6WsmxAts0e5ZNW/xSKY+zJleMy+H8Ni9NquI9OU9Ggw6J+uWKu/szW/M6r1En5VpOZfBpqU19VNDLEY6YsZwkbm6RedLi6Q1kGMDV5XSsKVuix2YvU8LPLJ5Uj3DqLjbwsuNAi9lKuDMEREHAiIgAiIgAuLFsUZTs0nnX8lo2uPR0dK4scyijgu1tnyeTfU30j+G3qUXkjkhWY1OSDoxggSTOHEYNui0fKdY6mjn1kXus+bUKHC7KRhfZ6MnMBqcarNBmoai95B0IY7+J22btJ7SPqfJzA4aGnjp4G2YwW17XHe5x3uJ1n3L0ZKZNQYdA2CmbZo1ucdb5Hb3PO8+A2CwUyvObbdssERFwAiIgAorKHJ6Ctj4Odl7clw1PYedjt3VsO8FSqLqddAYHlVkPU0BL23lhGsSsGto/zG7W9esdWxR+C5RyQP02PLHWtpNtrB3OadRGody+jCqPlPm0pqm74f93lOvij924+dHuPS23TdaYajxIm4einsy0rCLipJHox/lXl+2Nb84d9SP8qreOZL1lASZYzoD+bHxoz1m3F+kAuKDFPKHaPctUfjfhCOydxHEZZ36czy91gLm2oDcANQ2lcq9cNQ13JIPRv7l7FZV4FCIiDgREQAREQAREQAREQAREQAU5HlfWgACodYatbWE9pLbntUGi44p9o7ZPftjW/OHfUj/KuevykqpmGOWZzmG1xZovbn0QLqJRcWOK8ILYRETHAiIgAija/HoIr3fpO8lms9u4dpVaxDKyV/FibwYOoHlPPVuHYFKeaEe2MotltxDEY4BeR4bzDa49QGsqn4plRLMeDgDmBxsLa5HE6gBbZfmGvpVhyWzS4hXOEk4NNEdZfNcyOHmx8onZytEWOolblkbm9osNAMMenLvmks6TX5OqzB0NA6brHk1MpcLhFVBIyjIDMtLMWzYjpRR6iIQbSv3/vD/LB5uVt5O1bzh9DHBG2KFjY42izWtFgB1D2rpRZhwiIgAiIgAiIgAiIgAiIgD8IVRx7N1RVN3BhgeflRWaD1s5J7gelW9F1Sa6BqzD8azW1kNzCWVDfNOg/6jjbucepVOd89O7QlbJGfJlYQezSFyOpfTi9NVSskaWyMa9p2te0OB6wdSvHUSXYjgj5uixbym93uK6o6+M/Kt16lrmKZs6Ca5bG6Fx3xOIH1Ddo7lU8RzOyC5p6pruZsrC09r2k3+qFeOpQjgyrtcDsIPUv1ftdm8xGE6oNMeVE9p7gSHeChaqGqg/ixzx2/vI3gd7hZWWaLF2smUUAzGX87T2e5e1uNnewdhITfIjlE0iiRjg3sPePcvIY4zyX+HvXd8QpkoijfjuPmf3D3r8+PIvP7h70b4+wpkmiizj0XM/uHvXrdlDH5D/D3o+SPsKZMIoF+Ug3Rntdb8F6JMpX7mNHWSfcleWHs7tZZUVNlyimJsHNB5mtF/G66abCsRqf4cFW8HeI3tZ9YgN8Uj1EUd2Mss1Qxmt72t63Ae1RtTlFAzY4vPmj8TYLpw7NDic2t8cUA55ZQT12i0vGytuFZiWDXVVj3bOLDGGfbeXX7goy1T8DLGZlV5Wu/lsa3pcbnuFgPFemhw7EMRNoYp5gbi7W6MQ6C7UwdpX0Vg2bbDaaxZSse4W4015Dcbxp3DT1AK2NaALAWA3BZ55pS7Y6ikYNk7mJmfZ1bO2Jv93Dx39Re7itPUHLVsmMhKGgsaeBun/ev48nY53J6m2HQrIikMEREAEREAEREAEREAEREAEREAEREAEREAEREAEREAEREAcFZglNN/Fp4JPTiY72hQ9TkBhz9tJGPQ0mfcIX6i6pNBRS8fyIooidCEj/VlPtesxxqmbG8hgsOsn2oivjbfYjRGFeJRFUU8SrDkzhUUxtI3S+k4fdIREkujqNPyezd4dILvpy49M01u7hLK1U2QGGs2UNOfTYH/fuiLO2xybpMOhiFooo4x5jGt+6F1IiU6EREAEREAEREAEREAEREAEREAEREAf/Z"/>
          <p:cNvSpPr>
            <a:spLocks noChangeAspect="1" noChangeArrowheads="1"/>
          </p:cNvSpPr>
          <p:nvPr/>
        </p:nvSpPr>
        <p:spPr bwMode="auto">
          <a:xfrm>
            <a:off x="63500" y="-144463"/>
            <a:ext cx="1800225" cy="18002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nl-NL">
              <a:latin typeface="Calibri" pitchFamily="34" charset="0"/>
            </a:endParaRPr>
          </a:p>
        </p:txBody>
      </p:sp>
      <p:sp>
        <p:nvSpPr>
          <p:cNvPr id="9220" name="AutoShape 5" descr="data:image/jpeg;base64,/9j/4AAQSkZJRgABAQAAAQABAAD/2wCEAAkGBhASERMQEBQSEhASGBQUEBcTFRAXEhkXFhQXFxUUFRUXHCceFxojGRYWHy8gIygpLDAsFR8yNTAqNSYrLCkBCQoKDgwOGg8PGikkHyIzKzUsKiw1LykuKSwtLCwtLSwpLCwsLCwsLCwsLCwsLCksNCwsLCwpLCwsLCwsLSwpLP/AABEIAHMBtQMBIgACEQEDEQH/xAAbAAEAAgMBAQAAAAAAAAAAAAAABQYDBAcCAf/EAEgQAAEDAQQECAcPAwUBAQAAAAEAAgMRBAUSIQYxQVETImFxgZGSsQcyU3Kh0dIUFRYXMzRCUnOCk7LBwvAjJINDYqKz4VRj/8QAGgEBAAMBAQEAAAAAAAAAAAAAAAIDBAEFBv/EADcRAAIBAgMFBQcDAwUAAAAAAAABAgMRBBIxEyFBUWEFFBWh0SIyUnGBkbFCwfCC4fEjJDM0Y//aAAwDAQACEQMRAD8A7iiIgCIiAIiIAiIgCIiAIiIAiIgCIiAIiIAiIgCIiAIiIAiIgCIiAIiIAiIgCIiAIiIAiIgCIiAIiIAiIgCIiAIiIAiIgCIiAIiIAiIgCIiAIiIAi5kdM7b5QdiL2U+Gdt8oOxF7K8bxmhyl5epn7xHqdNRcy+Gdt8oOxF7KfDO2+UHYi9lPGaHKXl6jvEep01FzL4Z23yg7EXsp8M7b5QdiL2U8ZocpeXqO8R6nTUXNYdLbe9wY19XOIDQGRVJOoeKr7DKYYQ60yAlorI8gAV3AAdA2la8NjoYi7imktW7W/JOFVT0N1FS7f4QsyII6j60hOf3R61pfGBafqw9mT21VLtXDRdr3+Rx14I6Ci578YFq+rD2X+2nxgWr6sPZf7aj4th+v2ObeB0JFz34wLV9WHsv9tPjAtX1Yey/208Ww/X7DbwOhIue/GBavqw9l/trdubTK0zTxxFsVHmjqNfWgBJpxtwUodqUJyUVe76HVXi3YuqIoi+7XbGOb7libI0g48Ww1FPpDlW+pNU45mm/lvLW7K5Loqt76Xt/80f8AP8iyaMaRz2mR7JGsDWNqSwO8bEABXERqxdSzRxsHNQtJN6XTRBVFe28sqKnx6TW6SSVkEUTxG4g6waYiBWrxuWf30vb/AOaP+f5FxY6D0jJ/JM5tVyZaUUBft+TWezRS4WcK4tbI11S0EsJcBR28bys2jN+m0xuLwGysNHgVpn4pocxtHO0q1Ymm6my42uSzq+UmUUJpJfclnMOAMPCOwuxB2rLVQjevulN9Ps0TZIw0kvwnEHEUwuOwjcuzxMIZ7/ptf6hzSv0JpFVRfF6UDvc0ZaRXLXTmEhPoW1c+lzZX8DMwwzagHVoTuzAIPIVXHGU21F3V9Lpq5xVFoWBERbCwIiIAiIgCIiAIiIAiIgCIiAIiIAiIgCIiAIiIAiIgCIiAIURAcYITCuzovnvBP/Ty/uZO7dTjGFKLs6pem+kGuyxH7Yj0M/U9W9ZsT2ZHD03OVTy1f3IToqCu2UtEVg0R0f4eThHj+jGc9znaw3m2noG1eXRoyrTUI6spjFydkTmhOj+BvumQcdw/pg/Rafpc57udRend7F83AA8SKhdyvIr6AQOkroCp14aCSSyyS8K0Y3OdTC7IE1A17l9LisLOGGVGgr8zZODUMsSkIrf8XUnlmdh3rT4u3+WZ2HeteJ4bifg/HqZtjPkVBFb/AIu3+WZ2HetPi7f5ZnYd608NxPwea9RsZ8ioIrf8XUnlmdh3rT4un+WZ2HetPDcT8H49RsZ8ioK46BXOcRtLxRoBbFXaT4zhybOk7lvXfoDCwh0rnS02Uws6RUk9as7GAAAAADIAZAAagAvUwHZk4TVSrw0RdSotO8j0iLRvm9W2eJ0rszqYPrOOofzYCvenNQi5S0RqbsrsiNLb3cMNkgzmmyNNYadnIT6BU7lK3HdDbNEI25nW873HWebYOQKJ0TulxLrZPnNNm2uxp28lRq3Cm9WZY8NB1JOvPV6LkvV8SuCu8zKBcd+xWae1GXFx3kNwiup7694U58PbJ/8Ap2P/AFaGiMDXWi2YmtdR+WIA/wCpJvVq974vJx9hvqWXBxrukskkld6q/F9SFNSy7mV7wgmtmjO+Qf8AW9a9u/s7ay0DKC0Cku4E0xHro7tLY8IXzZn2g/63qWvq6xaLO6P6VAYzucBl16uYlKtJzrVHH3o5Wvmr/nQSjeTtruIbTrXZftD+1evCH83Z9p+x6gLXeZlhsrH/ACkMhY8HXQYcJPQKc7Sp/wAIfzdn2n7HrPOqqtOvNcVH8EHLMpP5FksfybPNb3BVzTu7wYmzjKSNzRiGvCTTXyOoR0qx2P5Nnmt7gq/p5bWtgEWt8jm0G2jTUnrAHSvSxmXu0s3Lz4eZdUtkdybum1mWCKQ63saTz0z9NVtrTueymKCKM62saHc9M/TVbi1U75Fm1sixabwiIrDoREQBERAEREAREQBERAEREAREQBERAEREAREQBERAEREARFr3hbmQxulkNGtHSdwHKTkuSkoq70GhG6UX8LNFxfln1EY3b3nkHfRcye8kkkkk5knWSdZK2r0vJ88rpX6zqGxoGpo5vWtVjCSAASSQABrJOoBfGY7FvE1N2i0/nU86rUzs27pux9olbEzbm47GtGtx/mshdVsNiZDG2KMUa0UG/lJ5Sc1G6MXCLNFnThX0Mh7mjkHfVTK+g7Owfd4Zpe8/Lp6mqjTyq71C0L4viOzR8I/PYxo1uO4etb65ppneBktLm14sXEbz63Hry+6Fdj8V3elmWr3IlVnkjcW/TO1SE4XcE3YGAelxzPoWj7/Wry83bf61oIvkZ4mrN3lJ/cwOcnxN/wB/rV5ebtv9ae/1q8vN23+taCzWSyPleI42lz3agO87hyqKq1W7KT8xeRdNBLVPIZXyyPe0YWtxOcRU1JpXkp1q3KPuK6RZ4WxDN2t53uOs82ocwCkF9phKcqVGMZ68T0aaaikwiItRMKraV3HaZ5Y3RBro2NFA8imLESat21Ab1K0rVvC9IoAHTOwBxoMnHOldgKz4mlCpTcajsvsQmk1ZlewXxvh/4epb9zC8OE/ujHweE+LhriqKahuqsnwvsXlR2ZPZWWyaSWWV4jjkDnurhGF41AnaNwKy01RUlas30zJ3IJRv73mV6C5bxhlmfBwYEriTUtOWJxbrGXjLZw3xvh/4epS9p0mskb3MfIA5po4YZMj0BYxpdYvLDsyeyq1Sw8PZVZrpmRzLFbs3maukV02i0WWJgwmYFrpMwBXg3B1OkqwsGQCx2a1Mkbjjc17TtaQR6FlXoU6UYyc073t5Fqir3KdfmiMr7SJoQ3A4tc8E0o4HjU59fPVSml10S2iFrIgC4PxGpplhcP1C2J9KLIxzmOlAc0kOGF5oRrGQUlDM17WvaatcA5p3gioKyxw+HltIwfva2a3ehBQg7pcSrsgvegaHQtAAAPF2dBWe6tFHCX3RapOGmGbdeEEajU66bMgApi8L3hgw8M/Birhyca0pXUDvCXffEE+LgXh+GmLJwpWtNYG4pGhQVRRlNya0Td/IKEb2bubiLHaLQ1jXPecLWglxOwBR1n0nsj3NYyUFziA0YZMyecLZKrCDSlJJsscktSVRad4XvDBh4Z+DFXDk41pSuoHeFp/C+xeVHZk9lRlXpQdpSSfzRxyitWTCKNsekVmleI45A55rQYXjUKnWNy8RaUWRzgxsoLnENAwyDMmgGY3p3ilrmX3QzR5kqixWm0sjY6R5wsaKuOeQ6Fp2LSCzTP4OKQOfQmlHjIa9YU5VIRkotq74HbpbiRRa1vvKKFofK7A0nCDQnOhNMhyFebvvWGcEwuxhtA7Jw184CbSGbJdX5cRdXsbaLRvC+oIPlXhpOoZl3PhFStGLTOxuNOELfOY8Drpkq5YilB5ZSSfzOOcVubJxF5jka4BzSHNOYIIIPKCFoW7SCzQvwSyBrqA0o85HVqCslUjBZpNJHW0tSRRQ/wALrF5UdmT2VIWO8IpRiie14GvCa05xrCjCtTm7Rkn8mcUk9GbCLVvC9IoAHTOwBxoMnHOldgKXfecU7S6J2NoNCaOGdAaZgbwpbSGbJdX5cTt1extIo+3X9Z4XYJZA11K0o4mnQDRbFht8czccRxMqQDRw1a6VAquKrByypq/LiMyvY2ERFYdCIiAIiIAiIgBK5tpbpB7okwMP9GM8X/cdRf8AoOTnU1ptpDhBs0Z4zh/VI2NP0Oc7eTnVGXzfauNu9hD6+hjr1P0oK66EaParVIPsQfS/9B17lTI3AEEgOAIJBrQ8hpnRWVun9oAoI4QBkAA+n5l5+BnQp1M9Xhoiqk4p3kdBRc/+MG0fUh6pPaT4wbR9SHqk9pe/4thub+xq28DoCgrRoXZXvc9wfieS53HOsmpWXRe+X2mJ0kgaCHlow1pQNadpO9Y9KNIhZmANoZn1wA6gNrj+g29C0VZ0KlHa1FePUnJxccz0MD9CLEBU4wN5fQLX+C92+UH4zVSbZbpJXYpXOe7/AHHuGodCwUXz88dQv7NFW6/4MjqR4ROiWfQ2wuzbV4GRpISOarVNWG7IYRSJjWA66DM85OZ6VF6E2Mx2VpORkLpOg0DfQ0HpU8vocLSp5I1FBJtGuEVZOwREWwsCIiAKp+EP5GLzz+Qq2Kp+EP5GLzz+QrD2h/1p/wA4lVX3GRGi+i8Vpjc97ntLXYRhw08UHaDvVjuzQyGCVszXyFzK0DsFM2kZ0byqnXPo5PaGOfEWBrThOJzga0B2A7wrLozozaLPNwkpYW4XN4rnE1JFMiBuXk4GKeS9H+r9yimtPZ+pVdJfnc/nnuCsV7aDRMhfJG+TExpfR+Ag4RUjICmpV3SX53P557gs1635bXAxTuc0GhLSwMJGyuQJCxKdGMqu1i3v3dNSu8U5XRtaC2pzbSGA8WRrsQ2cUVB58qdKv14WsRRPlOpjS7noMh0nLpVc0HuVjWe6cQe94oKamiuYNfpVGf8ACvWn9vwwtiGuV2fmsoT/AMsK9fCuWGwTnLq19dPM0QvCndlEcHvxSGpoavPK46zzldB0Ft+OzYD40RLfunjN7yPuquXK6zCx2hkkjWyy+KDWvEFWbPrVX3QW34LTwZ8WVpb95vGb6MQ6V5uBlsK1OV/fW/pv/wAFNJ5ZLqSXhG/0P8n7FA6LXnwFoY45MfxH7qOOR6HUPWp7wjf6H+T9ihLXdtbDBaAPFdIx/MZHFp66j7wUsWprGTnDWNn5IVL7RtcCw6f3nhY2ztOb+M/zQch0u/Kqpo986g+0b3rfuCJ9rtbHSnEGBrnnkjADR0mlecrSuH53D9o3vVVapKvWjWejdl8lb1OSeaSkWLwi6oP8n7Fp6OaLQ2iHhHve12JzaNLKUFN45VueEXVB/k/YoW6NE5bTHwrHRgVLeNirlTc071fiFfHS9jPuW7TgiU/+V7rluunRGGCVsrJHuc2tASymYI2DlVLv6EwWuSmWF/CN6aPHfToVs0X0Wls0rpHujILC0YcVa4mnaBuUX4QrJSWOX67S087DXud6Fdi6P+0U1DI0728vQlUj/p3tYltNrePcjQ0/LFtPN8f9B1qnaO2rg7VC7ZiDTzP4p71lvm9OEisrNfBx0dz4i3P7rAeletI7q9zuhoKF0TCfPaKO9ND0rHiq0qtXbx0jl9fyVzk5SzLhYm/CJas4YvOefQ1v7ls3DL7lu509OM7E8A7SSGMB5Mh1qtaSXh7onDm58SJraby0OI7TiOhWvSuy8Hd4jbqj4Jp5gQO+i1wqOdatiI/pW7+fQsTvKUlwKldF3PtloIc451fK45mmWrlqQB/4rBfOgsbYnPgc/GwF1HEEOAzIFAKGiweDtw4SYbcLacwca94V3lIDSTqANeaiswODpVsPnmrt338jtKnGULsoWg18OZLwBNY5K4RucBWo5wD00WHTv539xn7lHaOAm1QU+u3q2+iqkNO/nf3GfuXn7SUsC0+Et32Kr3pfUk7DoPDLZ45A+Rsj2Nd9AtqRXVStOlV/Rq0vjtUWE+M5rHbi1xoQd+/oWSS/bayFkZc5kRaBHxA2rQAOK6lTlTMHapbQW5WPd7pc4ExkhrBrBp4zujV/4pxUK1anGhHK1rw5HVaUkoo3vCH8jF55/IVp6LXqyz2OaV2f9SjBtc4sbQfzYCtzwh/IxeefyFUkRSGMuo4xNdmfohzh3kNHo3q3GVpUcZKcVvt+2p2pJxqNok7qu6W3Wgl5NCcUztw3DcTSgHJyLpcEDWNDGANa0ANA1ABVbQG8IzG6CgbICXH/AHg7ecZDmpyq2r0uzKUI0tondy1f7F1GKUb8wiIvVLwiIgCIiAKK0jvwWaLFkZHVEY5d55B6htUqte03dDIayRxvIyBc1rjTdmFVVU5Qag7PmRle245DLI5zi5xJc4kuJ1knWSvK617x2XyEP4cfqT3jsvkIfw4/UvnvBaj/AFoy93fM5Ki617x2XyEP4cfqT3jsvkIfw4/UngtT4kO7PmclRda947L5CH8OP1J7x2XyEP4cfqTwWp8SHdnzIXwffN3/AGh/IxVXSq2GS1Sk6mng28zMu+p6V02zWSOMYY2NYCakNaGiu+g5gsbrthJJMcZJzJLGVJO05L0KuAnUw8KKlp5lsqTcVG5yBWDR/RKWZwfK0shGZrUOdyNGunL1LoMVhiaatYxp5GtB9AWdUUOxoxlmqSv0IRw6T3s+MYAAAKAZADVQbF9RF7pqCIiAIiIAqn4RPkYvPP5CrYsc1nY/J7WuA1YgD3rPiaW2pSpp2uQnHNGxWfB58hJ9p+xqtSxwwMYKMa1oOZwgAehZF3D0tjSjTbvY7COWNjlOkp/u5/PPcFe9J7gFpiq0DhmZxnfvYeQ9/SpR9giJJMbCTrJa0nros6x0ez1HaKbup+WvqVxpWvficy0av51llLX14JxpIDraRlipvGojdzBfdMLxE1pIYQ5rAGMpmDtJHSadC6I+wREkmOMk6yWtJ66ILuhGYjjBGriM9Szvs2rstjn9m99PIhsZZctytReD2LCMUkmKgxUwUrTOmWqqq142Y2S1FrTUxOa5hOsjJwr3Lqywy2ONxq5jHHeWtJ6yFbX7Lpyitl7LXElKgmvZ3FN0+tDXssz2+K8Pc3mIjIUporZGS2ARvFWOMgPbOo76qefY4yACxhDfFBa0gcwpkvcUTWijQGjcAAOoK6GDaxEq0mnmVrfb0JKn7bkzSuq4obPi4IEY6Yqkk5VoM+crnNwn+7h+0b3rqywMsEQNRGwEZghra9dFHEYFVHDJZKL0+xydK9rcCpeEbVB/k/Yom5NLnWaLgmxtcKl1S4g505ORdFmszH0xta6mrEAac1Vj97YfJx9hnqVdXA1XXdanOzfTojkqUs2ZMrtxaZvtE7YTG1odizDiTk0nVTkWzp1ZMdlx7Y3Nd0Hin8wPQpuOxRNNWsY07w1oPWAsr2BwIcAQdYIBHUtCw9SVGVOrK7fElkbi1JnJrksnC2iKPWHPFeYcZ3oBVx8INkxQsl2xuoeZ4p3hqscdhiaatYxpGohrQesBZZImuGFwDgdYIBHUVmo9m7OhOk3dy4/gjGjaLjzOW6L2XhLVE3YHYzzMGLvAHSul3jYWzRPidqeCK7jsPQaHoXuKxxtNWsY06qta0HrAWZX4PBLD03CTvfUlTp5FZnLI3WiwWipFHiozrge066HaDlzEKSvfTh8sRjYzg8Qo84sRodYGQpXVVX2ezMeML2te3c4AjqK1orlszTibDEDsIYyvRksq7OrU04Uqlovh/P7Feykt0XuKtoPcDw/3TIC0AERA5EkihdTdSoG+qjtOz/d/cZ+5dHWGWxxuNXMY47y1pPWQrZ9nLu6oQfG9+ZJ0fYyohoroZabBDG7I8Gwsd9V2EUPNsPIVS7ut8titBxChacMrN4/mYP6FdSYwAAAAAZADIDmCxS2KNxq5jHHeWtJ6yFKvgM+ScJWlG2/mdlSvZrVFT05tbJLNBIwgsc+oP3D6eRetCLKyWyzRvFWOeQew3Vy7VaTYYqYcDMINQMLaV30ovcMDGCjGtaDmcIAHoUlg28RtpNaWa+lhs/bzM5baoJbFaaA0fGasOxzTqPMRUEc4XSrpvNloibKzUdY2tcNbT/NyzzWSN+b2NcRqxNae9fYbOxmTGtaDrwgDuTCYOWGnLLL2Xw5CFNwb37jIiIvRLgiIgCIiAIiIAiIgCIiAIiIAiIgCIiAIiIAiIgCIiAIiIAiIgCIiAIiIAiIgCIiAIiIAiIgCIiAIiIAiIgCIiAIiIAiIgCIiAIiIAiIgCIiAIiIAiIgCIiAIiIAiIgCIiAIiIAiIgCIiAIiIAiIgCIiAIiIAiIgCIiAIiIAiIgCIiAIiIAiIgCIiAIiIAiIgCIiAIiIAiIgCIiAIiID/2Q=="/>
          <p:cNvSpPr>
            <a:spLocks noChangeAspect="1" noChangeArrowheads="1"/>
          </p:cNvSpPr>
          <p:nvPr/>
        </p:nvSpPr>
        <p:spPr bwMode="auto">
          <a:xfrm>
            <a:off x="63500" y="-144463"/>
            <a:ext cx="304800" cy="304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nl-NL">
              <a:latin typeface="Calibri" pitchFamily="34" charset="0"/>
            </a:endParaRPr>
          </a:p>
        </p:txBody>
      </p:sp>
      <p:sp>
        <p:nvSpPr>
          <p:cNvPr id="9223" name="Tekstvak 6"/>
          <p:cNvSpPr txBox="1">
            <a:spLocks noChangeArrowheads="1"/>
          </p:cNvSpPr>
          <p:nvPr/>
        </p:nvSpPr>
        <p:spPr bwMode="auto">
          <a:xfrm>
            <a:off x="468313" y="980728"/>
            <a:ext cx="8280151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4000" dirty="0" err="1">
                <a:solidFill>
                  <a:srgbClr val="FF0000"/>
                </a:solidFill>
                <a:latin typeface="Aharoni" pitchFamily="2" charset="-79"/>
                <a:ea typeface="+mj-ea"/>
                <a:cs typeface="Aharoni" pitchFamily="2" charset="-79"/>
              </a:rPr>
              <a:t>Volledige</a:t>
            </a:r>
            <a:r>
              <a:rPr lang="fr-FR" sz="4000" dirty="0">
                <a:solidFill>
                  <a:srgbClr val="FF0000"/>
                </a:solidFill>
                <a:latin typeface="Aharoni" pitchFamily="2" charset="-79"/>
                <a:ea typeface="+mj-ea"/>
                <a:cs typeface="Aharoni" pitchFamily="2" charset="-79"/>
              </a:rPr>
              <a:t> </a:t>
            </a:r>
            <a:r>
              <a:rPr lang="fr-FR" sz="4000" dirty="0" err="1">
                <a:solidFill>
                  <a:srgbClr val="FF0000"/>
                </a:solidFill>
                <a:latin typeface="Aharoni" pitchFamily="2" charset="-79"/>
                <a:ea typeface="+mj-ea"/>
                <a:cs typeface="Aharoni" pitchFamily="2" charset="-79"/>
              </a:rPr>
              <a:t>optionaliteit</a:t>
            </a:r>
            <a:endParaRPr lang="en-US" sz="4000" dirty="0" smtClean="0">
              <a:solidFill>
                <a:srgbClr val="FF0000"/>
              </a:solidFill>
              <a:latin typeface="Aharoni" pitchFamily="2" charset="-79"/>
              <a:ea typeface="+mj-ea"/>
              <a:cs typeface="Aharoni" pitchFamily="2" charset="-79"/>
            </a:endParaRPr>
          </a:p>
        </p:txBody>
      </p:sp>
      <p:sp>
        <p:nvSpPr>
          <p:cNvPr id="8" name="Tekstvak 6"/>
          <p:cNvSpPr txBox="1">
            <a:spLocks noChangeArrowheads="1"/>
          </p:cNvSpPr>
          <p:nvPr/>
        </p:nvSpPr>
        <p:spPr bwMode="auto">
          <a:xfrm>
            <a:off x="496913" y="1556792"/>
            <a:ext cx="792088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nl-NL" sz="1600" dirty="0">
                <a:latin typeface="Aharoni" pitchFamily="2" charset="-79"/>
                <a:cs typeface="Aharoni" pitchFamily="2" charset="-79"/>
              </a:rPr>
              <a:t>Een volledige </a:t>
            </a:r>
            <a:r>
              <a:rPr lang="nl-NL" sz="1600" dirty="0" err="1">
                <a:latin typeface="Aharoni" pitchFamily="2" charset="-79"/>
                <a:cs typeface="Aharoni" pitchFamily="2" charset="-79"/>
              </a:rPr>
              <a:t>optionaliteit</a:t>
            </a:r>
            <a:r>
              <a:rPr lang="nl-NL" sz="1600" dirty="0">
                <a:latin typeface="Aharoni" pitchFamily="2" charset="-79"/>
                <a:cs typeface="Aharoni" pitchFamily="2" charset="-79"/>
              </a:rPr>
              <a:t> betekent dat er niet per se een volledige</a:t>
            </a:r>
          </a:p>
          <a:p>
            <a:r>
              <a:rPr lang="nl-NL" sz="1600" dirty="0">
                <a:latin typeface="Aharoni" pitchFamily="2" charset="-79"/>
                <a:cs typeface="Aharoni" pitchFamily="2" charset="-79"/>
              </a:rPr>
              <a:t>relatie moet zijn. Een volledige </a:t>
            </a:r>
            <a:r>
              <a:rPr lang="nl-NL" sz="1600" dirty="0" err="1">
                <a:latin typeface="Aharoni" pitchFamily="2" charset="-79"/>
                <a:cs typeface="Aharoni" pitchFamily="2" charset="-79"/>
              </a:rPr>
              <a:t>optionaliteit</a:t>
            </a:r>
            <a:r>
              <a:rPr lang="nl-NL" sz="1600" dirty="0">
                <a:latin typeface="Aharoni" pitchFamily="2" charset="-79"/>
                <a:cs typeface="Aharoni" pitchFamily="2" charset="-79"/>
              </a:rPr>
              <a:t> lees je als volgt:</a:t>
            </a:r>
            <a:br>
              <a:rPr lang="nl-NL" sz="1600" dirty="0">
                <a:latin typeface="Aharoni" pitchFamily="2" charset="-79"/>
                <a:cs typeface="Aharoni" pitchFamily="2" charset="-79"/>
              </a:rPr>
            </a:br>
            <a:endParaRPr lang="nl-NL" sz="1600" dirty="0">
              <a:latin typeface="Aharoni" pitchFamily="2" charset="-79"/>
              <a:cs typeface="Aharoni" pitchFamily="2" charset="-79"/>
            </a:endParaRPr>
          </a:p>
        </p:txBody>
      </p:sp>
      <p:pic>
        <p:nvPicPr>
          <p:cNvPr id="2" name="Afbeelding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2132856"/>
            <a:ext cx="4320480" cy="4223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606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AutoShape 2" descr="data:image/jpeg;base64,/9j/4AAQSkZJRgABAQAAAQABAAD/2wCEAAkGBxQSEhUUEhMUFRUXFxQXGBgXFRgcGRcZFxUcGhwdFRcYHCohGBolHBcXJTEiJSkrLi4uFx8zODMsNygtLisBCgoKDg0OGhAQGywmHiQuLCwsLCwsLSwsLCwwLCwsLCwsLCwsLCwsLCwsLDQsLCwsLCwsLDQsLCwsLCwsLSwsLP/AABEIAKMBNgMBIgACEQEDEQH/xAAcAAEAAwEAAwEAAAAAAAAAAAAABQYHBAIDCAH/xABPEAABAwIBBgkGCwUFCAMAAAABAAIDBBEFBgcSITFBEyIyUWFxgZGhUmJyk7HRFBVCVIKSorLB0uMWIzNDwghTVWODFyQ0RKPT4vBzw+H/xAAZAQADAQEBAAAAAAAAAAAAAAAAAgMEAQX/xAAnEQACAgEEAgICAgMAAAAAAAAAAQIRAwQSITFBURMUInEysUJhkf/aAAwDAQACEQMRAD8A3FERABERABERABERABFyTYhG3fc8w1+Oxcr8TceS0Dr1rtMCVXrkna3a4Dt/BV+uxZjP40zW9BcAfqjWe5QVVlnTt5AfJ1N0R3usfBUjilLpCuSRdJMSYNlz1D3rllxg7md5We1OW8h5ETG+kS72WUXUZS1L/wCZo9DWtHja/irR0svIryI0uXF5d2iOoe9R1Ti8u+W31Qs2lrZHcqR7utxP4rnVVpV7F3l9qMa56n/q/wD6o6bFmnbMT9IlVNE6wI5vZPy17D8u/euV9UzyvAqKRP8AEjm47nVPM4jqJXicQlHJmlHVI4ewrjRHxoLOwY/Vt5NTP6xx9pXsZl1Xs/5gkczmRnx0b+Kj0R8UfQbmT1NnTrG8tkDx6LmnvDreCl6TO83+dSuHTHIHeDg32qjuhadrR3L0voGHcR1H3qctPB+DqmzXKDOZh8ltKR8R5pI3Dvc27fFWXD8VgnF4JopR5j2u77HUvnWXCfJd3j3LjkwyRp0m7RsLTYjq2FRlpfQyyH1Ei+ccPy4xGlIAqJHAfJmGmD2v41uohXHBs9GwVdNbz4XX/wCm/YPpHqUJYZIdSRrqKCwDK+jrdVPUMc7yHXbJ9R9nHrAsp1SaoYIiIAIiIAIiIAIiIAIiIAIiIALxkkDRdxAA2kmwUJi2UscV2x2kf0Hit6zvPQPBVHE8aLuNM/qb+Vo9qpHG5CuSRcKvKFo1RjSPOdQ958FC4hjNheaUNHNe3c0az4qlVmULzqjGgOfa73BQ73lxu4kk7STc961Q03sRzLdV5YNbqhjLvOfqH1RrPgoOtygqJdshaOZnFHhrPaVFotMcUY9IRybCIicUIiIAIiIA9tNA6R7WMF3OIa0c5JsFYzkLU73QD/V/8V6cgYA6tjJ2RtfIeoNI9rgsKxmu4eommItwssklvTeXfisufPKEqRSEU1yb1+wtT5UHrf8AxXBjOTc9MwPk0CwnR0mO0gDa9jq6CsIW5YfBwGB0EWx0rpah3SCTo3+i9vckxaicppHZQSRGIiLaSCIiACIiACIiAPxzQdRFx0rhqMIidu0T5vu2LvRcaT7OlZq8BeNbCH21jc4d/vUvgOcbEKEhhkMzB/LqLuIHmyHjt6Lkgcy7166inbILPaHDp/A7lGeBPoZTo0vJXOtRVZDJCaaU2GjKRoOPmS8k9TtEnmV9XyviOTW0xG/mu/B3v711ZLZf12FuEdzJCNsEpNgP8p22PotdvQsWTC4lVKz6eRVfIzLukxJv7l+hKBd0L7CQW2kC9nt84c4vY6laFEYIiIAIiIAIi9NXUtiY58jg1rRck7kAeVRO1jS97g1oFyTsCoWPZVumuyK7I952OeOnyW9HfzKHykykdVP3thaeK3+p/O72d5NcqKku1DUPb1rZiweWTlM7qnFLao+/3BRb3km5JJ5yvFFsjFR6JN2ERS+AYbFKJ5ah7o4aeIySFgu6wudVwdwdu3LspKKtglZEIu34/wAB+d1nqv00+P8AAfndZ6r9NQ+zjG2M4kXb8f4D87rPVfpp8f4D87rPVfpo+zjDYziRd7cbwI/87Ut9KFx+7Gu6jwmkqrChxKnlcdkb7xvPU08Y/VTLU435DYyCRd2KYTNTO0Zoyy+w7Wu9Fw1FcKsmnyhScwqfgKDEqm9iynMbD50twPtaHesEW05azcBgFt9VVNH0Yxf70X2liy8vO7yMvDo/WNJIA1k6gvoHLaIRPp6ZvJp6aGMdYFvYGrEcmJ4o6ynfOdGJk0T3kAniseHEWGs3tbtWyYvlhglRM+Z9VVBz7XDYtQs0AWuw7gjBOMJXIJptcEMi7fj/AAH53Weq/TXm3FsDdqGITsPnwPI7dGNbfs4yWxkeisNPk5HUAmhraaqIF9AODX29G58bKFrKN8LyyVjmOG0OHiOcdIVIZIy/ixWmuz0IvZBEXua0bXODR1uNh7VL41Pg9HM+nqKqq4WPRD9GMFty0O1WYdxG9cnljDs6ot9EIi7fj/AfndZ6r9NPj/AfndZ6r9NT+zjO7GcSLt+P8B+d1nqv01+jHsB+d1Y/0v00fZxhsZwopWnmwic2hxQMP+fG5g+s4NC6MRyVniZwjQ2aK1xJC7SFue223SLjpTxzwl0zji0QS562iZK3RkaCN3OOo7l0IqtX2cKViWETUrhLC91mnSa9hIfGRvJGzrHgtYza53xMW02IlrJDYMn1Bkh5pRsY7zth6N9cVUyjyb1GSBvS6Mb+lg/DuWLNp/MSkZ+z6vRYHmgzomJzKKufeI2bDM464zsDJCdsfM48nYdXJ3xYioREQAWT5cZS/CZeCjP7mM7tj3Da7qGwdp3i1szjY58GptBhtJNdg5w23HcOwgdbhzLJIti1afFf5MnOXg9z33XgiL0EqJBERBwKQxubgMBrHg2dPLFCDzgEOI7W8IFHrxzuT8FhmG0/946Wod/T4SnuWbVOoUUx9mRIitua3J2OvxGOGYExaMj5ACQdFrDbWNY4xavOLFSRbccAwH5rVn/VP/cXi/JzAXavg9YzpEgPteVX4MnoXcjE0WuVuaukqQfiyscZQCRBUgAv32ZIABsvuPSRtWUVVO6N7o5Glr2Oc1zTta5psQekEFTcWnTGTsv2Q+cyWC1PX3qqN1mkP4z4h5UbjrNvJvu1W33LKLCRA5ron8JBK3hIZBrDmkA7ecXHYQegYUtqzTTmvw2aidrfTSxSRE7mSuIc0dAs8/THMrYMuyX+hJxtEXntn4OHDaW9iyB0z29MpAHi2RZSr9nwr+FxaZo5MLIoh2MDj9p7lQVFu3Y6CLSM22RtHU0dRV1xm0I5I4mCIgG5ALto18tnNaxVg/ZLAuav+sxNHHKStI42kYui2Z2RmBO1B9fH512G3ZolUfOFkX8XOidHMJ6edrnRSaOieKRdrhzjSbr38w2LkoSj2gTT6KnFIWkOaS1wIIINiCNYII2FbPm7yqdi0bsPrXaVQ1jn007uU4tGtjztcba77wDfWATiytOa6YsxaiLdvDNb2Ou0+BK5GTi7R1qzUcjqQvroWkcl5cejgwXa+1oCxzK7EPhFbUzA3Ek0rmnzS86NujRst4jkFPPitSP5EVS5vpucS23a0hfOCvqZbpL9CQVIIi3N2ROEUsVOyrp53zup4pJCyU203N421wtxg7VbZZRjFydIZujDEW3fEGA/Nav1v6i5p8hcFn1RVFVSvOwyBr2A+cAL2+kE7w5F4ObkY0pvJfKyqw+TTpZnM1guYdcb+h7DqOoWvtG4hdGW+R02GStZKWvZIC6KVnIkbzjmIuLjpG0EFVxSGN8hqoMWpXVtKwRzxW+FQDdf5bOg2Jvvsd4N4JVLNJjppMTg1/u5nCCQbi2Q6Iv1O0T2FX7KGh4CpliGxrzo+ieM37JC36XI5La/BHJGuSOREWsmVDK/AhYzxDpkaPvD8e/nWq5i8vjUs+A1L7zRtvC47ZI2jW0ne5vi30STWSFQK9kmH1jJYCWlrhJEeax5J5xuI3g9KwanFX5ItCXg+w0UXkvjbK2lhqY+TKwOtfku2OaekOBHYvxZChlGcfE+Gr3tB4sQbE3rGt3bpEj6IUM0WXLPPwtRI/y5ZH97i5da9bHGo0Z27YREVBQiIgD9awkgDaTYdZURn5qR8YRwNPFp6eGO3MTd33XM7lbMlKbhKyBv+Y1x6mcc/dWW5xcQ+EYnWSbjPI0dLYzoNP1WhYdY+UiuMri1TMdDoNxGq3xUwjaemUkjxjb3rK1s+QcHA4A9x21VVYejGB/VG7vWbGrkkUk6RzhEReuZj30MxZIx7dTmva4dYIVVz307WYxUaOrSETj1mJt++1+1XXJykM1VCwb5Gk+i06TvAFZvnRxIVGK1cg2CUxjqiAjuOg6F+1YdY+UWxlWWvf2bXH4ZU83we56xI23tKyFaxmevT0GLVuzQg4OM+foPNu8xd6xlDOcpa/4RV1E17iSaV46nPJHgQo1EQBt+Bw8BgNGy1nVEss5HOAS0Hu4MqPViyug4BtHS/N6WJp9Iix7eID2qur1NOqxohN8henPJJoUOFQ7yyeU84Diwt79I9y6I4y4ho2kgDrJsFDZ+asHEWwtPFp6eGK3MSC/2Pb3KWrfCQ2MzdXnMrQmXF6fmj4SR3QGxm32i1UZanmNh0BiNVvipuDafOlJI8Yh3rClboqWDLSu0cHrpb2NXVtY3XYkB/C91g8d6wxazndm4LDsNpx8sS1Du22h4Pd3LJk+V3NnI9Elk1QfCKunhtcSTRMPU54B7LErbMuqnTrZbbG6LB9Fov9rSWf5j6DhcWhceTC2WV3UGFo+09qs9bUcJI+Ty3vf9ZxP4q+kX5NiZHwelERbyJ784TeEwCFztsVZosO/Rcx5IHRr+yFjK17O1NwOFYfTHlSvkqT0AAht+sS/ZKyFeTldzdezTHo6sLcRNEW7RIwjrDhZb1nEH+/SejH9wLGsgaA1GI0kYF7zxE+ixwe77LStayzqeErZ3DYH6P1Ghp8WlW0i/N/oTJ0QqIi9AiFBZZUXCU5cBxozpDqOp34HsU6vVVxacb2nY5rh3iyWcd0WjqdMsH9m7Gi6KppHHkObMzXufxXgcwBaw9byizHNrlB8Bqny3tpQuZ3vY7+lfq8c0k/A3Rl0TtDnNPWLhSa8cr6Q0+IVDdwlLx6MnHFux1uxeS9fG7RmYRETnAiIgCx5EyiJ9RUu5NPTTSnrA9wcvn+R5cSSbkkknnJW410/AYHiEu+UxU7em5Gl9l7u5YYvM1LvIy8Ogt4rIPg+GYZTjV+4Mzh50xD/a56whtri+zfb8FtmJZ0sJnc10lHVktY1jbOaAGtvYWEnSUuGajO2dkrVHCv0Ly/2hYMNlDVnrk90i46nPAyIH4Bh0ELt0krjI8dWoWPaQtb1cfCZP42WerrRg1HJVTWbVzNdHSxHlC+2RzdwGo9w2uWBucSbnWSu7G8ZnrJTNUyulkOrSduA3NA1NGs6gANa4FinNzlbKpUqC2/KjDDheTDKd40ZqmSMyDYQ9x4Ug9LWRNafRUBmqyPaAMTrhaniN4WHbPKOTYHa0EdpHMCpTP3iz3wYfG88Z7ZKh7ebT0dADoALx2JdrqwsxtTeROH/CMQpIrXDp4tIeaHgu+yCoRaJmIow/FBI7ZBDNMe4R/wD2Lh0uuWdTwlbOdwfofUAafEFQq85pS9znna4lx63G59q8F7MVSSMzJfJGl4Ssgb54cfocf+lZTnAxD4RiVXLe4M8gafNY7Qb9loWxZFyiE1NU7ZT000naBceDXL5+c4k3OsnasGrdzorjXB+LaM31KYsCeRyqurDG9LWWt9pj+9Yuvo7JzDtCDBaUD5Pwl46XfvtfaXhRxfzT9c/8Gl0Ztn2qgcSELTxaeCGEDcNRf7HjuWdKey7xD4RiNXLe4dPKGnzWuLW/ZaFAqYxq2ZKHg4cSqrWLIGwsd0yk3setrO8LpUVm/wAuaGioZKWqgqJDLLwjjGWgWAZoi+mDqLL9qmP9oOC/Mqz1g/7q1YM0cadk5xbZ4KZydwThyZJTwdNHd0srjZoa3WQHHfYdm3mvBzZ0cOj/AOHwsvPPPLcD6PGuqflfnBrMRHByubHALWhiGjHq2aWsl27abC2oBPPV8VFHFj9nhnJyoGI1z5mC0TQIoRa1o2E2Nt1yXOtu0rblVkU5kfkvPiVQ2CAdL3kcWNl9bnfgN51LEVL1mPwsRGoxOVvEp2GOK/ypnix0TzhpDf8AV611veXElxuSSSeck3KnMenhhiioKT/h6cWLtV5ZPlOJG3WT0XJ3AKBXpabHtjb7ZCbthERaBAvx5sCeYH2L9UdlDU8HTyu3lpaOt2r8fBck6TZ1FCwTC31EhYwEkNLtXMCB+IX4tM/s74KJqmpmeLsZE2PXs0pHh3gIj3ovGNJdM8+Cn91VtGr+FJ0ayWE9pcL9LVRMPm0m23jV2bl9CYph7KiF8MguyRpaefXvHMQbEHnC+eMWw6ShqXwybWnUdz2HY4dBHcQRuW7TZOKZKa8nai8Y3hwBGwryWwkEROpADOpNwWD0EGx000s56QwEC/ZK3uWQLTs/U9qumpgeLT0sbepzib/ZDFmK8eb3SbNKVIItGzOYHTzurJ6qFs0VPBfQdsL3G7dY2G0bh9JW/hML/wAHh9c78iaGKc+YoHJLswpFuvCYX/g8PrXfkXtZiNCz+HhFGDuL2tf7WJ/rZPX9C74mJ4VhE9S/Qp4ZJXatTGF1r+VYcUdJ1LT8nc2MVHoz4w9t+UykjcHOf/8AK4G1r7gbbLu3KyVGWVSW6EZjgZ5MLA3xNyOyyr8khcS5xLidpJJJ6ydqrDSP/JivJ6JXFsVkrZWNsGMu2OKNvJjBIaABz7NfsGpUvPrWh+KvjHJgihhH1eE1est2KyUNSYpGSAAlj2vAOwlrgdfcpevxHD55HSzYVE+R5u5xmdcnp4ifPilKlBcI5CSXZgS1rM3BwdDidSd7I6dp6X30vvsU3wmF/wCDw+td+ReysxeH4MaalpGU0bpOEeGvLtJwAG9otsb3BRhp57la4Hc1RCoiL0SBJYnPwGBV0mx0z4oG9IuC630XP7lhy3mkxiH4MKaqpGVMbZDI0OeW2cQRcgNNzYu19K9fCYX/AIPD6135Fgy4ckptpFoySRieHUhmljibypHsYOt7g0e1fTWIVYhrKuYDiUNE7R6xHpADsLgqvSVuHRPZJHhMLXsc17XCU3a5puCOJtBAXrynxNwwjEal1g+qmjhHVpBzgPoOcOxJ8cscW5fo7uTaowkm+sr8RdmDUPD1EMI/myxx/XeG/is45xovoXHqLCqad8IwqF+hojS4RwuS0HZonZe23co/hML/AMHh9a78istPkatIXejCl5RsLiA0Ek6gALknoAW7MqsNbycHpvpP0vAsXVDlYYRakpaSmH+XEAfCw7wmWmyejm9Gd5LZqqyp/eVI+B041uknGi63mRmx7XaI16iVf311PR05o8NaWxn+LM7+JMbWNzYEDu5gANsbiOKTVBvNI5/MCdQ6mjUOwLjWnFplHmXLElO+giItJMIiIAKlZc4jpObC06m8Z3pEah2A+KsePYs2nj0tRebhjec856AvRmdyOdiNZw8wJp4XB8hI1SSbWs6dfGd0avlBZNVlpbEUxx8mzZnsmzQ4bGHi0s376QHaC8DRaQdhDA2457oruiwFgqxl3km2vh4tmzsuY3nYedj/ADT4HXzg2dF1Np2gas+ZmufTyOjlaWuabPYdrSP/AHqIUox4IuNYWtZcZFR17dJto6hos2S2pw8mS21vTtHeDilXTzUcropmFjhtadhHO07COkL0cWZSRCUaJJSWTdNwtVAznkYT1NOkfAFRFPUNeNR7N4VrzfstUulIJ4GGWSwFyTYNsANps4quSVQbOJcmR50a/h8VrHjZwpj9UBH/AEKrKaqMn657nPdSVRc4lxPASayTcnk85Xr/AGZrfmdV6iT8q8g0GnZuIeBwOpkIsaipbG087Y2tPt4Qdi9SmpqQ02E4bTOBa4sfM9pFiHPOkA4HYRwjh2KFXpaZVjITfIREWgQIiIAIiIAIiIAIiIAIiIAL1515uCwrD4N8sk1Qfo8Vt+tsvgV7Lcy9OezC6mSrhihp55I6emijuyJ7m6WsmxAts0e5ZNW/xSKY+zJleMy+H8Ni9NquI9OU9Ggw6J+uWKu/szW/M6r1En5VpOZfBpqU19VNDLEY6YsZwkbm6RedLi6Q1kGMDV5XSsKVuix2YvU8LPLJ5Uj3DqLjbwsuNAi9lKuDMEREHAiIgAiIgAuLFsUZTs0nnX8lo2uPR0dK4scyijgu1tnyeTfU30j+G3qUXkjkhWY1OSDoxggSTOHEYNui0fKdY6mjn1kXus+bUKHC7KRhfZ6MnMBqcarNBmoai95B0IY7+J22btJ7SPqfJzA4aGnjp4G2YwW17XHe5x3uJ1n3L0ZKZNQYdA2CmbZo1ucdb5Hb3PO8+A2CwUyvObbdssERFwAiIgAorKHJ6Ctj4Odl7clw1PYedjt3VsO8FSqLqddAYHlVkPU0BL23lhGsSsGto/zG7W9esdWxR+C5RyQP02PLHWtpNtrB3OadRGody+jCqPlPm0pqm74f93lOvij924+dHuPS23TdaYajxIm4einsy0rCLipJHox/lXl+2Nb84d9SP8qreOZL1lASZYzoD+bHxoz1m3F+kAuKDFPKHaPctUfjfhCOydxHEZZ36czy91gLm2oDcANQ2lcq9cNQ13JIPRv7l7FZV4FCIiDgREQAREQAREQAREQAREQAU5HlfWgACodYatbWE9pLbntUGi44p9o7ZPftjW/OHfUj/KuevykqpmGOWZzmG1xZovbn0QLqJRcWOK8ILYRETHAiIgAija/HoIr3fpO8lms9u4dpVaxDKyV/FibwYOoHlPPVuHYFKeaEe2MotltxDEY4BeR4bzDa49QGsqn4plRLMeDgDmBxsLa5HE6gBbZfmGvpVhyWzS4hXOEk4NNEdZfNcyOHmx8onZytEWOolblkbm9osNAMMenLvmks6TX5OqzB0NA6brHk1MpcLhFVBIyjIDMtLMWzYjpRR6iIQbSv3/vD/LB5uVt5O1bzh9DHBG2KFjY42izWtFgB1D2rpRZhwiIgAiIgAiIgAiIgAiIgD8IVRx7N1RVN3BhgeflRWaD1s5J7gelW9F1Sa6BqzD8azW1kNzCWVDfNOg/6jjbucepVOd89O7QlbJGfJlYQezSFyOpfTi9NVSskaWyMa9p2te0OB6wdSvHUSXYjgj5uixbym93uK6o6+M/Kt16lrmKZs6Ca5bG6Fx3xOIH1Ddo7lU8RzOyC5p6pruZsrC09r2k3+qFeOpQjgyrtcDsIPUv1ftdm8xGE6oNMeVE9p7gSHeChaqGqg/ixzx2/vI3gd7hZWWaLF2smUUAzGX87T2e5e1uNnewdhITfIjlE0iiRjg3sPePcvIY4zyX+HvXd8QpkoijfjuPmf3D3r8+PIvP7h70b4+wpkmiizj0XM/uHvXrdlDH5D/D3o+SPsKZMIoF+Ug3Rntdb8F6JMpX7mNHWSfcleWHs7tZZUVNlyimJsHNB5mtF/G66abCsRqf4cFW8HeI3tZ9YgN8Uj1EUd2Mss1Qxmt72t63Ae1RtTlFAzY4vPmj8TYLpw7NDic2t8cUA55ZQT12i0vGytuFZiWDXVVj3bOLDGGfbeXX7goy1T8DLGZlV5Wu/lsa3pcbnuFgPFemhw7EMRNoYp5gbi7W6MQ6C7UwdpX0Vg2bbDaaxZSse4W4015Dcbxp3DT1AK2NaALAWA3BZ55pS7Y6ikYNk7mJmfZ1bO2Jv93Dx39Re7itPUHLVsmMhKGgsaeBun/ev48nY53J6m2HQrIikMEREAEREAEREAEREAEREAEREAEREAEREAEREAEREAEREAcFZglNN/Fp4JPTiY72hQ9TkBhz9tJGPQ0mfcIX6i6pNBRS8fyIooidCEj/VlPtesxxqmbG8hgsOsn2oivjbfYjRGFeJRFUU8SrDkzhUUxtI3S+k4fdIREkujqNPyezd4dILvpy49M01u7hLK1U2QGGs2UNOfTYH/fuiLO2xybpMOhiFooo4x5jGt+6F1IiU6EREAEREAEREAEREAEREAEREAEREAf/Z"/>
          <p:cNvSpPr>
            <a:spLocks noChangeAspect="1" noChangeArrowheads="1"/>
          </p:cNvSpPr>
          <p:nvPr/>
        </p:nvSpPr>
        <p:spPr bwMode="auto">
          <a:xfrm>
            <a:off x="63500" y="-144463"/>
            <a:ext cx="1800225" cy="18002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nl-NL">
              <a:latin typeface="Calibri" pitchFamily="34" charset="0"/>
            </a:endParaRPr>
          </a:p>
        </p:txBody>
      </p:sp>
      <p:sp>
        <p:nvSpPr>
          <p:cNvPr id="9220" name="AutoShape 5" descr="data:image/jpeg;base64,/9j/4AAQSkZJRgABAQAAAQABAAD/2wCEAAkGBhASERMQEBQSEhASGBQUEBcTFRAXEhkXFhQXFxUUFRUXHCceFxojGRYWHy8gIygpLDAsFR8yNTAqNSYrLCkBCQoKDgwOGg8PGikkHyIzKzUsKiw1LykuKSwtLCwtLSwpLCwsLCwsLCwsLCwsLCksNCwsLCwpLCwsLCwsLSwpLP/AABEIAHMBtQMBIgACEQEDEQH/xAAbAAEAAgMBAQAAAAAAAAAAAAAABQYDBAcCAf/EAEgQAAEDAQQECAcPAwUBAQAAAAEAAgMRBAUSIQYxQVETImFxgZGSsQcyU3Kh0dIUFRYXMzRCUnOCk7LBwvAjJINDYqKz4VRj/8QAGgEBAAMBAQEAAAAAAAAAAAAAAAIDBAEFBv/EADcRAAIBAgMFBQcDAwUAAAAAAAABAgMRBBIxEyFBUWEFFBWh0SIyUnGBkbFCwfCC4fEjJDM0Y//aAAwDAQACEQMRAD8A7iiIgCIiAIiIAiIgCIiAIiIAiIgCIiAIiIAiIgCIiAIiIAiIgCIiAIiIAiIgCIiAIiIAiIgCIiAIiIAiIgCIiAIiIAiIgCIiAIiIAiIgCIiAIiIAi5kdM7b5QdiL2U+Gdt8oOxF7K8bxmhyl5epn7xHqdNRcy+Gdt8oOxF7KfDO2+UHYi9lPGaHKXl6jvEep01FzL4Z23yg7EXsp8M7b5QdiL2U8ZocpeXqO8R6nTUXNYdLbe9wY19XOIDQGRVJOoeKr7DKYYQ60yAlorI8gAV3AAdA2la8NjoYi7imktW7W/JOFVT0N1FS7f4QsyII6j60hOf3R61pfGBafqw9mT21VLtXDRdr3+Rx14I6Ci578YFq+rD2X+2nxgWr6sPZf7aj4th+v2ObeB0JFz34wLV9WHsv9tPjAtX1Yey/208Ww/X7DbwOhIue/GBavqw9l/trdubTK0zTxxFsVHmjqNfWgBJpxtwUodqUJyUVe76HVXi3YuqIoi+7XbGOb7libI0g48Ww1FPpDlW+pNU45mm/lvLW7K5Loqt76Xt/80f8AP8iyaMaRz2mR7JGsDWNqSwO8bEABXERqxdSzRxsHNQtJN6XTRBVFe28sqKnx6TW6SSVkEUTxG4g6waYiBWrxuWf30vb/AOaP+f5FxY6D0jJ/JM5tVyZaUUBft+TWezRS4WcK4tbI11S0EsJcBR28bys2jN+m0xuLwGysNHgVpn4pocxtHO0q1Ymm6my42uSzq+UmUUJpJfclnMOAMPCOwuxB2rLVQjevulN9Ps0TZIw0kvwnEHEUwuOwjcuzxMIZ7/ptf6hzSv0JpFVRfF6UDvc0ZaRXLXTmEhPoW1c+lzZX8DMwwzagHVoTuzAIPIVXHGU21F3V9Lpq5xVFoWBERbCwIiIAiIgCIiAIiIAiIgCIiAIiIAiIgCIiAIiIAiIgCIiAIURAcYITCuzovnvBP/Ty/uZO7dTjGFKLs6pem+kGuyxH7Yj0M/U9W9ZsT2ZHD03OVTy1f3IToqCu2UtEVg0R0f4eThHj+jGc9znaw3m2noG1eXRoyrTUI6spjFydkTmhOj+BvumQcdw/pg/Rafpc57udRend7F83AA8SKhdyvIr6AQOkroCp14aCSSyyS8K0Y3OdTC7IE1A17l9LisLOGGVGgr8zZODUMsSkIrf8XUnlmdh3rT4u3+WZ2HeteJ4bifg/HqZtjPkVBFb/AIu3+WZ2HetPi7f5ZnYd608NxPwea9RsZ8ioIrf8XUnlmdh3rT4un+WZ2HetPDcT8H49RsZ8ioK46BXOcRtLxRoBbFXaT4zhybOk7lvXfoDCwh0rnS02Uws6RUk9as7GAAAAADIAZAAagAvUwHZk4TVSrw0RdSotO8j0iLRvm9W2eJ0rszqYPrOOofzYCvenNQi5S0RqbsrsiNLb3cMNkgzmmyNNYadnIT6BU7lK3HdDbNEI25nW873HWebYOQKJ0TulxLrZPnNNm2uxp28lRq3Cm9WZY8NB1JOvPV6LkvV8SuCu8zKBcd+xWae1GXFx3kNwiup7694U58PbJ/8Ap2P/AFaGiMDXWi2YmtdR+WIA/wCpJvVq974vJx9hvqWXBxrukskkld6q/F9SFNSy7mV7wgmtmjO+Qf8AW9a9u/s7ay0DKC0Cku4E0xHro7tLY8IXzZn2g/63qWvq6xaLO6P6VAYzucBl16uYlKtJzrVHH3o5Wvmr/nQSjeTtruIbTrXZftD+1evCH83Z9p+x6gLXeZlhsrH/ACkMhY8HXQYcJPQKc7Sp/wAIfzdn2n7HrPOqqtOvNcVH8EHLMpP5FksfybPNb3BVzTu7wYmzjKSNzRiGvCTTXyOoR0qx2P5Nnmt7gq/p5bWtgEWt8jm0G2jTUnrAHSvSxmXu0s3Lz4eZdUtkdybum1mWCKQ63saTz0z9NVtrTueymKCKM62saHc9M/TVbi1U75Fm1sixabwiIrDoREQBERAEREAREQBERAEREAREQBERAEREAREQBERAEREARFr3hbmQxulkNGtHSdwHKTkuSkoq70GhG6UX8LNFxfln1EY3b3nkHfRcye8kkkkk5knWSdZK2r0vJ88rpX6zqGxoGpo5vWtVjCSAASSQABrJOoBfGY7FvE1N2i0/nU86rUzs27pux9olbEzbm47GtGtx/mshdVsNiZDG2KMUa0UG/lJ5Sc1G6MXCLNFnThX0Mh7mjkHfVTK+g7Owfd4Zpe8/Lp6mqjTyq71C0L4viOzR8I/PYxo1uO4etb65ppneBktLm14sXEbz63Hry+6Fdj8V3elmWr3IlVnkjcW/TO1SE4XcE3YGAelxzPoWj7/Wry83bf61oIvkZ4mrN3lJ/cwOcnxN/wB/rV5ebtv9ae/1q8vN23+taCzWSyPleI42lz3agO87hyqKq1W7KT8xeRdNBLVPIZXyyPe0YWtxOcRU1JpXkp1q3KPuK6RZ4WxDN2t53uOs82ocwCkF9phKcqVGMZ68T0aaaikwiItRMKraV3HaZ5Y3RBro2NFA8imLESat21Ab1K0rVvC9IoAHTOwBxoMnHOldgKz4mlCpTcajsvsQmk1ZlewXxvh/4epb9zC8OE/ujHweE+LhriqKahuqsnwvsXlR2ZPZWWyaSWWV4jjkDnurhGF41AnaNwKy01RUlas30zJ3IJRv73mV6C5bxhlmfBwYEriTUtOWJxbrGXjLZw3xvh/4epS9p0mskb3MfIA5po4YZMj0BYxpdYvLDsyeyq1Sw8PZVZrpmRzLFbs3maukV02i0WWJgwmYFrpMwBXg3B1OkqwsGQCx2a1Mkbjjc17TtaQR6FlXoU6UYyc073t5Fqir3KdfmiMr7SJoQ3A4tc8E0o4HjU59fPVSml10S2iFrIgC4PxGpplhcP1C2J9KLIxzmOlAc0kOGF5oRrGQUlDM17WvaatcA5p3gioKyxw+HltIwfva2a3ehBQg7pcSrsgvegaHQtAAAPF2dBWe6tFHCX3RapOGmGbdeEEajU66bMgApi8L3hgw8M/Birhyca0pXUDvCXffEE+LgXh+GmLJwpWtNYG4pGhQVRRlNya0Td/IKEb2bubiLHaLQ1jXPecLWglxOwBR1n0nsj3NYyUFziA0YZMyecLZKrCDSlJJsscktSVRad4XvDBh4Z+DFXDk41pSuoHeFp/C+xeVHZk9lRlXpQdpSSfzRxyitWTCKNsekVmleI45A55rQYXjUKnWNy8RaUWRzgxsoLnENAwyDMmgGY3p3ilrmX3QzR5kqixWm0sjY6R5wsaKuOeQ6Fp2LSCzTP4OKQOfQmlHjIa9YU5VIRkotq74HbpbiRRa1vvKKFofK7A0nCDQnOhNMhyFebvvWGcEwuxhtA7Jw184CbSGbJdX5cRdXsbaLRvC+oIPlXhpOoZl3PhFStGLTOxuNOELfOY8Drpkq5YilB5ZSSfzOOcVubJxF5jka4BzSHNOYIIIPKCFoW7SCzQvwSyBrqA0o85HVqCslUjBZpNJHW0tSRRQ/wALrF5UdmT2VIWO8IpRiie14GvCa05xrCjCtTm7Rkn8mcUk9GbCLVvC9IoAHTOwBxoMnHOldgKXfecU7S6J2NoNCaOGdAaZgbwpbSGbJdX5cTt1extIo+3X9Z4XYJZA11K0o4mnQDRbFht8czccRxMqQDRw1a6VAquKrByypq/LiMyvY2ERFYdCIiAIiIAiIgBK5tpbpB7okwMP9GM8X/cdRf8AoOTnU1ptpDhBs0Z4zh/VI2NP0Oc7eTnVGXzfauNu9hD6+hjr1P0oK66EaParVIPsQfS/9B17lTI3AEEgOAIJBrQ8hpnRWVun9oAoI4QBkAA+n5l5+BnQp1M9Xhoiqk4p3kdBRc/+MG0fUh6pPaT4wbR9SHqk9pe/4thub+xq28DoCgrRoXZXvc9wfieS53HOsmpWXRe+X2mJ0kgaCHlow1pQNadpO9Y9KNIhZmANoZn1wA6gNrj+g29C0VZ0KlHa1FePUnJxccz0MD9CLEBU4wN5fQLX+C92+UH4zVSbZbpJXYpXOe7/AHHuGodCwUXz88dQv7NFW6/4MjqR4ROiWfQ2wuzbV4GRpISOarVNWG7IYRSJjWA66DM85OZ6VF6E2Mx2VpORkLpOg0DfQ0HpU8vocLSp5I1FBJtGuEVZOwREWwsCIiAKp+EP5GLzz+Qq2Kp+EP5GLzz+QrD2h/1p/wA4lVX3GRGi+i8Vpjc97ntLXYRhw08UHaDvVjuzQyGCVszXyFzK0DsFM2kZ0byqnXPo5PaGOfEWBrThOJzga0B2A7wrLozozaLPNwkpYW4XN4rnE1JFMiBuXk4GKeS9H+r9yimtPZ+pVdJfnc/nnuCsV7aDRMhfJG+TExpfR+Ag4RUjICmpV3SX53P557gs1635bXAxTuc0GhLSwMJGyuQJCxKdGMqu1i3v3dNSu8U5XRtaC2pzbSGA8WRrsQ2cUVB58qdKv14WsRRPlOpjS7noMh0nLpVc0HuVjWe6cQe94oKamiuYNfpVGf8ACvWn9vwwtiGuV2fmsoT/AMsK9fCuWGwTnLq19dPM0QvCndlEcHvxSGpoavPK46zzldB0Ft+OzYD40RLfunjN7yPuquXK6zCx2hkkjWyy+KDWvEFWbPrVX3QW34LTwZ8WVpb95vGb6MQ6V5uBlsK1OV/fW/pv/wAFNJ5ZLqSXhG/0P8n7FA6LXnwFoY45MfxH7qOOR6HUPWp7wjf6H+T9ihLXdtbDBaAPFdIx/MZHFp66j7wUsWprGTnDWNn5IVL7RtcCw6f3nhY2ztOb+M/zQch0u/Kqpo986g+0b3rfuCJ9rtbHSnEGBrnnkjADR0mlecrSuH53D9o3vVVapKvWjWejdl8lb1OSeaSkWLwi6oP8n7Fp6OaLQ2iHhHve12JzaNLKUFN45VueEXVB/k/YoW6NE5bTHwrHRgVLeNirlTc071fiFfHS9jPuW7TgiU/+V7rluunRGGCVsrJHuc2tASymYI2DlVLv6EwWuSmWF/CN6aPHfToVs0X0Wls0rpHujILC0YcVa4mnaBuUX4QrJSWOX67S087DXud6Fdi6P+0U1DI0728vQlUj/p3tYltNrePcjQ0/LFtPN8f9B1qnaO2rg7VC7ZiDTzP4p71lvm9OEisrNfBx0dz4i3P7rAeletI7q9zuhoKF0TCfPaKO9ND0rHiq0qtXbx0jl9fyVzk5SzLhYm/CJas4YvOefQ1v7ls3DL7lu509OM7E8A7SSGMB5Mh1qtaSXh7onDm58SJraby0OI7TiOhWvSuy8Hd4jbqj4Jp5gQO+i1wqOdatiI/pW7+fQsTvKUlwKldF3PtloIc451fK45mmWrlqQB/4rBfOgsbYnPgc/GwF1HEEOAzIFAKGiweDtw4SYbcLacwca94V3lIDSTqANeaiswODpVsPnmrt338jtKnGULsoWg18OZLwBNY5K4RucBWo5wD00WHTv539xn7lHaOAm1QU+u3q2+iqkNO/nf3GfuXn7SUsC0+Et32Kr3pfUk7DoPDLZ45A+Rsj2Nd9AtqRXVStOlV/Rq0vjtUWE+M5rHbi1xoQd+/oWSS/bayFkZc5kRaBHxA2rQAOK6lTlTMHapbQW5WPd7pc4ExkhrBrBp4zujV/4pxUK1anGhHK1rw5HVaUkoo3vCH8jF55/IVp6LXqyz2OaV2f9SjBtc4sbQfzYCtzwh/IxeefyFUkRSGMuo4xNdmfohzh3kNHo3q3GVpUcZKcVvt+2p2pJxqNok7qu6W3Wgl5NCcUztw3DcTSgHJyLpcEDWNDGANa0ANA1ABVbQG8IzG6CgbICXH/AHg7ecZDmpyq2r0uzKUI0tondy1f7F1GKUb8wiIvVLwiIgCIiAKK0jvwWaLFkZHVEY5d55B6htUqte03dDIayRxvIyBc1rjTdmFVVU5Qag7PmRle245DLI5zi5xJc4kuJ1knWSvK617x2XyEP4cfqT3jsvkIfw4/UvnvBaj/AFoy93fM5Ki617x2XyEP4cfqT3jsvkIfw4/UngtT4kO7PmclRda947L5CH8OP1J7x2XyEP4cfqTwWp8SHdnzIXwffN3/AGh/IxVXSq2GS1Sk6mng28zMu+p6V02zWSOMYY2NYCakNaGiu+g5gsbrthJJMcZJzJLGVJO05L0KuAnUw8KKlp5lsqTcVG5yBWDR/RKWZwfK0shGZrUOdyNGunL1LoMVhiaatYxp5GtB9AWdUUOxoxlmqSv0IRw6T3s+MYAAAKAZADVQbF9RF7pqCIiAIiIAqn4RPkYvPP5CrYsc1nY/J7WuA1YgD3rPiaW2pSpp2uQnHNGxWfB58hJ9p+xqtSxwwMYKMa1oOZwgAehZF3D0tjSjTbvY7COWNjlOkp/u5/PPcFe9J7gFpiq0DhmZxnfvYeQ9/SpR9giJJMbCTrJa0nros6x0ez1HaKbup+WvqVxpWvficy0av51llLX14JxpIDraRlipvGojdzBfdMLxE1pIYQ5rAGMpmDtJHSadC6I+wREkmOMk6yWtJ66ILuhGYjjBGriM9Szvs2rstjn9m99PIhsZZctytReD2LCMUkmKgxUwUrTOmWqqq142Y2S1FrTUxOa5hOsjJwr3Lqywy2ONxq5jHHeWtJ6yFbX7Lpyitl7LXElKgmvZ3FN0+tDXssz2+K8Pc3mIjIUporZGS2ARvFWOMgPbOo76qefY4yACxhDfFBa0gcwpkvcUTWijQGjcAAOoK6GDaxEq0mnmVrfb0JKn7bkzSuq4obPi4IEY6Yqkk5VoM+crnNwn+7h+0b3rqywMsEQNRGwEZghra9dFHEYFVHDJZKL0+xydK9rcCpeEbVB/k/Yom5NLnWaLgmxtcKl1S4g505ORdFmszH0xta6mrEAac1Vj97YfJx9hnqVdXA1XXdanOzfTojkqUs2ZMrtxaZvtE7YTG1odizDiTk0nVTkWzp1ZMdlx7Y3Nd0Hin8wPQpuOxRNNWsY07w1oPWAsr2BwIcAQdYIBHUtCw9SVGVOrK7fElkbi1JnJrksnC2iKPWHPFeYcZ3oBVx8INkxQsl2xuoeZ4p3hqscdhiaatYxpGohrQesBZZImuGFwDgdYIBHUVmo9m7OhOk3dy4/gjGjaLjzOW6L2XhLVE3YHYzzMGLvAHSul3jYWzRPidqeCK7jsPQaHoXuKxxtNWsY06qta0HrAWZX4PBLD03CTvfUlTp5FZnLI3WiwWipFHiozrge066HaDlzEKSvfTh8sRjYzg8Qo84sRodYGQpXVVX2ezMeML2te3c4AjqK1orlszTibDEDsIYyvRksq7OrU04Uqlovh/P7Feykt0XuKtoPcDw/3TIC0AERA5EkihdTdSoG+qjtOz/d/cZ+5dHWGWxxuNXMY47y1pPWQrZ9nLu6oQfG9+ZJ0fYyohoroZabBDG7I8Gwsd9V2EUPNsPIVS7ut8titBxChacMrN4/mYP6FdSYwAAAAAZADIDmCxS2KNxq5jHHeWtJ6yFKvgM+ScJWlG2/mdlSvZrVFT05tbJLNBIwgsc+oP3D6eRetCLKyWyzRvFWOeQew3Vy7VaTYYqYcDMINQMLaV30ovcMDGCjGtaDmcIAHoUlg28RtpNaWa+lhs/bzM5baoJbFaaA0fGasOxzTqPMRUEc4XSrpvNloibKzUdY2tcNbT/NyzzWSN+b2NcRqxNae9fYbOxmTGtaDrwgDuTCYOWGnLLL2Xw5CFNwb37jIiIvRLgiIgCIiAIiIAiIgCIiAIiIAiIgCIiAIiIAiIgCIiAIiIAiIgCIiAIiIAiIgCIiAIiIAiIgCIiAIiIAiIgCIiAIiIAiIgCIiAIiIAiIgCIiAIiIAiIgCIiAIiIAiIgCIiAIiIAiIgCIiAIiIAiIgCIiAIiIAiIgCIiAIiIAiIgCIiAIiIAiIgCIiAIiIAiIgCIiAIiIAiIgCIiAIiID/2Q=="/>
          <p:cNvSpPr>
            <a:spLocks noChangeAspect="1" noChangeArrowheads="1"/>
          </p:cNvSpPr>
          <p:nvPr/>
        </p:nvSpPr>
        <p:spPr bwMode="auto">
          <a:xfrm>
            <a:off x="63500" y="-144463"/>
            <a:ext cx="304800" cy="304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nl-NL">
              <a:latin typeface="Calibri" pitchFamily="34" charset="0"/>
            </a:endParaRPr>
          </a:p>
        </p:txBody>
      </p:sp>
      <p:sp>
        <p:nvSpPr>
          <p:cNvPr id="9223" name="Tekstvak 6"/>
          <p:cNvSpPr txBox="1">
            <a:spLocks noChangeArrowheads="1"/>
          </p:cNvSpPr>
          <p:nvPr/>
        </p:nvSpPr>
        <p:spPr bwMode="auto">
          <a:xfrm>
            <a:off x="468313" y="980728"/>
            <a:ext cx="8280151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3200" dirty="0">
                <a:solidFill>
                  <a:srgbClr val="FF0000"/>
                </a:solidFill>
                <a:latin typeface="Aharoni" pitchFamily="2" charset="-79"/>
                <a:ea typeface="+mj-ea"/>
                <a:cs typeface="Aharoni" pitchFamily="2" charset="-79"/>
              </a:rPr>
              <a:t>Het </a:t>
            </a:r>
            <a:r>
              <a:rPr lang="fr-FR" sz="3200" dirty="0" err="1">
                <a:solidFill>
                  <a:srgbClr val="FF0000"/>
                </a:solidFill>
                <a:latin typeface="Aharoni" pitchFamily="2" charset="-79"/>
                <a:ea typeface="+mj-ea"/>
                <a:cs typeface="Aharoni" pitchFamily="2" charset="-79"/>
              </a:rPr>
              <a:t>klassendiagram</a:t>
            </a:r>
            <a:r>
              <a:rPr lang="fr-FR" sz="3200" dirty="0">
                <a:solidFill>
                  <a:srgbClr val="FF0000"/>
                </a:solidFill>
                <a:latin typeface="Aharoni" pitchFamily="2" charset="-79"/>
                <a:ea typeface="+mj-ea"/>
                <a:cs typeface="Aharoni" pitchFamily="2" charset="-79"/>
              </a:rPr>
              <a:t> (class </a:t>
            </a:r>
            <a:r>
              <a:rPr lang="fr-FR" sz="3200" dirty="0" err="1">
                <a:solidFill>
                  <a:srgbClr val="FF0000"/>
                </a:solidFill>
                <a:latin typeface="Aharoni" pitchFamily="2" charset="-79"/>
                <a:ea typeface="+mj-ea"/>
                <a:cs typeface="Aharoni" pitchFamily="2" charset="-79"/>
              </a:rPr>
              <a:t>diagram</a:t>
            </a:r>
            <a:r>
              <a:rPr lang="fr-FR" sz="3200" dirty="0">
                <a:solidFill>
                  <a:srgbClr val="FF0000"/>
                </a:solidFill>
                <a:latin typeface="Aharoni" pitchFamily="2" charset="-79"/>
                <a:ea typeface="+mj-ea"/>
                <a:cs typeface="Aharoni" pitchFamily="2" charset="-79"/>
              </a:rPr>
              <a:t>)</a:t>
            </a:r>
            <a:endParaRPr lang="en-US" sz="3200" dirty="0" smtClean="0">
              <a:solidFill>
                <a:srgbClr val="FF0000"/>
              </a:solidFill>
              <a:latin typeface="Aharoni" pitchFamily="2" charset="-79"/>
              <a:ea typeface="+mj-ea"/>
              <a:cs typeface="Aharoni" pitchFamily="2" charset="-79"/>
            </a:endParaRPr>
          </a:p>
        </p:txBody>
      </p:sp>
      <p:sp>
        <p:nvSpPr>
          <p:cNvPr id="8" name="Tekstvak 6"/>
          <p:cNvSpPr txBox="1">
            <a:spLocks noChangeArrowheads="1"/>
          </p:cNvSpPr>
          <p:nvPr/>
        </p:nvSpPr>
        <p:spPr bwMode="auto">
          <a:xfrm>
            <a:off x="496913" y="1556792"/>
            <a:ext cx="792088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nl-NL" sz="1600" dirty="0">
                <a:latin typeface="Aharoni" pitchFamily="2" charset="-79"/>
                <a:cs typeface="Aharoni" pitchFamily="2" charset="-79"/>
              </a:rPr>
              <a:t>Een UML-klassendiagram (class diagram) is een statisch </a:t>
            </a:r>
            <a:r>
              <a:rPr lang="nl-NL" sz="1600" dirty="0" smtClean="0">
                <a:latin typeface="Aharoni" pitchFamily="2" charset="-79"/>
                <a:cs typeface="Aharoni" pitchFamily="2" charset="-79"/>
              </a:rPr>
              <a:t>model voor </a:t>
            </a:r>
            <a:r>
              <a:rPr lang="nl-NL" sz="1600" dirty="0">
                <a:latin typeface="Aharoni" pitchFamily="2" charset="-79"/>
                <a:cs typeface="Aharoni" pitchFamily="2" charset="-79"/>
              </a:rPr>
              <a:t>het beschrijven van de objecten in een systeem. Een </a:t>
            </a:r>
            <a:r>
              <a:rPr lang="nl-NL" sz="1600" dirty="0" smtClean="0">
                <a:latin typeface="Aharoni" pitchFamily="2" charset="-79"/>
                <a:cs typeface="Aharoni" pitchFamily="2" charset="-79"/>
              </a:rPr>
              <a:t>klasse (</a:t>
            </a:r>
            <a:r>
              <a:rPr lang="nl-NL" sz="1600" dirty="0">
                <a:latin typeface="Aharoni" pitchFamily="2" charset="-79"/>
                <a:cs typeface="Aharoni" pitchFamily="2" charset="-79"/>
              </a:rPr>
              <a:t>class) beschrijft de structuur en de eigenschapen (</a:t>
            </a:r>
            <a:r>
              <a:rPr lang="nl-NL" sz="1600" dirty="0" err="1">
                <a:latin typeface="Aharoni" pitchFamily="2" charset="-79"/>
                <a:cs typeface="Aharoni" pitchFamily="2" charset="-79"/>
              </a:rPr>
              <a:t>properties</a:t>
            </a:r>
            <a:r>
              <a:rPr lang="nl-NL" sz="1600" dirty="0">
                <a:latin typeface="Aharoni" pitchFamily="2" charset="-79"/>
                <a:cs typeface="Aharoni" pitchFamily="2" charset="-79"/>
              </a:rPr>
              <a:t>) </a:t>
            </a:r>
            <a:r>
              <a:rPr lang="nl-NL" sz="1600" dirty="0" smtClean="0">
                <a:latin typeface="Aharoni" pitchFamily="2" charset="-79"/>
                <a:cs typeface="Aharoni" pitchFamily="2" charset="-79"/>
              </a:rPr>
              <a:t>en tevens </a:t>
            </a:r>
            <a:r>
              <a:rPr lang="nl-NL" sz="1600" dirty="0">
                <a:latin typeface="Aharoni" pitchFamily="2" charset="-79"/>
                <a:cs typeface="Aharoni" pitchFamily="2" charset="-79"/>
              </a:rPr>
              <a:t>de </a:t>
            </a:r>
            <a:r>
              <a:rPr lang="nl-NL" sz="1600" dirty="0" err="1">
                <a:latin typeface="Aharoni" pitchFamily="2" charset="-79"/>
                <a:cs typeface="Aharoni" pitchFamily="2" charset="-79"/>
              </a:rPr>
              <a:t>functions</a:t>
            </a:r>
            <a:r>
              <a:rPr lang="nl-NL" sz="1600" dirty="0">
                <a:latin typeface="Aharoni" pitchFamily="2" charset="-79"/>
                <a:cs typeface="Aharoni" pitchFamily="2" charset="-79"/>
              </a:rPr>
              <a:t> (</a:t>
            </a:r>
            <a:r>
              <a:rPr lang="nl-NL" sz="1600" dirty="0" err="1">
                <a:latin typeface="Aharoni" pitchFamily="2" charset="-79"/>
                <a:cs typeface="Aharoni" pitchFamily="2" charset="-79"/>
              </a:rPr>
              <a:t>methods</a:t>
            </a:r>
            <a:r>
              <a:rPr lang="nl-NL" sz="1600" dirty="0">
                <a:latin typeface="Aharoni" pitchFamily="2" charset="-79"/>
                <a:cs typeface="Aharoni" pitchFamily="2" charset="-79"/>
              </a:rPr>
              <a:t>) van het object. Ze beschrijft ook </a:t>
            </a:r>
            <a:r>
              <a:rPr lang="nl-NL" sz="1600" dirty="0" smtClean="0">
                <a:latin typeface="Aharoni" pitchFamily="2" charset="-79"/>
                <a:cs typeface="Aharoni" pitchFamily="2" charset="-79"/>
              </a:rPr>
              <a:t>de relaties </a:t>
            </a:r>
            <a:r>
              <a:rPr lang="nl-NL" sz="1600" dirty="0">
                <a:latin typeface="Aharoni" pitchFamily="2" charset="-79"/>
                <a:cs typeface="Aharoni" pitchFamily="2" charset="-79"/>
              </a:rPr>
              <a:t>tussen de objecten. We tekenen een klassendiagram als </a:t>
            </a:r>
            <a:r>
              <a:rPr lang="nl-NL" sz="1600" dirty="0" smtClean="0">
                <a:latin typeface="Aharoni" pitchFamily="2" charset="-79"/>
                <a:cs typeface="Aharoni" pitchFamily="2" charset="-79"/>
              </a:rPr>
              <a:t>een rechthoek </a:t>
            </a:r>
            <a:r>
              <a:rPr lang="nl-NL" sz="1600" dirty="0">
                <a:latin typeface="Aharoni" pitchFamily="2" charset="-79"/>
                <a:cs typeface="Aharoni" pitchFamily="2" charset="-79"/>
              </a:rPr>
              <a:t>met drie vakken. Een vak voor de naam van de klasse</a:t>
            </a:r>
            <a:r>
              <a:rPr lang="nl-NL" sz="1600" dirty="0" smtClean="0">
                <a:latin typeface="Aharoni" pitchFamily="2" charset="-79"/>
                <a:cs typeface="Aharoni" pitchFamily="2" charset="-79"/>
              </a:rPr>
              <a:t>, een </a:t>
            </a:r>
            <a:r>
              <a:rPr lang="nl-NL" sz="1600" dirty="0">
                <a:latin typeface="Aharoni" pitchFamily="2" charset="-79"/>
                <a:cs typeface="Aharoni" pitchFamily="2" charset="-79"/>
              </a:rPr>
              <a:t>vak voor de </a:t>
            </a:r>
            <a:r>
              <a:rPr lang="nl-NL" sz="1600" dirty="0" err="1">
                <a:latin typeface="Aharoni" pitchFamily="2" charset="-79"/>
                <a:cs typeface="Aharoni" pitchFamily="2" charset="-79"/>
              </a:rPr>
              <a:t>properties</a:t>
            </a:r>
            <a:r>
              <a:rPr lang="nl-NL" sz="1600" dirty="0">
                <a:latin typeface="Aharoni" pitchFamily="2" charset="-79"/>
                <a:cs typeface="Aharoni" pitchFamily="2" charset="-79"/>
              </a:rPr>
              <a:t> en een vak voor de </a:t>
            </a:r>
            <a:r>
              <a:rPr lang="nl-NL" sz="1600" dirty="0" err="1">
                <a:latin typeface="Aharoni" pitchFamily="2" charset="-79"/>
                <a:cs typeface="Aharoni" pitchFamily="2" charset="-79"/>
              </a:rPr>
              <a:t>methods</a:t>
            </a:r>
            <a:r>
              <a:rPr lang="nl-NL" sz="1600" dirty="0">
                <a:latin typeface="Aharoni" pitchFamily="2" charset="-79"/>
                <a:cs typeface="Aharoni" pitchFamily="2" charset="-79"/>
              </a:rPr>
              <a:t>.</a:t>
            </a:r>
            <a:br>
              <a:rPr lang="nl-NL" sz="1600" dirty="0">
                <a:latin typeface="Aharoni" pitchFamily="2" charset="-79"/>
                <a:cs typeface="Aharoni" pitchFamily="2" charset="-79"/>
              </a:rPr>
            </a:br>
            <a:endParaRPr lang="nl-NL" sz="1600" dirty="0">
              <a:latin typeface="Aharoni" pitchFamily="2" charset="-79"/>
              <a:cs typeface="Aharoni" pitchFamily="2" charset="-79"/>
            </a:endParaRPr>
          </a:p>
        </p:txBody>
      </p:sp>
      <p:pic>
        <p:nvPicPr>
          <p:cNvPr id="2050" name="Picture 2" descr="http://ansuz.nl/pong/pics/pong-klassendiagram03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3573016"/>
            <a:ext cx="7664150" cy="2192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Afbeeld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569" y="3095691"/>
            <a:ext cx="1872208" cy="972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877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-thema">
  <a:themeElements>
    <a:clrScheme name="Kanto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-thema">
  <a:themeElements>
    <a:clrScheme name="Kanto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19382</TotalTime>
  <Words>876</Words>
  <Application>Microsoft Office PowerPoint</Application>
  <PresentationFormat>Diavoorstelling (4:3)</PresentationFormat>
  <Paragraphs>237</Paragraphs>
  <Slides>26</Slides>
  <Notes>25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26</vt:i4>
      </vt:variant>
    </vt:vector>
  </HeadingPairs>
  <TitlesOfParts>
    <vt:vector size="31" baseType="lpstr">
      <vt:lpstr>Agency FB</vt:lpstr>
      <vt:lpstr>Aharoni</vt:lpstr>
      <vt:lpstr>Arial</vt:lpstr>
      <vt:lpstr>Calibri</vt:lpstr>
      <vt:lpstr>Office-thema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Bedrijfsadministratie 1A</dc:title>
  <dc:creator>VXS-CLIENT1</dc:creator>
  <cp:lastModifiedBy>Michel Volwater</cp:lastModifiedBy>
  <cp:revision>460</cp:revision>
  <cp:lastPrinted>2015-12-17T10:54:39Z</cp:lastPrinted>
  <dcterms:created xsi:type="dcterms:W3CDTF">2011-08-28T17:50:52Z</dcterms:created>
  <dcterms:modified xsi:type="dcterms:W3CDTF">2015-12-17T13:22:42Z</dcterms:modified>
</cp:coreProperties>
</file>