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Tekststijl van het model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nl-NL"/>
              <a:t>Tekststijl van het model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3AD16-DF9E-4207-AF35-492FF508F6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Normaliseren</a:t>
            </a:r>
            <a:r>
              <a:rPr lang="en-US" dirty="0"/>
              <a:t> (0NV)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A8E94C1-B9C4-41B4-A730-9E973B9554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Batuhan</a:t>
            </a:r>
            <a:r>
              <a:rPr lang="en-US" dirty="0"/>
              <a:t>, </a:t>
            </a:r>
            <a:r>
              <a:rPr lang="en-US" dirty="0" err="1"/>
              <a:t>Derman</a:t>
            </a:r>
            <a:r>
              <a:rPr lang="en-US" dirty="0"/>
              <a:t>, </a:t>
            </a:r>
            <a:r>
              <a:rPr lang="en-US" dirty="0" err="1"/>
              <a:t>Enes</a:t>
            </a:r>
            <a:r>
              <a:rPr lang="en-US" dirty="0"/>
              <a:t>, Mitch &amp; Mohamed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289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29303-7E92-484C-A274-6C9EF844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 err="1"/>
              <a:t>Inhoud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361B93-C8D5-4072-ADCD-5F9920317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5676" y="733647"/>
            <a:ext cx="3575884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07AFBA-AD1E-4C7F-9EDF-16634FAA3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654" y="733647"/>
            <a:ext cx="4419171" cy="3575884"/>
          </a:xfrm>
        </p:spPr>
        <p:txBody>
          <a:bodyPr>
            <a:normAutofit/>
          </a:bodyPr>
          <a:lstStyle/>
          <a:p>
            <a:r>
              <a:rPr lang="en-US" dirty="0"/>
              <a:t>Wat/</a:t>
            </a:r>
            <a:r>
              <a:rPr lang="en-US" dirty="0" err="1"/>
              <a:t>Waarom</a:t>
            </a:r>
            <a:r>
              <a:rPr lang="en-US" dirty="0"/>
              <a:t> (is) </a:t>
            </a:r>
            <a:r>
              <a:rPr lang="en-US" dirty="0" err="1"/>
              <a:t>normaliseren</a:t>
            </a:r>
            <a:r>
              <a:rPr lang="en-US" dirty="0"/>
              <a:t>?</a:t>
            </a:r>
          </a:p>
          <a:p>
            <a:r>
              <a:rPr lang="en-US" dirty="0" err="1"/>
              <a:t>Nulde</a:t>
            </a:r>
            <a:r>
              <a:rPr lang="en-US" dirty="0"/>
              <a:t> </a:t>
            </a:r>
            <a:r>
              <a:rPr lang="en-US" dirty="0" err="1"/>
              <a:t>NormaalVorm</a:t>
            </a:r>
            <a:r>
              <a:rPr lang="en-US" dirty="0"/>
              <a:t> (0NV)</a:t>
            </a:r>
          </a:p>
          <a:p>
            <a:r>
              <a:rPr lang="en-US" dirty="0" err="1"/>
              <a:t>Vragen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61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B9A05-9810-4D72-9B83-C47558B5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/>
              <a:t>Wat/waarom (is) normaliseren?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8F16E12-1DFF-429E-92A3-DFCCC7B6F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240" y="924676"/>
            <a:ext cx="3185108" cy="31851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EE7DC4DE-C61D-47A5-9DFE-2556F0DBC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696" y="733647"/>
            <a:ext cx="6593129" cy="3575884"/>
          </a:xfrm>
        </p:spPr>
        <p:txBody>
          <a:bodyPr>
            <a:normAutofit/>
          </a:bodyPr>
          <a:lstStyle/>
          <a:p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in </a:t>
            </a:r>
            <a:r>
              <a:rPr lang="en-US" dirty="0" err="1"/>
              <a:t>relationele</a:t>
            </a:r>
            <a:r>
              <a:rPr lang="en-US" dirty="0"/>
              <a:t> databases (</a:t>
            </a:r>
            <a:r>
              <a:rPr lang="en-US" dirty="0" err="1"/>
              <a:t>relaties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gegevens</a:t>
            </a:r>
            <a:r>
              <a:rPr lang="en-US" dirty="0"/>
              <a:t>)</a:t>
            </a:r>
          </a:p>
          <a:p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omgaan</a:t>
            </a:r>
            <a:r>
              <a:rPr lang="en-US" dirty="0"/>
              <a:t> met </a:t>
            </a:r>
            <a:r>
              <a:rPr lang="en-US" dirty="0" err="1"/>
              <a:t>opslagruimte</a:t>
            </a:r>
            <a:endParaRPr lang="en-US" dirty="0"/>
          </a:p>
          <a:p>
            <a:r>
              <a:rPr lang="en-US" dirty="0" err="1"/>
              <a:t>Vermijden</a:t>
            </a:r>
            <a:r>
              <a:rPr lang="en-US" dirty="0"/>
              <a:t> van </a:t>
            </a:r>
            <a:r>
              <a:rPr lang="en-US" dirty="0" err="1"/>
              <a:t>dubbele</a:t>
            </a:r>
            <a:r>
              <a:rPr lang="en-US" dirty="0"/>
              <a:t> data</a:t>
            </a:r>
          </a:p>
          <a:p>
            <a:r>
              <a:rPr lang="en-US" dirty="0"/>
              <a:t>GEEN </a:t>
            </a:r>
            <a:r>
              <a:rPr lang="en-US" dirty="0" err="1"/>
              <a:t>informatie</a:t>
            </a:r>
            <a:r>
              <a:rPr lang="en-US" dirty="0"/>
              <a:t> die </a:t>
            </a:r>
            <a:r>
              <a:rPr lang="en-US" dirty="0" err="1"/>
              <a:t>verloren</a:t>
            </a:r>
            <a:r>
              <a:rPr lang="en-US" dirty="0"/>
              <a:t> </a:t>
            </a:r>
            <a:r>
              <a:rPr lang="en-US" dirty="0" err="1"/>
              <a:t>gaat</a:t>
            </a:r>
            <a:r>
              <a:rPr lang="en-US" dirty="0"/>
              <a:t>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178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CA6826-032C-4799-B079-15DB2A6C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9F286D-5CDE-43E4-A68F-AFDE2599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 err="1"/>
              <a:t>Nulde</a:t>
            </a:r>
            <a:r>
              <a:rPr lang="en-US" dirty="0"/>
              <a:t> </a:t>
            </a:r>
            <a:r>
              <a:rPr lang="en-US" dirty="0" err="1"/>
              <a:t>normaalvorm</a:t>
            </a:r>
            <a:r>
              <a:rPr lang="en-US" dirty="0"/>
              <a:t> (0nv)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836841-9EE9-4889-B38B-BA6D1CFCE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7201259" cy="3615267"/>
          </a:xfrm>
        </p:spPr>
        <p:txBody>
          <a:bodyPr>
            <a:normAutofit/>
          </a:bodyPr>
          <a:lstStyle/>
          <a:p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genormaliseerd</a:t>
            </a:r>
            <a:r>
              <a:rPr lang="en-US" dirty="0"/>
              <a:t> (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structuur</a:t>
            </a:r>
            <a:r>
              <a:rPr lang="en-US" dirty="0"/>
              <a:t>)</a:t>
            </a:r>
          </a:p>
          <a:p>
            <a:r>
              <a:rPr lang="en-US" dirty="0" err="1"/>
              <a:t>Gegevens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overal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nergens</a:t>
            </a:r>
            <a:endParaRPr lang="en-US" dirty="0"/>
          </a:p>
          <a:p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kolommen</a:t>
            </a:r>
            <a:r>
              <a:rPr lang="en-US" dirty="0"/>
              <a:t> -&gt; Data is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doorzoekbaar</a:t>
            </a:r>
            <a:endParaRPr lang="en-US" dirty="0"/>
          </a:p>
          <a:p>
            <a:r>
              <a:rPr lang="en-US" dirty="0" err="1"/>
              <a:t>Zelfs</a:t>
            </a:r>
            <a:r>
              <a:rPr lang="en-US" dirty="0"/>
              <a:t> met </a:t>
            </a:r>
            <a:r>
              <a:rPr lang="en-US" dirty="0" err="1"/>
              <a:t>kolommen</a:t>
            </a:r>
            <a:r>
              <a:rPr lang="en-US" dirty="0"/>
              <a:t> is het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0NV (</a:t>
            </a:r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gegevens</a:t>
            </a:r>
            <a:r>
              <a:rPr lang="en-US" dirty="0"/>
              <a:t>)</a:t>
            </a:r>
          </a:p>
          <a:p>
            <a:r>
              <a:rPr lang="en-US" dirty="0" err="1"/>
              <a:t>Voorbeeld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A869AE-071D-4441-8DBB-170B5BF5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9504" y="1054101"/>
            <a:ext cx="3185108" cy="31851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8A807-BD0E-4B1D-A523-2F20E7FE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33837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82FD88-0436-4D5C-B5A2-7B9019194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706DBD-9DBD-49D6-80EB-C896096D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1C7442-3F0F-49E3-9389-D6B4BAE14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614368-43A5-4794-BA71-09F8585F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42B96B-0C70-40CB-A027-175F2A165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437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8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0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12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6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18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8A3122-281F-4654-B0D2-B2D2A3D2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754" y="628617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Vragen?</a:t>
            </a:r>
          </a:p>
        </p:txBody>
      </p:sp>
      <p:pic>
        <p:nvPicPr>
          <p:cNvPr id="34" name="Graphic 5">
            <a:extLst>
              <a:ext uri="{FF2B5EF4-FFF2-40B4-BE49-F238E27FC236}">
                <a16:creationId xmlns:a16="http://schemas.microsoft.com/office/drawing/2014/main" id="{70F673FF-7C2D-4AB8-9FC8-1C32A6E45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35" name="Group 20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872343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100</Words>
  <Application>Microsoft Office PowerPoint</Application>
  <PresentationFormat>Breedbeeld</PresentationFormat>
  <Paragraphs>18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Segment</vt:lpstr>
      <vt:lpstr>Normaliseren (0NV)</vt:lpstr>
      <vt:lpstr>Inhoud</vt:lpstr>
      <vt:lpstr>Wat/waarom (is) normaliseren?</vt:lpstr>
      <vt:lpstr>Nulde normaalvorm (0nv)</vt:lpstr>
      <vt:lpstr>Vragen?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Normaliseren</dc:title>
  <dc:creator>Jarvis</dc:creator>
  <cp:lastModifiedBy>Jarvis</cp:lastModifiedBy>
  <cp:revision>6</cp:revision>
  <dcterms:created xsi:type="dcterms:W3CDTF">2019-03-04T13:01:40Z</dcterms:created>
  <dcterms:modified xsi:type="dcterms:W3CDTF">2019-03-05T08:59:47Z</dcterms:modified>
</cp:coreProperties>
</file>