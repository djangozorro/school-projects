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6" r:id="rId4"/>
  </p:sldMasterIdLst>
  <p:notesMasterIdLst>
    <p:notesMasterId r:id="rId12"/>
  </p:notesMasterIdLst>
  <p:handoutMasterIdLst>
    <p:handoutMasterId r:id="rId13"/>
  </p:handoutMasterIdLst>
  <p:sldIdLst>
    <p:sldId id="267" r:id="rId5"/>
    <p:sldId id="278" r:id="rId6"/>
    <p:sldId id="281" r:id="rId7"/>
    <p:sldId id="280" r:id="rId8"/>
    <p:sldId id="279" r:id="rId9"/>
    <p:sldId id="282" r:id="rId10"/>
    <p:sldId id="277" r:id="rId11"/>
  </p:sldIdLst>
  <p:sldSz cx="12188825" cy="6858000"/>
  <p:notesSz cx="6858000" cy="9144000"/>
  <p:defaultTextStyle>
    <a:defPPr rtl="0">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39" userDrawn="1">
          <p15:clr>
            <a:srgbClr val="A4A3A4"/>
          </p15:clr>
        </p15:guide>
        <p15:guide id="2" orient="horz" pos="216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599" autoAdjust="0"/>
  </p:normalViewPr>
  <p:slideViewPr>
    <p:cSldViewPr>
      <p:cViewPr varScale="1">
        <p:scale>
          <a:sx n="120" d="100"/>
          <a:sy n="120" d="100"/>
        </p:scale>
        <p:origin x="174" y="96"/>
      </p:cViewPr>
      <p:guideLst>
        <p:guide pos="3839"/>
        <p:guide orient="horz" pos="2160"/>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82" d="100"/>
          <a:sy n="82" d="100"/>
        </p:scale>
        <p:origin x="3120"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nl-NL"/>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Zonneparken</c:v>
                </c:pt>
              </c:strCache>
            </c:strRef>
          </c:tx>
          <c:spPr>
            <a:solidFill>
              <a:schemeClr val="accent1"/>
            </a:solidFill>
            <a:ln>
              <a:noFill/>
            </a:ln>
            <a:effectLst/>
          </c:spPr>
          <c:invertIfNegative val="0"/>
          <c:cat>
            <c:numRef>
              <c:f>Sheet1!$A$2:$A$5</c:f>
              <c:numCache>
                <c:formatCode>General</c:formatCode>
                <c:ptCount val="4"/>
                <c:pt idx="0">
                  <c:v>2015</c:v>
                </c:pt>
                <c:pt idx="1">
                  <c:v>2016</c:v>
                </c:pt>
                <c:pt idx="2">
                  <c:v>2017</c:v>
                </c:pt>
                <c:pt idx="3">
                  <c:v>2018</c:v>
                </c:pt>
              </c:numCache>
            </c:numRef>
          </c:cat>
          <c:val>
            <c:numRef>
              <c:f>Sheet1!$B$2:$B$5</c:f>
              <c:numCache>
                <c:formatCode>General</c:formatCode>
                <c:ptCount val="4"/>
                <c:pt idx="0">
                  <c:v>5.5</c:v>
                </c:pt>
                <c:pt idx="1">
                  <c:v>11</c:v>
                </c:pt>
                <c:pt idx="2">
                  <c:v>14.5</c:v>
                </c:pt>
                <c:pt idx="3">
                  <c:v>18</c:v>
                </c:pt>
              </c:numCache>
            </c:numRef>
          </c:val>
          <c:extLst>
            <c:ext xmlns:c16="http://schemas.microsoft.com/office/drawing/2014/chart" uri="{C3380CC4-5D6E-409C-BE32-E72D297353CC}">
              <c16:uniqueId val="{00000000-3514-4EFA-8242-05C3FB47F50E}"/>
            </c:ext>
          </c:extLst>
        </c:ser>
        <c:ser>
          <c:idx val="1"/>
          <c:order val="1"/>
          <c:tx>
            <c:strRef>
              <c:f>Sheet1!$C$1</c:f>
              <c:strCache>
                <c:ptCount val="1"/>
                <c:pt idx="0">
                  <c:v>Bedrijven</c:v>
                </c:pt>
              </c:strCache>
            </c:strRef>
          </c:tx>
          <c:spPr>
            <a:solidFill>
              <a:schemeClr val="accent2"/>
            </a:solidFill>
            <a:ln>
              <a:noFill/>
            </a:ln>
            <a:effectLst/>
          </c:spPr>
          <c:invertIfNegative val="0"/>
          <c:cat>
            <c:numRef>
              <c:f>Sheet1!$A$2:$A$5</c:f>
              <c:numCache>
                <c:formatCode>General</c:formatCode>
                <c:ptCount val="4"/>
                <c:pt idx="0">
                  <c:v>2015</c:v>
                </c:pt>
                <c:pt idx="1">
                  <c:v>2016</c:v>
                </c:pt>
                <c:pt idx="2">
                  <c:v>2017</c:v>
                </c:pt>
                <c:pt idx="3">
                  <c:v>2018</c:v>
                </c:pt>
              </c:numCache>
            </c:numRef>
          </c:cat>
          <c:val>
            <c:numRef>
              <c:f>Sheet1!$C$2:$C$5</c:f>
              <c:numCache>
                <c:formatCode>General</c:formatCode>
                <c:ptCount val="4"/>
                <c:pt idx="0">
                  <c:v>5</c:v>
                </c:pt>
                <c:pt idx="1">
                  <c:v>10</c:v>
                </c:pt>
                <c:pt idx="2">
                  <c:v>15.5</c:v>
                </c:pt>
                <c:pt idx="3">
                  <c:v>17</c:v>
                </c:pt>
              </c:numCache>
            </c:numRef>
          </c:val>
          <c:extLst>
            <c:ext xmlns:c16="http://schemas.microsoft.com/office/drawing/2014/chart" uri="{C3380CC4-5D6E-409C-BE32-E72D297353CC}">
              <c16:uniqueId val="{00000001-3514-4EFA-8242-05C3FB47F50E}"/>
            </c:ext>
          </c:extLst>
        </c:ser>
        <c:ser>
          <c:idx val="2"/>
          <c:order val="2"/>
          <c:tx>
            <c:strRef>
              <c:f>Sheet1!$D$1</c:f>
              <c:strCache>
                <c:ptCount val="1"/>
                <c:pt idx="0">
                  <c:v>Woningen</c:v>
                </c:pt>
              </c:strCache>
            </c:strRef>
          </c:tx>
          <c:spPr>
            <a:solidFill>
              <a:schemeClr val="accent3"/>
            </a:solidFill>
            <a:ln>
              <a:noFill/>
            </a:ln>
            <a:effectLst/>
          </c:spPr>
          <c:invertIfNegative val="0"/>
          <c:cat>
            <c:numRef>
              <c:f>Sheet1!$A$2:$A$5</c:f>
              <c:numCache>
                <c:formatCode>General</c:formatCode>
                <c:ptCount val="4"/>
                <c:pt idx="0">
                  <c:v>2015</c:v>
                </c:pt>
                <c:pt idx="1">
                  <c:v>2016</c:v>
                </c:pt>
                <c:pt idx="2">
                  <c:v>2017</c:v>
                </c:pt>
                <c:pt idx="3">
                  <c:v>2018</c:v>
                </c:pt>
              </c:numCache>
            </c:numRef>
          </c:cat>
          <c:val>
            <c:numRef>
              <c:f>Sheet1!$D$2:$D$5</c:f>
              <c:numCache>
                <c:formatCode>General</c:formatCode>
                <c:ptCount val="4"/>
                <c:pt idx="0">
                  <c:v>6</c:v>
                </c:pt>
                <c:pt idx="1">
                  <c:v>12</c:v>
                </c:pt>
                <c:pt idx="2">
                  <c:v>16</c:v>
                </c:pt>
                <c:pt idx="3">
                  <c:v>20</c:v>
                </c:pt>
              </c:numCache>
            </c:numRef>
          </c:val>
          <c:extLst>
            <c:ext xmlns:c16="http://schemas.microsoft.com/office/drawing/2014/chart" uri="{C3380CC4-5D6E-409C-BE32-E72D297353CC}">
              <c16:uniqueId val="{00000002-3514-4EFA-8242-05C3FB47F50E}"/>
            </c:ext>
          </c:extLst>
        </c:ser>
        <c:dLbls>
          <c:showLegendKey val="0"/>
          <c:showVal val="0"/>
          <c:showCatName val="0"/>
          <c:showSerName val="0"/>
          <c:showPercent val="0"/>
          <c:showBubbleSize val="0"/>
        </c:dLbls>
        <c:gapWidth val="150"/>
        <c:axId val="603895568"/>
        <c:axId val="603889296"/>
      </c:barChart>
      <c:catAx>
        <c:axId val="60389556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nl-NL"/>
          </a:p>
        </c:txPr>
        <c:crossAx val="603889296"/>
        <c:crosses val="autoZero"/>
        <c:auto val="1"/>
        <c:lblAlgn val="ctr"/>
        <c:lblOffset val="100"/>
        <c:noMultiLvlLbl val="0"/>
      </c:catAx>
      <c:valAx>
        <c:axId val="603889296"/>
        <c:scaling>
          <c:orientation val="minMax"/>
          <c:max val="20"/>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a:glow>
              <a:schemeClr val="accent1">
                <a:alpha val="40000"/>
              </a:schemeClr>
            </a:glow>
          </a:effectLst>
        </c:spPr>
        <c:txPr>
          <a:bodyPr rot="360000" spcFirstLastPara="1" vertOverflow="ellipsis"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nl-NL"/>
          </a:p>
        </c:txPr>
        <c:crossAx val="603895568"/>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nl-NL"/>
        </a:p>
      </c:txPr>
    </c:legend>
    <c:plotVisOnly val="1"/>
    <c:dispBlanksAs val="gap"/>
    <c:showDLblsOverMax val="0"/>
  </c:chart>
  <c:spPr>
    <a:noFill/>
    <a:ln>
      <a:noFill/>
    </a:ln>
    <a:effectLst/>
  </c:spPr>
  <c:txPr>
    <a:bodyPr/>
    <a:lstStyle/>
    <a:p>
      <a:pPr>
        <a:defRPr/>
      </a:pPr>
      <a:endParaRPr lang="nl-NL"/>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442EA2-39BA-4C9A-AD59-755D4917D532}" type="doc">
      <dgm:prSet loTypeId="urn:microsoft.com/office/officeart/2005/8/layout/list1" loCatId="list" qsTypeId="urn:microsoft.com/office/officeart/2005/8/quickstyle/simple1" qsCatId="simple" csTypeId="urn:microsoft.com/office/officeart/2005/8/colors/colorful3" csCatId="colorful" phldr="1"/>
      <dgm:spPr/>
      <dgm:t>
        <a:bodyPr rtlCol="0"/>
        <a:lstStyle/>
        <a:p>
          <a:pPr rtl="0"/>
          <a:endParaRPr lang="en-US"/>
        </a:p>
      </dgm:t>
    </dgm:pt>
    <dgm:pt modelId="{4DF9FE7B-F642-4898-A360-D4E3814E1A3D}">
      <dgm:prSet phldrT="[Text]"/>
      <dgm:spPr/>
      <dgm:t>
        <a:bodyPr rtlCol="0"/>
        <a:lstStyle/>
        <a:p>
          <a:pPr rtl="0"/>
          <a:r>
            <a:rPr lang="en-US" noProof="0" dirty="0" err="1"/>
            <a:t>Besparen</a:t>
          </a:r>
          <a:r>
            <a:rPr lang="en-US" noProof="0" dirty="0"/>
            <a:t> op </a:t>
          </a:r>
          <a:r>
            <a:rPr lang="en-US" noProof="0" dirty="0" err="1"/>
            <a:t>uw</a:t>
          </a:r>
          <a:r>
            <a:rPr lang="en-US" noProof="0" dirty="0"/>
            <a:t> </a:t>
          </a:r>
          <a:r>
            <a:rPr lang="en-US" noProof="0" dirty="0" err="1"/>
            <a:t>energierekening</a:t>
          </a:r>
          <a:endParaRPr lang="nl-NL" noProof="0" dirty="0"/>
        </a:p>
      </dgm:t>
    </dgm:pt>
    <dgm:pt modelId="{1C10F06D-860A-4604-A7AD-02E614FE3976}" type="parTrans" cxnId="{EBD8BE8D-6018-43E2-B081-034BB5656EB6}">
      <dgm:prSet/>
      <dgm:spPr/>
      <dgm:t>
        <a:bodyPr rtlCol="0"/>
        <a:lstStyle/>
        <a:p>
          <a:pPr rtl="0"/>
          <a:endParaRPr lang="nl-NL" noProof="0" dirty="0"/>
        </a:p>
      </dgm:t>
    </dgm:pt>
    <dgm:pt modelId="{43C18EFF-81FC-4D70-8C6B-E95FF3730413}" type="sibTrans" cxnId="{EBD8BE8D-6018-43E2-B081-034BB5656EB6}">
      <dgm:prSet/>
      <dgm:spPr/>
      <dgm:t>
        <a:bodyPr rtlCol="0"/>
        <a:lstStyle/>
        <a:p>
          <a:pPr rtl="0"/>
          <a:endParaRPr lang="nl-NL" noProof="0" dirty="0"/>
        </a:p>
      </dgm:t>
    </dgm:pt>
    <dgm:pt modelId="{EFF2750D-B4B3-474C-8B62-8B638DC31F7E}">
      <dgm:prSet phldrT="[Text]"/>
      <dgm:spPr/>
      <dgm:t>
        <a:bodyPr rtlCol="0"/>
        <a:lstStyle/>
        <a:p>
          <a:pPr rtl="0"/>
          <a:r>
            <a:rPr lang="en-US" noProof="0" dirty="0"/>
            <a:t>Minder </a:t>
          </a:r>
          <a:r>
            <a:rPr lang="en-US" noProof="0" dirty="0" err="1"/>
            <a:t>afhankelijk</a:t>
          </a:r>
          <a:r>
            <a:rPr lang="en-US" noProof="0" dirty="0"/>
            <a:t> </a:t>
          </a:r>
          <a:r>
            <a:rPr lang="en-US" noProof="0" dirty="0">
              <a:sym typeface="Wingdings" panose="05000000000000000000" pitchFamily="2" charset="2"/>
            </a:rPr>
            <a:t></a:t>
          </a:r>
          <a:r>
            <a:rPr lang="en-US" noProof="0" dirty="0"/>
            <a:t> </a:t>
          </a:r>
          <a:r>
            <a:rPr lang="en-US" noProof="0" dirty="0" err="1"/>
            <a:t>energieleverancier</a:t>
          </a:r>
          <a:endParaRPr lang="nl-NL" noProof="0" dirty="0"/>
        </a:p>
      </dgm:t>
    </dgm:pt>
    <dgm:pt modelId="{AEBC78E6-CDDC-4C8F-A157-3C51E907FACD}" type="parTrans" cxnId="{A058DDA2-48CA-4E5B-B389-F71A59C262B0}">
      <dgm:prSet/>
      <dgm:spPr/>
      <dgm:t>
        <a:bodyPr rtlCol="0"/>
        <a:lstStyle/>
        <a:p>
          <a:pPr rtl="0"/>
          <a:endParaRPr lang="nl-NL" noProof="0" dirty="0"/>
        </a:p>
      </dgm:t>
    </dgm:pt>
    <dgm:pt modelId="{75C067D7-FCD2-4969-8F27-4BBDA88E75ED}" type="sibTrans" cxnId="{A058DDA2-48CA-4E5B-B389-F71A59C262B0}">
      <dgm:prSet/>
      <dgm:spPr/>
      <dgm:t>
        <a:bodyPr rtlCol="0"/>
        <a:lstStyle/>
        <a:p>
          <a:pPr rtl="0"/>
          <a:endParaRPr lang="nl-NL" noProof="0" dirty="0"/>
        </a:p>
      </dgm:t>
    </dgm:pt>
    <dgm:pt modelId="{789CD6DB-3A68-4A41-90BD-4F0CBB3617D1}">
      <dgm:prSet phldrT="[Text]"/>
      <dgm:spPr/>
      <dgm:t>
        <a:bodyPr rtlCol="0"/>
        <a:lstStyle/>
        <a:p>
          <a:pPr rtl="0"/>
          <a:r>
            <a:rPr lang="en-US" noProof="0" dirty="0" err="1"/>
            <a:t>Duidelijk</a:t>
          </a:r>
          <a:r>
            <a:rPr lang="en-US" noProof="0" dirty="0"/>
            <a:t> </a:t>
          </a:r>
          <a:r>
            <a:rPr lang="en-US" noProof="0" dirty="0" err="1"/>
            <a:t>zien</a:t>
          </a:r>
          <a:r>
            <a:rPr lang="en-US" noProof="0" dirty="0"/>
            <a:t> wat je </a:t>
          </a:r>
          <a:r>
            <a:rPr lang="en-US" noProof="0" dirty="0" err="1"/>
            <a:t>bespaart</a:t>
          </a:r>
          <a:endParaRPr lang="nl-NL" noProof="0" dirty="0"/>
        </a:p>
      </dgm:t>
    </dgm:pt>
    <dgm:pt modelId="{C0BEB5FF-8DFB-40B9-A228-C0C6097DDDC4}" type="parTrans" cxnId="{62C10234-45D3-426A-8820-4C0D1D8CBA21}">
      <dgm:prSet/>
      <dgm:spPr/>
      <dgm:t>
        <a:bodyPr rtlCol="0"/>
        <a:lstStyle/>
        <a:p>
          <a:pPr rtl="0"/>
          <a:endParaRPr lang="nl-NL" noProof="0" dirty="0"/>
        </a:p>
      </dgm:t>
    </dgm:pt>
    <dgm:pt modelId="{1A702531-A59F-4EE2-8246-E2EB0955D8B1}" type="sibTrans" cxnId="{62C10234-45D3-426A-8820-4C0D1D8CBA21}">
      <dgm:prSet/>
      <dgm:spPr/>
      <dgm:t>
        <a:bodyPr rtlCol="0"/>
        <a:lstStyle/>
        <a:p>
          <a:pPr rtl="0"/>
          <a:endParaRPr lang="nl-NL" noProof="0" dirty="0"/>
        </a:p>
      </dgm:t>
    </dgm:pt>
    <dgm:pt modelId="{3929B1E1-4BC4-4C73-ABE8-27CEF96A3652}">
      <dgm:prSet phldrT="[Text]"/>
      <dgm:spPr/>
      <dgm:t>
        <a:bodyPr rtlCol="0"/>
        <a:lstStyle/>
        <a:p>
          <a:pPr rtl="0"/>
          <a:r>
            <a:rPr lang="nl-NL" noProof="0" dirty="0"/>
            <a:t>Milieuvriendelijk</a:t>
          </a:r>
        </a:p>
      </dgm:t>
    </dgm:pt>
    <dgm:pt modelId="{F356CC76-9117-4B79-A270-BBBAFD3E9C79}" type="parTrans" cxnId="{1339090C-9A95-4C05-841C-FA3AF987601B}">
      <dgm:prSet/>
      <dgm:spPr/>
      <dgm:t>
        <a:bodyPr rtlCol="0"/>
        <a:lstStyle/>
        <a:p>
          <a:pPr rtl="0"/>
          <a:endParaRPr lang="nl-NL" noProof="0" dirty="0"/>
        </a:p>
      </dgm:t>
    </dgm:pt>
    <dgm:pt modelId="{19BA0C22-38BB-4E9F-89D5-0FF5FF9F12CE}" type="sibTrans" cxnId="{1339090C-9A95-4C05-841C-FA3AF987601B}">
      <dgm:prSet/>
      <dgm:spPr/>
      <dgm:t>
        <a:bodyPr rtlCol="0"/>
        <a:lstStyle/>
        <a:p>
          <a:pPr rtl="0"/>
          <a:endParaRPr lang="nl-NL" noProof="0" dirty="0"/>
        </a:p>
      </dgm:t>
    </dgm:pt>
    <dgm:pt modelId="{99E0600D-9954-43F4-8926-13B8777FAAA1}">
      <dgm:prSet phldrT="[Text]"/>
      <dgm:spPr/>
      <dgm:t>
        <a:bodyPr rtlCol="0"/>
        <a:lstStyle/>
        <a:p>
          <a:pPr rtl="0"/>
          <a:r>
            <a:rPr lang="en-US" noProof="0" dirty="0"/>
            <a:t>CO2-uitstoot </a:t>
          </a:r>
          <a:r>
            <a:rPr lang="en-US" noProof="0" dirty="0" err="1"/>
            <a:t>verminderen</a:t>
          </a:r>
          <a:endParaRPr lang="nl-NL" noProof="0" dirty="0"/>
        </a:p>
      </dgm:t>
    </dgm:pt>
    <dgm:pt modelId="{BE23F476-2C5C-42ED-BF2B-CD5FC7ADDDF6}" type="parTrans" cxnId="{09FCCB9D-A30A-4326-970E-26252D39327F}">
      <dgm:prSet/>
      <dgm:spPr/>
      <dgm:t>
        <a:bodyPr rtlCol="0"/>
        <a:lstStyle/>
        <a:p>
          <a:pPr rtl="0"/>
          <a:endParaRPr lang="nl-NL" noProof="0" dirty="0"/>
        </a:p>
      </dgm:t>
    </dgm:pt>
    <dgm:pt modelId="{C44937DC-4907-4769-AA8B-1B3E7391D7B0}" type="sibTrans" cxnId="{09FCCB9D-A30A-4326-970E-26252D39327F}">
      <dgm:prSet/>
      <dgm:spPr/>
      <dgm:t>
        <a:bodyPr rtlCol="0"/>
        <a:lstStyle/>
        <a:p>
          <a:pPr rtl="0"/>
          <a:endParaRPr lang="nl-NL" noProof="0" dirty="0"/>
        </a:p>
      </dgm:t>
    </dgm:pt>
    <dgm:pt modelId="{0791135C-9DAB-47F6-BE9C-A3E56A2DDA50}">
      <dgm:prSet phldrT="[Text]"/>
      <dgm:spPr/>
      <dgm:t>
        <a:bodyPr rtlCol="0"/>
        <a:lstStyle/>
        <a:p>
          <a:pPr rtl="0"/>
          <a:r>
            <a:rPr lang="en-US" noProof="0" dirty="0" err="1"/>
            <a:t>Schone</a:t>
          </a:r>
          <a:r>
            <a:rPr lang="en-US" noProof="0" dirty="0"/>
            <a:t> </a:t>
          </a:r>
          <a:r>
            <a:rPr lang="en-US" noProof="0" dirty="0" err="1"/>
            <a:t>energie</a:t>
          </a:r>
          <a:endParaRPr lang="nl-NL" noProof="0" dirty="0"/>
        </a:p>
      </dgm:t>
    </dgm:pt>
    <dgm:pt modelId="{D6057E63-9793-4991-97C1-30FC405E95A5}" type="parTrans" cxnId="{B3B26E9A-58E5-497B-BD59-F5567958C609}">
      <dgm:prSet/>
      <dgm:spPr/>
      <dgm:t>
        <a:bodyPr rtlCol="0"/>
        <a:lstStyle/>
        <a:p>
          <a:pPr rtl="0"/>
          <a:endParaRPr lang="nl-NL" noProof="0" dirty="0"/>
        </a:p>
      </dgm:t>
    </dgm:pt>
    <dgm:pt modelId="{B670C2A7-83CB-4F4C-BC19-A3A7C066A822}" type="sibTrans" cxnId="{B3B26E9A-58E5-497B-BD59-F5567958C609}">
      <dgm:prSet/>
      <dgm:spPr/>
      <dgm:t>
        <a:bodyPr rtlCol="0"/>
        <a:lstStyle/>
        <a:p>
          <a:pPr rtl="0"/>
          <a:endParaRPr lang="nl-NL" noProof="0" dirty="0"/>
        </a:p>
      </dgm:t>
    </dgm:pt>
    <dgm:pt modelId="{60CDF8D0-D4FC-4467-A51E-79C5A58B0B2C}">
      <dgm:prSet phldrT="[Text]"/>
      <dgm:spPr/>
      <dgm:t>
        <a:bodyPr rtlCol="0"/>
        <a:lstStyle/>
        <a:p>
          <a:pPr rtl="0"/>
          <a:r>
            <a:rPr lang="en-US" noProof="0" dirty="0"/>
            <a:t>Lange </a:t>
          </a:r>
          <a:r>
            <a:rPr lang="en-US" noProof="0" dirty="0" err="1"/>
            <a:t>levensduur</a:t>
          </a:r>
          <a:endParaRPr lang="nl-NL" noProof="0" dirty="0"/>
        </a:p>
      </dgm:t>
    </dgm:pt>
    <dgm:pt modelId="{E12A269F-AB82-486A-9077-80F2BBBE48C2}" type="parTrans" cxnId="{2BA65DEC-E719-4ED3-8135-48349D42DD04}">
      <dgm:prSet/>
      <dgm:spPr/>
      <dgm:t>
        <a:bodyPr rtlCol="0"/>
        <a:lstStyle/>
        <a:p>
          <a:pPr rtl="0"/>
          <a:endParaRPr lang="nl-NL" noProof="0" dirty="0"/>
        </a:p>
      </dgm:t>
    </dgm:pt>
    <dgm:pt modelId="{3F7FD59D-A716-4310-A89A-AB6F740D9FFF}" type="sibTrans" cxnId="{2BA65DEC-E719-4ED3-8135-48349D42DD04}">
      <dgm:prSet/>
      <dgm:spPr/>
      <dgm:t>
        <a:bodyPr rtlCol="0"/>
        <a:lstStyle/>
        <a:p>
          <a:pPr rtl="0"/>
          <a:endParaRPr lang="nl-NL" noProof="0" dirty="0"/>
        </a:p>
      </dgm:t>
    </dgm:pt>
    <dgm:pt modelId="{50629C12-7464-4473-ADEF-1A284F8A9957}">
      <dgm:prSet phldrT="[Text]"/>
      <dgm:spPr/>
      <dgm:t>
        <a:bodyPr rtlCol="0"/>
        <a:lstStyle/>
        <a:p>
          <a:pPr rtl="0"/>
          <a:r>
            <a:rPr lang="en-US" noProof="0" dirty="0" err="1"/>
            <a:t>Gaan</a:t>
          </a:r>
          <a:r>
            <a:rPr lang="en-US" noProof="0" dirty="0"/>
            <a:t> 25 </a:t>
          </a:r>
          <a:r>
            <a:rPr lang="en-US" noProof="0" dirty="0" err="1"/>
            <a:t>jaar</a:t>
          </a:r>
          <a:r>
            <a:rPr lang="en-US" noProof="0" dirty="0"/>
            <a:t> </a:t>
          </a:r>
          <a:r>
            <a:rPr lang="en-US" noProof="0" dirty="0" err="1"/>
            <a:t>mee</a:t>
          </a:r>
          <a:endParaRPr lang="nl-NL" noProof="0" dirty="0"/>
        </a:p>
      </dgm:t>
    </dgm:pt>
    <dgm:pt modelId="{9D1CB46C-0CFA-4B27-9224-267431FBD094}" type="parTrans" cxnId="{1D32FCC9-657C-4348-9C0D-52115D559FEB}">
      <dgm:prSet/>
      <dgm:spPr/>
      <dgm:t>
        <a:bodyPr rtlCol="0"/>
        <a:lstStyle/>
        <a:p>
          <a:pPr rtl="0"/>
          <a:endParaRPr lang="nl-NL" noProof="0" dirty="0"/>
        </a:p>
      </dgm:t>
    </dgm:pt>
    <dgm:pt modelId="{4576BCC5-0598-4332-A2E7-87AC3ADD4EB8}" type="sibTrans" cxnId="{1D32FCC9-657C-4348-9C0D-52115D559FEB}">
      <dgm:prSet/>
      <dgm:spPr/>
      <dgm:t>
        <a:bodyPr rtlCol="0"/>
        <a:lstStyle/>
        <a:p>
          <a:pPr rtl="0"/>
          <a:endParaRPr lang="nl-NL" noProof="0" dirty="0"/>
        </a:p>
      </dgm:t>
    </dgm:pt>
    <dgm:pt modelId="{EC502906-AA77-4D03-9A22-295079AB87C1}">
      <dgm:prSet phldrT="[Text]"/>
      <dgm:spPr/>
      <dgm:t>
        <a:bodyPr rtlCol="0"/>
        <a:lstStyle/>
        <a:p>
          <a:pPr rtl="0"/>
          <a:r>
            <a:rPr lang="en-US" noProof="0" dirty="0" err="1"/>
            <a:t>Geen</a:t>
          </a:r>
          <a:r>
            <a:rPr lang="en-US" noProof="0" dirty="0"/>
            <a:t> </a:t>
          </a:r>
          <a:r>
            <a:rPr lang="en-US" noProof="0" dirty="0" err="1"/>
            <a:t>bewegende</a:t>
          </a:r>
          <a:r>
            <a:rPr lang="en-US" noProof="0" dirty="0"/>
            <a:t> </a:t>
          </a:r>
          <a:r>
            <a:rPr lang="en-US" noProof="0" dirty="0" err="1"/>
            <a:t>onderdelen</a:t>
          </a:r>
          <a:endParaRPr lang="nl-NL" noProof="0" dirty="0"/>
        </a:p>
      </dgm:t>
    </dgm:pt>
    <dgm:pt modelId="{0ED7C14D-E7D2-4101-A924-19A22B4351AC}" type="parTrans" cxnId="{A013B71A-0FCA-4935-8563-E3CE6734D0C2}">
      <dgm:prSet/>
      <dgm:spPr/>
      <dgm:t>
        <a:bodyPr/>
        <a:lstStyle/>
        <a:p>
          <a:endParaRPr lang="nl-NL"/>
        </a:p>
      </dgm:t>
    </dgm:pt>
    <dgm:pt modelId="{3CA8DAC4-44A6-42BC-A4AF-4D8F2A39AFDA}" type="sibTrans" cxnId="{A013B71A-0FCA-4935-8563-E3CE6734D0C2}">
      <dgm:prSet/>
      <dgm:spPr/>
      <dgm:t>
        <a:bodyPr/>
        <a:lstStyle/>
        <a:p>
          <a:endParaRPr lang="nl-NL"/>
        </a:p>
      </dgm:t>
    </dgm:pt>
    <dgm:pt modelId="{E6A445EE-D086-4B01-B491-D67950A5A065}" type="pres">
      <dgm:prSet presAssocID="{3F442EA2-39BA-4C9A-AD59-755D4917D532}" presName="linear" presStyleCnt="0">
        <dgm:presLayoutVars>
          <dgm:dir/>
          <dgm:animLvl val="lvl"/>
          <dgm:resizeHandles val="exact"/>
        </dgm:presLayoutVars>
      </dgm:prSet>
      <dgm:spPr/>
    </dgm:pt>
    <dgm:pt modelId="{6D3A9625-D3EB-4CA1-AB05-34452283708A}" type="pres">
      <dgm:prSet presAssocID="{4DF9FE7B-F642-4898-A360-D4E3814E1A3D}" presName="parentLin" presStyleCnt="0"/>
      <dgm:spPr/>
    </dgm:pt>
    <dgm:pt modelId="{7E290D25-335D-4339-A8E8-B036E46B5EB5}" type="pres">
      <dgm:prSet presAssocID="{4DF9FE7B-F642-4898-A360-D4E3814E1A3D}" presName="parentLeftMargin" presStyleLbl="node1" presStyleIdx="0" presStyleCnt="3"/>
      <dgm:spPr/>
    </dgm:pt>
    <dgm:pt modelId="{674922F1-7266-4681-AD4F-1C618A5FFF23}" type="pres">
      <dgm:prSet presAssocID="{4DF9FE7B-F642-4898-A360-D4E3814E1A3D}" presName="parentText" presStyleLbl="node1" presStyleIdx="0" presStyleCnt="3">
        <dgm:presLayoutVars>
          <dgm:chMax val="0"/>
          <dgm:bulletEnabled val="1"/>
        </dgm:presLayoutVars>
      </dgm:prSet>
      <dgm:spPr/>
    </dgm:pt>
    <dgm:pt modelId="{96C29850-0672-4B77-B5DE-2E1563038631}" type="pres">
      <dgm:prSet presAssocID="{4DF9FE7B-F642-4898-A360-D4E3814E1A3D}" presName="negativeSpace" presStyleCnt="0"/>
      <dgm:spPr/>
    </dgm:pt>
    <dgm:pt modelId="{80259B02-529C-422B-91BE-D70198BA9F6C}" type="pres">
      <dgm:prSet presAssocID="{4DF9FE7B-F642-4898-A360-D4E3814E1A3D}" presName="childText" presStyleLbl="conFgAcc1" presStyleIdx="0" presStyleCnt="3">
        <dgm:presLayoutVars>
          <dgm:bulletEnabled val="1"/>
        </dgm:presLayoutVars>
      </dgm:prSet>
      <dgm:spPr/>
    </dgm:pt>
    <dgm:pt modelId="{E53EFB4E-D3DB-42E1-82AC-148F7D29254F}" type="pres">
      <dgm:prSet presAssocID="{43C18EFF-81FC-4D70-8C6B-E95FF3730413}" presName="spaceBetweenRectangles" presStyleCnt="0"/>
      <dgm:spPr/>
    </dgm:pt>
    <dgm:pt modelId="{07AC1C38-F728-4390-9C76-57A49ED97DBB}" type="pres">
      <dgm:prSet presAssocID="{3929B1E1-4BC4-4C73-ABE8-27CEF96A3652}" presName="parentLin" presStyleCnt="0"/>
      <dgm:spPr/>
    </dgm:pt>
    <dgm:pt modelId="{D0037F0D-DB9A-4BA4-97B4-D939B26E14DA}" type="pres">
      <dgm:prSet presAssocID="{3929B1E1-4BC4-4C73-ABE8-27CEF96A3652}" presName="parentLeftMargin" presStyleLbl="node1" presStyleIdx="0" presStyleCnt="3"/>
      <dgm:spPr/>
    </dgm:pt>
    <dgm:pt modelId="{21EEBBE2-729F-4D85-8CAE-C2B30FF126D2}" type="pres">
      <dgm:prSet presAssocID="{3929B1E1-4BC4-4C73-ABE8-27CEF96A3652}" presName="parentText" presStyleLbl="node1" presStyleIdx="1" presStyleCnt="3">
        <dgm:presLayoutVars>
          <dgm:chMax val="0"/>
          <dgm:bulletEnabled val="1"/>
        </dgm:presLayoutVars>
      </dgm:prSet>
      <dgm:spPr/>
    </dgm:pt>
    <dgm:pt modelId="{AACB3FAF-C320-430D-84D4-71BA6D1761D1}" type="pres">
      <dgm:prSet presAssocID="{3929B1E1-4BC4-4C73-ABE8-27CEF96A3652}" presName="negativeSpace" presStyleCnt="0"/>
      <dgm:spPr/>
    </dgm:pt>
    <dgm:pt modelId="{5282638F-EFF2-4770-BB1A-21455422E45D}" type="pres">
      <dgm:prSet presAssocID="{3929B1E1-4BC4-4C73-ABE8-27CEF96A3652}" presName="childText" presStyleLbl="conFgAcc1" presStyleIdx="1" presStyleCnt="3">
        <dgm:presLayoutVars>
          <dgm:bulletEnabled val="1"/>
        </dgm:presLayoutVars>
      </dgm:prSet>
      <dgm:spPr/>
    </dgm:pt>
    <dgm:pt modelId="{8CE827AA-77D8-4146-A665-00110A17769E}" type="pres">
      <dgm:prSet presAssocID="{19BA0C22-38BB-4E9F-89D5-0FF5FF9F12CE}" presName="spaceBetweenRectangles" presStyleCnt="0"/>
      <dgm:spPr/>
    </dgm:pt>
    <dgm:pt modelId="{34C9EE47-81AF-461E-8292-AB107AA0D367}" type="pres">
      <dgm:prSet presAssocID="{60CDF8D0-D4FC-4467-A51E-79C5A58B0B2C}" presName="parentLin" presStyleCnt="0"/>
      <dgm:spPr/>
    </dgm:pt>
    <dgm:pt modelId="{864CB39B-29F9-473D-90E5-0686D86E278F}" type="pres">
      <dgm:prSet presAssocID="{60CDF8D0-D4FC-4467-A51E-79C5A58B0B2C}" presName="parentLeftMargin" presStyleLbl="node1" presStyleIdx="1" presStyleCnt="3"/>
      <dgm:spPr/>
    </dgm:pt>
    <dgm:pt modelId="{5B203A22-00AF-46E7-9415-C6DAFD7E01CC}" type="pres">
      <dgm:prSet presAssocID="{60CDF8D0-D4FC-4467-A51E-79C5A58B0B2C}" presName="parentText" presStyleLbl="node1" presStyleIdx="2" presStyleCnt="3">
        <dgm:presLayoutVars>
          <dgm:chMax val="0"/>
          <dgm:bulletEnabled val="1"/>
        </dgm:presLayoutVars>
      </dgm:prSet>
      <dgm:spPr/>
    </dgm:pt>
    <dgm:pt modelId="{DF9C1F84-81DE-4E5D-9537-C2D1A211B8B6}" type="pres">
      <dgm:prSet presAssocID="{60CDF8D0-D4FC-4467-A51E-79C5A58B0B2C}" presName="negativeSpace" presStyleCnt="0"/>
      <dgm:spPr/>
    </dgm:pt>
    <dgm:pt modelId="{964E6811-5072-4466-B721-689C35A65029}" type="pres">
      <dgm:prSet presAssocID="{60CDF8D0-D4FC-4467-A51E-79C5A58B0B2C}" presName="childText" presStyleLbl="conFgAcc1" presStyleIdx="2" presStyleCnt="3">
        <dgm:presLayoutVars>
          <dgm:bulletEnabled val="1"/>
        </dgm:presLayoutVars>
      </dgm:prSet>
      <dgm:spPr/>
    </dgm:pt>
  </dgm:ptLst>
  <dgm:cxnLst>
    <dgm:cxn modelId="{1339090C-9A95-4C05-841C-FA3AF987601B}" srcId="{3F442EA2-39BA-4C9A-AD59-755D4917D532}" destId="{3929B1E1-4BC4-4C73-ABE8-27CEF96A3652}" srcOrd="1" destOrd="0" parTransId="{F356CC76-9117-4B79-A270-BBBAFD3E9C79}" sibTransId="{19BA0C22-38BB-4E9F-89D5-0FF5FF9F12CE}"/>
    <dgm:cxn modelId="{EF39DC10-C489-4F29-BCDA-31D69D3CEE27}" type="presOf" srcId="{60CDF8D0-D4FC-4467-A51E-79C5A58B0B2C}" destId="{5B203A22-00AF-46E7-9415-C6DAFD7E01CC}" srcOrd="1" destOrd="0" presId="urn:microsoft.com/office/officeart/2005/8/layout/list1"/>
    <dgm:cxn modelId="{91E8EE10-A24D-4E72-918C-DFE8B8A56CE9}" type="presOf" srcId="{EFF2750D-B4B3-474C-8B62-8B638DC31F7E}" destId="{80259B02-529C-422B-91BE-D70198BA9F6C}" srcOrd="0" destOrd="0" presId="urn:microsoft.com/office/officeart/2005/8/layout/list1"/>
    <dgm:cxn modelId="{A013B71A-0FCA-4935-8563-E3CE6734D0C2}" srcId="{60CDF8D0-D4FC-4467-A51E-79C5A58B0B2C}" destId="{EC502906-AA77-4D03-9A22-295079AB87C1}" srcOrd="1" destOrd="0" parTransId="{0ED7C14D-E7D2-4101-A924-19A22B4351AC}" sibTransId="{3CA8DAC4-44A6-42BC-A4AF-4D8F2A39AFDA}"/>
    <dgm:cxn modelId="{D777451D-9818-431F-B600-33C7C8A40A98}" type="presOf" srcId="{3929B1E1-4BC4-4C73-ABE8-27CEF96A3652}" destId="{21EEBBE2-729F-4D85-8CAE-C2B30FF126D2}" srcOrd="1" destOrd="0" presId="urn:microsoft.com/office/officeart/2005/8/layout/list1"/>
    <dgm:cxn modelId="{3F41141F-3FE3-4E69-BA1B-B1022C76134F}" type="presOf" srcId="{0791135C-9DAB-47F6-BE9C-A3E56A2DDA50}" destId="{5282638F-EFF2-4770-BB1A-21455422E45D}" srcOrd="0" destOrd="1" presId="urn:microsoft.com/office/officeart/2005/8/layout/list1"/>
    <dgm:cxn modelId="{F7E95423-786D-404D-8158-68B1C89303BF}" type="presOf" srcId="{4DF9FE7B-F642-4898-A360-D4E3814E1A3D}" destId="{7E290D25-335D-4339-A8E8-B036E46B5EB5}" srcOrd="0" destOrd="0" presId="urn:microsoft.com/office/officeart/2005/8/layout/list1"/>
    <dgm:cxn modelId="{62C10234-45D3-426A-8820-4C0D1D8CBA21}" srcId="{4DF9FE7B-F642-4898-A360-D4E3814E1A3D}" destId="{789CD6DB-3A68-4A41-90BD-4F0CBB3617D1}" srcOrd="1" destOrd="0" parTransId="{C0BEB5FF-8DFB-40B9-A228-C0C6097DDDC4}" sibTransId="{1A702531-A59F-4EE2-8246-E2EB0955D8B1}"/>
    <dgm:cxn modelId="{3E379D5E-3519-4604-8C91-9AEBC1B5DA6A}" type="presOf" srcId="{60CDF8D0-D4FC-4467-A51E-79C5A58B0B2C}" destId="{864CB39B-29F9-473D-90E5-0686D86E278F}" srcOrd="0" destOrd="0" presId="urn:microsoft.com/office/officeart/2005/8/layout/list1"/>
    <dgm:cxn modelId="{61FC5862-F105-48A2-8E67-5AD0A5E16D83}" type="presOf" srcId="{EC502906-AA77-4D03-9A22-295079AB87C1}" destId="{964E6811-5072-4466-B721-689C35A65029}" srcOrd="0" destOrd="1" presId="urn:microsoft.com/office/officeart/2005/8/layout/list1"/>
    <dgm:cxn modelId="{E694B157-BB09-40E7-9144-6278540E0676}" type="presOf" srcId="{789CD6DB-3A68-4A41-90BD-4F0CBB3617D1}" destId="{80259B02-529C-422B-91BE-D70198BA9F6C}" srcOrd="0" destOrd="1" presId="urn:microsoft.com/office/officeart/2005/8/layout/list1"/>
    <dgm:cxn modelId="{E12E128A-D14B-4DAD-B3C2-4C2D815371A8}" type="presOf" srcId="{3929B1E1-4BC4-4C73-ABE8-27CEF96A3652}" destId="{D0037F0D-DB9A-4BA4-97B4-D939B26E14DA}" srcOrd="0" destOrd="0" presId="urn:microsoft.com/office/officeart/2005/8/layout/list1"/>
    <dgm:cxn modelId="{EBD8BE8D-6018-43E2-B081-034BB5656EB6}" srcId="{3F442EA2-39BA-4C9A-AD59-755D4917D532}" destId="{4DF9FE7B-F642-4898-A360-D4E3814E1A3D}" srcOrd="0" destOrd="0" parTransId="{1C10F06D-860A-4604-A7AD-02E614FE3976}" sibTransId="{43C18EFF-81FC-4D70-8C6B-E95FF3730413}"/>
    <dgm:cxn modelId="{B3B26E9A-58E5-497B-BD59-F5567958C609}" srcId="{3929B1E1-4BC4-4C73-ABE8-27CEF96A3652}" destId="{0791135C-9DAB-47F6-BE9C-A3E56A2DDA50}" srcOrd="1" destOrd="0" parTransId="{D6057E63-9793-4991-97C1-30FC405E95A5}" sibTransId="{B670C2A7-83CB-4F4C-BC19-A3A7C066A822}"/>
    <dgm:cxn modelId="{09FCCB9D-A30A-4326-970E-26252D39327F}" srcId="{3929B1E1-4BC4-4C73-ABE8-27CEF96A3652}" destId="{99E0600D-9954-43F4-8926-13B8777FAAA1}" srcOrd="0" destOrd="0" parTransId="{BE23F476-2C5C-42ED-BF2B-CD5FC7ADDDF6}" sibTransId="{C44937DC-4907-4769-AA8B-1B3E7391D7B0}"/>
    <dgm:cxn modelId="{A058DDA2-48CA-4E5B-B389-F71A59C262B0}" srcId="{4DF9FE7B-F642-4898-A360-D4E3814E1A3D}" destId="{EFF2750D-B4B3-474C-8B62-8B638DC31F7E}" srcOrd="0" destOrd="0" parTransId="{AEBC78E6-CDDC-4C8F-A157-3C51E907FACD}" sibTransId="{75C067D7-FCD2-4969-8F27-4BBDA88E75ED}"/>
    <dgm:cxn modelId="{FC3C0DB7-9FD1-4688-8024-16D6F63718C0}" type="presOf" srcId="{99E0600D-9954-43F4-8926-13B8777FAAA1}" destId="{5282638F-EFF2-4770-BB1A-21455422E45D}" srcOrd="0" destOrd="0" presId="urn:microsoft.com/office/officeart/2005/8/layout/list1"/>
    <dgm:cxn modelId="{133AB3BA-08EC-432D-814B-0243B8AEAE27}" type="presOf" srcId="{3F442EA2-39BA-4C9A-AD59-755D4917D532}" destId="{E6A445EE-D086-4B01-B491-D67950A5A065}" srcOrd="0" destOrd="0" presId="urn:microsoft.com/office/officeart/2005/8/layout/list1"/>
    <dgm:cxn modelId="{9F679DC2-6B0E-43AA-A414-29A0BEBDE7EB}" type="presOf" srcId="{50629C12-7464-4473-ADEF-1A284F8A9957}" destId="{964E6811-5072-4466-B721-689C35A65029}" srcOrd="0" destOrd="0" presId="urn:microsoft.com/office/officeart/2005/8/layout/list1"/>
    <dgm:cxn modelId="{1D32FCC9-657C-4348-9C0D-52115D559FEB}" srcId="{60CDF8D0-D4FC-4467-A51E-79C5A58B0B2C}" destId="{50629C12-7464-4473-ADEF-1A284F8A9957}" srcOrd="0" destOrd="0" parTransId="{9D1CB46C-0CFA-4B27-9224-267431FBD094}" sibTransId="{4576BCC5-0598-4332-A2E7-87AC3ADD4EB8}"/>
    <dgm:cxn modelId="{2BA65DEC-E719-4ED3-8135-48349D42DD04}" srcId="{3F442EA2-39BA-4C9A-AD59-755D4917D532}" destId="{60CDF8D0-D4FC-4467-A51E-79C5A58B0B2C}" srcOrd="2" destOrd="0" parTransId="{E12A269F-AB82-486A-9077-80F2BBBE48C2}" sibTransId="{3F7FD59D-A716-4310-A89A-AB6F740D9FFF}"/>
    <dgm:cxn modelId="{3A76F5FD-AC51-43D5-A60D-6EA2DBBDF0F6}" type="presOf" srcId="{4DF9FE7B-F642-4898-A360-D4E3814E1A3D}" destId="{674922F1-7266-4681-AD4F-1C618A5FFF23}" srcOrd="1" destOrd="0" presId="urn:microsoft.com/office/officeart/2005/8/layout/list1"/>
    <dgm:cxn modelId="{7C96F733-1FEB-4464-AFE2-A6FFE050E7F5}" type="presParOf" srcId="{E6A445EE-D086-4B01-B491-D67950A5A065}" destId="{6D3A9625-D3EB-4CA1-AB05-34452283708A}" srcOrd="0" destOrd="0" presId="urn:microsoft.com/office/officeart/2005/8/layout/list1"/>
    <dgm:cxn modelId="{52625C28-CB81-4E22-A0FD-8E29373E6B1B}" type="presParOf" srcId="{6D3A9625-D3EB-4CA1-AB05-34452283708A}" destId="{7E290D25-335D-4339-A8E8-B036E46B5EB5}" srcOrd="0" destOrd="0" presId="urn:microsoft.com/office/officeart/2005/8/layout/list1"/>
    <dgm:cxn modelId="{B0C612E2-3EE1-400E-AE2C-6D7A4CC4C27B}" type="presParOf" srcId="{6D3A9625-D3EB-4CA1-AB05-34452283708A}" destId="{674922F1-7266-4681-AD4F-1C618A5FFF23}" srcOrd="1" destOrd="0" presId="urn:microsoft.com/office/officeart/2005/8/layout/list1"/>
    <dgm:cxn modelId="{4744E578-4CB5-48E8-A0C6-86520C5FA672}" type="presParOf" srcId="{E6A445EE-D086-4B01-B491-D67950A5A065}" destId="{96C29850-0672-4B77-B5DE-2E1563038631}" srcOrd="1" destOrd="0" presId="urn:microsoft.com/office/officeart/2005/8/layout/list1"/>
    <dgm:cxn modelId="{9B31D144-B860-4AE0-AA2A-C3C20A8603D5}" type="presParOf" srcId="{E6A445EE-D086-4B01-B491-D67950A5A065}" destId="{80259B02-529C-422B-91BE-D70198BA9F6C}" srcOrd="2" destOrd="0" presId="urn:microsoft.com/office/officeart/2005/8/layout/list1"/>
    <dgm:cxn modelId="{7C89F48A-EAC4-44E9-B2C3-D6045323FD07}" type="presParOf" srcId="{E6A445EE-D086-4B01-B491-D67950A5A065}" destId="{E53EFB4E-D3DB-42E1-82AC-148F7D29254F}" srcOrd="3" destOrd="0" presId="urn:microsoft.com/office/officeart/2005/8/layout/list1"/>
    <dgm:cxn modelId="{BD05F436-0254-432E-8B09-A17511FE268A}" type="presParOf" srcId="{E6A445EE-D086-4B01-B491-D67950A5A065}" destId="{07AC1C38-F728-4390-9C76-57A49ED97DBB}" srcOrd="4" destOrd="0" presId="urn:microsoft.com/office/officeart/2005/8/layout/list1"/>
    <dgm:cxn modelId="{C0A0D860-DA07-4CBB-91A5-F43E0D04FCF4}" type="presParOf" srcId="{07AC1C38-F728-4390-9C76-57A49ED97DBB}" destId="{D0037F0D-DB9A-4BA4-97B4-D939B26E14DA}" srcOrd="0" destOrd="0" presId="urn:microsoft.com/office/officeart/2005/8/layout/list1"/>
    <dgm:cxn modelId="{7E09DDEB-EE25-4606-A71C-7D9B4BBA2CC8}" type="presParOf" srcId="{07AC1C38-F728-4390-9C76-57A49ED97DBB}" destId="{21EEBBE2-729F-4D85-8CAE-C2B30FF126D2}" srcOrd="1" destOrd="0" presId="urn:microsoft.com/office/officeart/2005/8/layout/list1"/>
    <dgm:cxn modelId="{16B4A5AA-CD57-4E81-BD9D-EA0185BCFB1E}" type="presParOf" srcId="{E6A445EE-D086-4B01-B491-D67950A5A065}" destId="{AACB3FAF-C320-430D-84D4-71BA6D1761D1}" srcOrd="5" destOrd="0" presId="urn:microsoft.com/office/officeart/2005/8/layout/list1"/>
    <dgm:cxn modelId="{87A76DD9-C373-44C0-9414-15DC155EA76E}" type="presParOf" srcId="{E6A445EE-D086-4B01-B491-D67950A5A065}" destId="{5282638F-EFF2-4770-BB1A-21455422E45D}" srcOrd="6" destOrd="0" presId="urn:microsoft.com/office/officeart/2005/8/layout/list1"/>
    <dgm:cxn modelId="{0755B841-50A5-42EE-A8F3-8B0D460B67BC}" type="presParOf" srcId="{E6A445EE-D086-4B01-B491-D67950A5A065}" destId="{8CE827AA-77D8-4146-A665-00110A17769E}" srcOrd="7" destOrd="0" presId="urn:microsoft.com/office/officeart/2005/8/layout/list1"/>
    <dgm:cxn modelId="{07113AD3-C775-48C9-830E-576F0EE07749}" type="presParOf" srcId="{E6A445EE-D086-4B01-B491-D67950A5A065}" destId="{34C9EE47-81AF-461E-8292-AB107AA0D367}" srcOrd="8" destOrd="0" presId="urn:microsoft.com/office/officeart/2005/8/layout/list1"/>
    <dgm:cxn modelId="{4B7DC143-6BA8-45DE-B0C7-421B9E9D50BD}" type="presParOf" srcId="{34C9EE47-81AF-461E-8292-AB107AA0D367}" destId="{864CB39B-29F9-473D-90E5-0686D86E278F}" srcOrd="0" destOrd="0" presId="urn:microsoft.com/office/officeart/2005/8/layout/list1"/>
    <dgm:cxn modelId="{5D8F5A1E-4827-449A-B310-63F6F8A02B3B}" type="presParOf" srcId="{34C9EE47-81AF-461E-8292-AB107AA0D367}" destId="{5B203A22-00AF-46E7-9415-C6DAFD7E01CC}" srcOrd="1" destOrd="0" presId="urn:microsoft.com/office/officeart/2005/8/layout/list1"/>
    <dgm:cxn modelId="{1F844143-3020-41F3-A2B1-36CB25F670B9}" type="presParOf" srcId="{E6A445EE-D086-4B01-B491-D67950A5A065}" destId="{DF9C1F84-81DE-4E5D-9537-C2D1A211B8B6}" srcOrd="9" destOrd="0" presId="urn:microsoft.com/office/officeart/2005/8/layout/list1"/>
    <dgm:cxn modelId="{361E8493-E05B-46F9-A5FF-F03C8BA97CD5}" type="presParOf" srcId="{E6A445EE-D086-4B01-B491-D67950A5A065}" destId="{964E6811-5072-4466-B721-689C35A65029}" srcOrd="10"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259B02-529C-422B-91BE-D70198BA9F6C}">
      <dsp:nvSpPr>
        <dsp:cNvPr id="0" name=""/>
        <dsp:cNvSpPr/>
      </dsp:nvSpPr>
      <dsp:spPr>
        <a:xfrm>
          <a:off x="0" y="430327"/>
          <a:ext cx="4773612" cy="990675"/>
        </a:xfrm>
        <a:prstGeom prst="rect">
          <a:avLst/>
        </a:prstGeom>
        <a:solidFill>
          <a:schemeClr val="lt1">
            <a:alpha val="90000"/>
            <a:hueOff val="0"/>
            <a:satOff val="0"/>
            <a:lumOff val="0"/>
            <a:alphaOff val="0"/>
          </a:schemeClr>
        </a:solidFill>
        <a:ln w="12700" cap="flat" cmpd="sng" algn="ctr">
          <a:solidFill>
            <a:schemeClr val="accent3">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485" tIns="354076" rIns="370485" bIns="120904" numCol="1" spcCol="1270" rtlCol="0" anchor="t" anchorCtr="0">
          <a:noAutofit/>
        </a:bodyPr>
        <a:lstStyle/>
        <a:p>
          <a:pPr marL="171450" lvl="1" indent="-171450" algn="l" defTabSz="755650" rtl="0">
            <a:lnSpc>
              <a:spcPct val="90000"/>
            </a:lnSpc>
            <a:spcBef>
              <a:spcPct val="0"/>
            </a:spcBef>
            <a:spcAft>
              <a:spcPct val="15000"/>
            </a:spcAft>
            <a:buChar char="•"/>
          </a:pPr>
          <a:r>
            <a:rPr lang="en-US" sz="1700" kern="1200" noProof="0" dirty="0"/>
            <a:t>Minder </a:t>
          </a:r>
          <a:r>
            <a:rPr lang="en-US" sz="1700" kern="1200" noProof="0" dirty="0" err="1"/>
            <a:t>afhankelijk</a:t>
          </a:r>
          <a:r>
            <a:rPr lang="en-US" sz="1700" kern="1200" noProof="0" dirty="0"/>
            <a:t> </a:t>
          </a:r>
          <a:r>
            <a:rPr lang="en-US" sz="1700" kern="1200" noProof="0" dirty="0">
              <a:sym typeface="Wingdings" panose="05000000000000000000" pitchFamily="2" charset="2"/>
            </a:rPr>
            <a:t></a:t>
          </a:r>
          <a:r>
            <a:rPr lang="en-US" sz="1700" kern="1200" noProof="0" dirty="0"/>
            <a:t> </a:t>
          </a:r>
          <a:r>
            <a:rPr lang="en-US" sz="1700" kern="1200" noProof="0" dirty="0" err="1"/>
            <a:t>energieleverancier</a:t>
          </a:r>
          <a:endParaRPr lang="nl-NL" sz="1700" kern="1200" noProof="0" dirty="0"/>
        </a:p>
        <a:p>
          <a:pPr marL="171450" lvl="1" indent="-171450" algn="l" defTabSz="755650" rtl="0">
            <a:lnSpc>
              <a:spcPct val="90000"/>
            </a:lnSpc>
            <a:spcBef>
              <a:spcPct val="0"/>
            </a:spcBef>
            <a:spcAft>
              <a:spcPct val="15000"/>
            </a:spcAft>
            <a:buChar char="•"/>
          </a:pPr>
          <a:r>
            <a:rPr lang="en-US" sz="1700" kern="1200" noProof="0" dirty="0" err="1"/>
            <a:t>Duidelijk</a:t>
          </a:r>
          <a:r>
            <a:rPr lang="en-US" sz="1700" kern="1200" noProof="0" dirty="0"/>
            <a:t> </a:t>
          </a:r>
          <a:r>
            <a:rPr lang="en-US" sz="1700" kern="1200" noProof="0" dirty="0" err="1"/>
            <a:t>zien</a:t>
          </a:r>
          <a:r>
            <a:rPr lang="en-US" sz="1700" kern="1200" noProof="0" dirty="0"/>
            <a:t> wat je </a:t>
          </a:r>
          <a:r>
            <a:rPr lang="en-US" sz="1700" kern="1200" noProof="0" dirty="0" err="1"/>
            <a:t>bespaart</a:t>
          </a:r>
          <a:endParaRPr lang="nl-NL" sz="1700" kern="1200" noProof="0" dirty="0"/>
        </a:p>
      </dsp:txBody>
      <dsp:txXfrm>
        <a:off x="0" y="430327"/>
        <a:ext cx="4773612" cy="990675"/>
      </dsp:txXfrm>
    </dsp:sp>
    <dsp:sp modelId="{674922F1-7266-4681-AD4F-1C618A5FFF23}">
      <dsp:nvSpPr>
        <dsp:cNvPr id="0" name=""/>
        <dsp:cNvSpPr/>
      </dsp:nvSpPr>
      <dsp:spPr>
        <a:xfrm>
          <a:off x="238680" y="179407"/>
          <a:ext cx="3341528" cy="501840"/>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302" tIns="0" rIns="126302" bIns="0" numCol="1" spcCol="1270" rtlCol="0" anchor="ctr" anchorCtr="0">
          <a:noAutofit/>
        </a:bodyPr>
        <a:lstStyle/>
        <a:p>
          <a:pPr marL="0" lvl="0" indent="0" algn="l" defTabSz="755650" rtl="0">
            <a:lnSpc>
              <a:spcPct val="90000"/>
            </a:lnSpc>
            <a:spcBef>
              <a:spcPct val="0"/>
            </a:spcBef>
            <a:spcAft>
              <a:spcPct val="35000"/>
            </a:spcAft>
            <a:buNone/>
          </a:pPr>
          <a:r>
            <a:rPr lang="en-US" sz="1700" kern="1200" noProof="0" dirty="0" err="1"/>
            <a:t>Besparen</a:t>
          </a:r>
          <a:r>
            <a:rPr lang="en-US" sz="1700" kern="1200" noProof="0" dirty="0"/>
            <a:t> op </a:t>
          </a:r>
          <a:r>
            <a:rPr lang="en-US" sz="1700" kern="1200" noProof="0" dirty="0" err="1"/>
            <a:t>uw</a:t>
          </a:r>
          <a:r>
            <a:rPr lang="en-US" sz="1700" kern="1200" noProof="0" dirty="0"/>
            <a:t> </a:t>
          </a:r>
          <a:r>
            <a:rPr lang="en-US" sz="1700" kern="1200" noProof="0" dirty="0" err="1"/>
            <a:t>energierekening</a:t>
          </a:r>
          <a:endParaRPr lang="nl-NL" sz="1700" kern="1200" noProof="0" dirty="0"/>
        </a:p>
      </dsp:txBody>
      <dsp:txXfrm>
        <a:off x="263178" y="203905"/>
        <a:ext cx="3292532" cy="452844"/>
      </dsp:txXfrm>
    </dsp:sp>
    <dsp:sp modelId="{5282638F-EFF2-4770-BB1A-21455422E45D}">
      <dsp:nvSpPr>
        <dsp:cNvPr id="0" name=""/>
        <dsp:cNvSpPr/>
      </dsp:nvSpPr>
      <dsp:spPr>
        <a:xfrm>
          <a:off x="0" y="1763722"/>
          <a:ext cx="4773612" cy="990675"/>
        </a:xfrm>
        <a:prstGeom prst="rect">
          <a:avLst/>
        </a:prstGeom>
        <a:solidFill>
          <a:schemeClr val="lt1">
            <a:alpha val="90000"/>
            <a:hueOff val="0"/>
            <a:satOff val="0"/>
            <a:lumOff val="0"/>
            <a:alphaOff val="0"/>
          </a:schemeClr>
        </a:solidFill>
        <a:ln w="12700" cap="flat" cmpd="sng" algn="ctr">
          <a:solidFill>
            <a:schemeClr val="accent3">
              <a:hueOff val="6261207"/>
              <a:satOff val="-33630"/>
              <a:lumOff val="58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485" tIns="354076" rIns="370485" bIns="120904" numCol="1" spcCol="1270" rtlCol="0" anchor="t" anchorCtr="0">
          <a:noAutofit/>
        </a:bodyPr>
        <a:lstStyle/>
        <a:p>
          <a:pPr marL="171450" lvl="1" indent="-171450" algn="l" defTabSz="755650" rtl="0">
            <a:lnSpc>
              <a:spcPct val="90000"/>
            </a:lnSpc>
            <a:spcBef>
              <a:spcPct val="0"/>
            </a:spcBef>
            <a:spcAft>
              <a:spcPct val="15000"/>
            </a:spcAft>
            <a:buChar char="•"/>
          </a:pPr>
          <a:r>
            <a:rPr lang="en-US" sz="1700" kern="1200" noProof="0" dirty="0"/>
            <a:t>CO2-uitstoot </a:t>
          </a:r>
          <a:r>
            <a:rPr lang="en-US" sz="1700" kern="1200" noProof="0" dirty="0" err="1"/>
            <a:t>verminderen</a:t>
          </a:r>
          <a:endParaRPr lang="nl-NL" sz="1700" kern="1200" noProof="0" dirty="0"/>
        </a:p>
        <a:p>
          <a:pPr marL="171450" lvl="1" indent="-171450" algn="l" defTabSz="755650" rtl="0">
            <a:lnSpc>
              <a:spcPct val="90000"/>
            </a:lnSpc>
            <a:spcBef>
              <a:spcPct val="0"/>
            </a:spcBef>
            <a:spcAft>
              <a:spcPct val="15000"/>
            </a:spcAft>
            <a:buChar char="•"/>
          </a:pPr>
          <a:r>
            <a:rPr lang="en-US" sz="1700" kern="1200" noProof="0" dirty="0" err="1"/>
            <a:t>Schone</a:t>
          </a:r>
          <a:r>
            <a:rPr lang="en-US" sz="1700" kern="1200" noProof="0" dirty="0"/>
            <a:t> </a:t>
          </a:r>
          <a:r>
            <a:rPr lang="en-US" sz="1700" kern="1200" noProof="0" dirty="0" err="1"/>
            <a:t>energie</a:t>
          </a:r>
          <a:endParaRPr lang="nl-NL" sz="1700" kern="1200" noProof="0" dirty="0"/>
        </a:p>
      </dsp:txBody>
      <dsp:txXfrm>
        <a:off x="0" y="1763722"/>
        <a:ext cx="4773612" cy="990675"/>
      </dsp:txXfrm>
    </dsp:sp>
    <dsp:sp modelId="{21EEBBE2-729F-4D85-8CAE-C2B30FF126D2}">
      <dsp:nvSpPr>
        <dsp:cNvPr id="0" name=""/>
        <dsp:cNvSpPr/>
      </dsp:nvSpPr>
      <dsp:spPr>
        <a:xfrm>
          <a:off x="238680" y="1512802"/>
          <a:ext cx="3341528" cy="501840"/>
        </a:xfrm>
        <a:prstGeom prst="roundRect">
          <a:avLst/>
        </a:prstGeom>
        <a:solidFill>
          <a:schemeClr val="accent3">
            <a:hueOff val="6261207"/>
            <a:satOff val="-33630"/>
            <a:lumOff val="58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302" tIns="0" rIns="126302" bIns="0" numCol="1" spcCol="1270" rtlCol="0" anchor="ctr" anchorCtr="0">
          <a:noAutofit/>
        </a:bodyPr>
        <a:lstStyle/>
        <a:p>
          <a:pPr marL="0" lvl="0" indent="0" algn="l" defTabSz="755650" rtl="0">
            <a:lnSpc>
              <a:spcPct val="90000"/>
            </a:lnSpc>
            <a:spcBef>
              <a:spcPct val="0"/>
            </a:spcBef>
            <a:spcAft>
              <a:spcPct val="35000"/>
            </a:spcAft>
            <a:buNone/>
          </a:pPr>
          <a:r>
            <a:rPr lang="nl-NL" sz="1700" kern="1200" noProof="0" dirty="0"/>
            <a:t>Milieuvriendelijk</a:t>
          </a:r>
        </a:p>
      </dsp:txBody>
      <dsp:txXfrm>
        <a:off x="263178" y="1537300"/>
        <a:ext cx="3292532" cy="452844"/>
      </dsp:txXfrm>
    </dsp:sp>
    <dsp:sp modelId="{964E6811-5072-4466-B721-689C35A65029}">
      <dsp:nvSpPr>
        <dsp:cNvPr id="0" name=""/>
        <dsp:cNvSpPr/>
      </dsp:nvSpPr>
      <dsp:spPr>
        <a:xfrm>
          <a:off x="0" y="3097117"/>
          <a:ext cx="4773612" cy="990675"/>
        </a:xfrm>
        <a:prstGeom prst="rect">
          <a:avLst/>
        </a:prstGeom>
        <a:solidFill>
          <a:schemeClr val="lt1">
            <a:alpha val="90000"/>
            <a:hueOff val="0"/>
            <a:satOff val="0"/>
            <a:lumOff val="0"/>
            <a:alphaOff val="0"/>
          </a:schemeClr>
        </a:solidFill>
        <a:ln w="12700" cap="flat" cmpd="sng" algn="ctr">
          <a:solidFill>
            <a:schemeClr val="accent3">
              <a:hueOff val="12522415"/>
              <a:satOff val="-67259"/>
              <a:lumOff val="117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0485" tIns="354076" rIns="370485" bIns="120904" numCol="1" spcCol="1270" rtlCol="0" anchor="t" anchorCtr="0">
          <a:noAutofit/>
        </a:bodyPr>
        <a:lstStyle/>
        <a:p>
          <a:pPr marL="171450" lvl="1" indent="-171450" algn="l" defTabSz="755650" rtl="0">
            <a:lnSpc>
              <a:spcPct val="90000"/>
            </a:lnSpc>
            <a:spcBef>
              <a:spcPct val="0"/>
            </a:spcBef>
            <a:spcAft>
              <a:spcPct val="15000"/>
            </a:spcAft>
            <a:buChar char="•"/>
          </a:pPr>
          <a:r>
            <a:rPr lang="en-US" sz="1700" kern="1200" noProof="0" dirty="0" err="1"/>
            <a:t>Gaan</a:t>
          </a:r>
          <a:r>
            <a:rPr lang="en-US" sz="1700" kern="1200" noProof="0" dirty="0"/>
            <a:t> 25 </a:t>
          </a:r>
          <a:r>
            <a:rPr lang="en-US" sz="1700" kern="1200" noProof="0" dirty="0" err="1"/>
            <a:t>jaar</a:t>
          </a:r>
          <a:r>
            <a:rPr lang="en-US" sz="1700" kern="1200" noProof="0" dirty="0"/>
            <a:t> </a:t>
          </a:r>
          <a:r>
            <a:rPr lang="en-US" sz="1700" kern="1200" noProof="0" dirty="0" err="1"/>
            <a:t>mee</a:t>
          </a:r>
          <a:endParaRPr lang="nl-NL" sz="1700" kern="1200" noProof="0" dirty="0"/>
        </a:p>
        <a:p>
          <a:pPr marL="171450" lvl="1" indent="-171450" algn="l" defTabSz="755650" rtl="0">
            <a:lnSpc>
              <a:spcPct val="90000"/>
            </a:lnSpc>
            <a:spcBef>
              <a:spcPct val="0"/>
            </a:spcBef>
            <a:spcAft>
              <a:spcPct val="15000"/>
            </a:spcAft>
            <a:buChar char="•"/>
          </a:pPr>
          <a:r>
            <a:rPr lang="en-US" sz="1700" kern="1200" noProof="0" dirty="0" err="1"/>
            <a:t>Geen</a:t>
          </a:r>
          <a:r>
            <a:rPr lang="en-US" sz="1700" kern="1200" noProof="0" dirty="0"/>
            <a:t> </a:t>
          </a:r>
          <a:r>
            <a:rPr lang="en-US" sz="1700" kern="1200" noProof="0" dirty="0" err="1"/>
            <a:t>bewegende</a:t>
          </a:r>
          <a:r>
            <a:rPr lang="en-US" sz="1700" kern="1200" noProof="0" dirty="0"/>
            <a:t> </a:t>
          </a:r>
          <a:r>
            <a:rPr lang="en-US" sz="1700" kern="1200" noProof="0" dirty="0" err="1"/>
            <a:t>onderdelen</a:t>
          </a:r>
          <a:endParaRPr lang="nl-NL" sz="1700" kern="1200" noProof="0" dirty="0"/>
        </a:p>
      </dsp:txBody>
      <dsp:txXfrm>
        <a:off x="0" y="3097117"/>
        <a:ext cx="4773612" cy="990675"/>
      </dsp:txXfrm>
    </dsp:sp>
    <dsp:sp modelId="{5B203A22-00AF-46E7-9415-C6DAFD7E01CC}">
      <dsp:nvSpPr>
        <dsp:cNvPr id="0" name=""/>
        <dsp:cNvSpPr/>
      </dsp:nvSpPr>
      <dsp:spPr>
        <a:xfrm>
          <a:off x="238680" y="2846197"/>
          <a:ext cx="3341528" cy="501840"/>
        </a:xfrm>
        <a:prstGeom prst="roundRect">
          <a:avLst/>
        </a:prstGeom>
        <a:solidFill>
          <a:schemeClr val="accent3">
            <a:hueOff val="12522415"/>
            <a:satOff val="-67259"/>
            <a:lumOff val="1178"/>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6302" tIns="0" rIns="126302" bIns="0" numCol="1" spcCol="1270" rtlCol="0" anchor="ctr" anchorCtr="0">
          <a:noAutofit/>
        </a:bodyPr>
        <a:lstStyle/>
        <a:p>
          <a:pPr marL="0" lvl="0" indent="0" algn="l" defTabSz="755650" rtl="0">
            <a:lnSpc>
              <a:spcPct val="90000"/>
            </a:lnSpc>
            <a:spcBef>
              <a:spcPct val="0"/>
            </a:spcBef>
            <a:spcAft>
              <a:spcPct val="35000"/>
            </a:spcAft>
            <a:buNone/>
          </a:pPr>
          <a:r>
            <a:rPr lang="en-US" sz="1700" kern="1200" noProof="0" dirty="0"/>
            <a:t>Lange </a:t>
          </a:r>
          <a:r>
            <a:rPr lang="en-US" sz="1700" kern="1200" noProof="0" dirty="0" err="1"/>
            <a:t>levensduur</a:t>
          </a:r>
          <a:endParaRPr lang="nl-NL" sz="1700" kern="1200" noProof="0" dirty="0"/>
        </a:p>
      </dsp:txBody>
      <dsp:txXfrm>
        <a:off x="263178" y="2870695"/>
        <a:ext cx="3292532" cy="45284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nl-NL" dirty="0"/>
          </a:p>
        </p:txBody>
      </p:sp>
      <p:sp>
        <p:nvSpPr>
          <p:cNvPr id="3" name="Tijdelijke aanduiding voor datum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l" rtl="0">
              <a:defRPr sz="1200"/>
            </a:lvl1pPr>
          </a:lstStyle>
          <a:p>
            <a:pPr algn="r" rtl="0"/>
            <a:fld id="{FAF38450-2B73-450B-AB3B-606D9D20D30F}" type="datetime1">
              <a:rPr lang="nl-NL" smtClean="0"/>
              <a:t>10-6-2019</a:t>
            </a:fld>
            <a:endParaRPr lang="nl-NL" dirty="0"/>
          </a:p>
        </p:txBody>
      </p:sp>
      <p:sp>
        <p:nvSpPr>
          <p:cNvPr id="4" name="Tijdelijke aanduiding voor voettekst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nl-NL" dirty="0"/>
          </a:p>
        </p:txBody>
      </p:sp>
      <p:sp>
        <p:nvSpPr>
          <p:cNvPr id="5" name="Tijdelijke aanduiding voor dianumm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l" rtl="0">
              <a:defRPr sz="1200"/>
            </a:lvl1pPr>
          </a:lstStyle>
          <a:p>
            <a:pPr algn="r" rtl="0"/>
            <a:fld id="{01114579-D02A-4B51-B5DF-8EC449F77AC7}" type="slidenum">
              <a:rPr lang="nl-NL" smtClean="0"/>
              <a:pPr algn="r" rtl="0"/>
              <a:t>‹nr.›</a:t>
            </a:fld>
            <a:endParaRPr lang="nl-NL" dirty="0"/>
          </a:p>
        </p:txBody>
      </p:sp>
    </p:spTree>
    <p:extLst>
      <p:ext uri="{BB962C8B-B14F-4D97-AF65-F5344CB8AC3E}">
        <p14:creationId xmlns:p14="http://schemas.microsoft.com/office/powerpoint/2010/main" val="27681263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7200"/>
          </a:xfrm>
          <a:prstGeom prst="rect">
            <a:avLst/>
          </a:prstGeom>
        </p:spPr>
        <p:txBody>
          <a:bodyPr vert="horz" lIns="91440" tIns="45720" rIns="91440" bIns="45720" rtlCol="0"/>
          <a:lstStyle>
            <a:lvl1pPr algn="l" rtl="0">
              <a:defRPr sz="1200"/>
            </a:lvl1pPr>
          </a:lstStyle>
          <a:p>
            <a:pPr rtl="0"/>
            <a:endParaRPr lang="nl-NL" dirty="0"/>
          </a:p>
        </p:txBody>
      </p:sp>
      <p:sp>
        <p:nvSpPr>
          <p:cNvPr id="3" name="Tijdelijke aanduiding voor datum 2"/>
          <p:cNvSpPr>
            <a:spLocks noGrp="1"/>
          </p:cNvSpPr>
          <p:nvPr>
            <p:ph type="dt" idx="1"/>
          </p:nvPr>
        </p:nvSpPr>
        <p:spPr>
          <a:xfrm>
            <a:off x="3884613" y="0"/>
            <a:ext cx="2971800" cy="457200"/>
          </a:xfrm>
          <a:prstGeom prst="rect">
            <a:avLst/>
          </a:prstGeom>
        </p:spPr>
        <p:txBody>
          <a:bodyPr vert="horz" lIns="91440" tIns="45720" rIns="91440" bIns="45720" rtlCol="0"/>
          <a:lstStyle>
            <a:lvl1pPr algn="r" rtl="0">
              <a:defRPr sz="1200"/>
            </a:lvl1pPr>
          </a:lstStyle>
          <a:p>
            <a:fld id="{8FA3AE81-A8BB-414C-8DE7-83E9C5F34CF1}" type="datetime1">
              <a:rPr lang="nl-NL" smtClean="0"/>
              <a:pPr/>
              <a:t>10-6-2019</a:t>
            </a:fld>
            <a:endParaRPr lang="nl-NL" dirty="0"/>
          </a:p>
        </p:txBody>
      </p:sp>
      <p:sp>
        <p:nvSpPr>
          <p:cNvPr id="4" name="Tijdelijke aanduiding voor dia-afbeelding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pPr rtl="0"/>
            <a:endParaRPr lang="nl-NL" dirty="0"/>
          </a:p>
        </p:txBody>
      </p:sp>
      <p:sp>
        <p:nvSpPr>
          <p:cNvPr id="5" name="Tijdelijke aanduiding voor notities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rtl="0"/>
            <a:r>
              <a:rPr lang="nl-NL" dirty="0"/>
              <a:t>Klik om de tekststijlen van het model te bewerken</a:t>
            </a:r>
          </a:p>
          <a:p>
            <a:pPr lvl="1" rtl="0"/>
            <a:r>
              <a:rPr lang="nl-NL" dirty="0"/>
              <a:t>Tweede niveau</a:t>
            </a:r>
          </a:p>
          <a:p>
            <a:pPr lvl="2" rtl="0"/>
            <a:r>
              <a:rPr lang="nl-NL" dirty="0"/>
              <a:t>Derde niveau</a:t>
            </a:r>
          </a:p>
          <a:p>
            <a:pPr lvl="3" rtl="0"/>
            <a:r>
              <a:rPr lang="nl-NL" dirty="0"/>
              <a:t>Vierde niveau</a:t>
            </a:r>
          </a:p>
          <a:p>
            <a:pPr lvl="4" rtl="0"/>
            <a:r>
              <a:rPr lang="nl-NL" dirty="0"/>
              <a:t>Vijfde niveau</a:t>
            </a:r>
          </a:p>
        </p:txBody>
      </p:sp>
      <p:sp>
        <p:nvSpPr>
          <p:cNvPr id="6" name="Tijdelijke aanduiding voor voet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rtl="0">
              <a:defRPr sz="1200"/>
            </a:lvl1pPr>
          </a:lstStyle>
          <a:p>
            <a:pPr rtl="0"/>
            <a:endParaRPr lang="nl-NL" dirty="0"/>
          </a:p>
        </p:txBody>
      </p:sp>
      <p:sp>
        <p:nvSpPr>
          <p:cNvPr id="7" name="Tijdelijke aanduiding voor dia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rtl="0">
              <a:defRPr sz="1200"/>
            </a:lvl1pPr>
          </a:lstStyle>
          <a:p>
            <a:fld id="{C6074690-7256-4BB9-AC0F-97AEAE8CDEC2}" type="slidenum">
              <a:rPr lang="nl-NL" smtClean="0"/>
              <a:pPr/>
              <a:t>‹nr.›</a:t>
            </a:fld>
            <a:endParaRPr lang="nl-NL" dirty="0"/>
          </a:p>
        </p:txBody>
      </p:sp>
    </p:spTree>
    <p:extLst>
      <p:ext uri="{BB962C8B-B14F-4D97-AF65-F5344CB8AC3E}">
        <p14:creationId xmlns:p14="http://schemas.microsoft.com/office/powerpoint/2010/main" val="427426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1</a:t>
            </a:fld>
            <a:endParaRPr lang="nl-NL" dirty="0"/>
          </a:p>
        </p:txBody>
      </p:sp>
    </p:spTree>
    <p:extLst>
      <p:ext uri="{BB962C8B-B14F-4D97-AF65-F5344CB8AC3E}">
        <p14:creationId xmlns:p14="http://schemas.microsoft.com/office/powerpoint/2010/main" val="35485841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2</a:t>
            </a:fld>
            <a:endParaRPr lang="nl-NL" dirty="0"/>
          </a:p>
        </p:txBody>
      </p:sp>
    </p:spTree>
    <p:extLst>
      <p:ext uri="{BB962C8B-B14F-4D97-AF65-F5344CB8AC3E}">
        <p14:creationId xmlns:p14="http://schemas.microsoft.com/office/powerpoint/2010/main" val="30985463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3</a:t>
            </a:fld>
            <a:endParaRPr lang="nl-NL" dirty="0"/>
          </a:p>
        </p:txBody>
      </p:sp>
    </p:spTree>
    <p:extLst>
      <p:ext uri="{BB962C8B-B14F-4D97-AF65-F5344CB8AC3E}">
        <p14:creationId xmlns:p14="http://schemas.microsoft.com/office/powerpoint/2010/main" val="3093509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4</a:t>
            </a:fld>
            <a:endParaRPr lang="nl-NL" dirty="0"/>
          </a:p>
        </p:txBody>
      </p:sp>
    </p:spTree>
    <p:extLst>
      <p:ext uri="{BB962C8B-B14F-4D97-AF65-F5344CB8AC3E}">
        <p14:creationId xmlns:p14="http://schemas.microsoft.com/office/powerpoint/2010/main" val="9374810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5</a:t>
            </a:fld>
            <a:endParaRPr lang="nl-NL" dirty="0"/>
          </a:p>
        </p:txBody>
      </p:sp>
    </p:spTree>
    <p:extLst>
      <p:ext uri="{BB962C8B-B14F-4D97-AF65-F5344CB8AC3E}">
        <p14:creationId xmlns:p14="http://schemas.microsoft.com/office/powerpoint/2010/main" val="26505847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NL" dirty="0"/>
          </a:p>
        </p:txBody>
      </p:sp>
      <p:sp>
        <p:nvSpPr>
          <p:cNvPr id="4" name="Tijdelijke aanduiding voor dianummer 3"/>
          <p:cNvSpPr>
            <a:spLocks noGrp="1"/>
          </p:cNvSpPr>
          <p:nvPr>
            <p:ph type="sldNum" sz="quarter" idx="10"/>
          </p:nvPr>
        </p:nvSpPr>
        <p:spPr/>
        <p:txBody>
          <a:bodyPr/>
          <a:lstStyle/>
          <a:p>
            <a:pPr rtl="0"/>
            <a:fld id="{C6074690-7256-4BB9-AC0F-97AEAE8CDEC2}" type="slidenum">
              <a:rPr lang="nl-NL" smtClean="0"/>
              <a:t>7</a:t>
            </a:fld>
            <a:endParaRPr lang="nl-NL" dirty="0"/>
          </a:p>
        </p:txBody>
      </p:sp>
    </p:spTree>
    <p:extLst>
      <p:ext uri="{BB962C8B-B14F-4D97-AF65-F5344CB8AC3E}">
        <p14:creationId xmlns:p14="http://schemas.microsoft.com/office/powerpoint/2010/main" val="17275339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Ref idx="1003">
        <a:schemeClr val="bg1"/>
      </p:bgRef>
    </p:bg>
    <p:spTree>
      <p:nvGrpSpPr>
        <p:cNvPr id="1" name=""/>
        <p:cNvGrpSpPr/>
        <p:nvPr/>
      </p:nvGrpSpPr>
      <p:grpSpPr>
        <a:xfrm>
          <a:off x="0" y="0"/>
          <a:ext cx="0" cy="0"/>
          <a:chOff x="0" y="0"/>
          <a:chExt cx="0" cy="0"/>
        </a:xfrm>
      </p:grpSpPr>
      <p:sp>
        <p:nvSpPr>
          <p:cNvPr id="2" name="Titel 1"/>
          <p:cNvSpPr>
            <a:spLocks noGrp="1"/>
          </p:cNvSpPr>
          <p:nvPr>
            <p:ph type="ctrTitle"/>
          </p:nvPr>
        </p:nvSpPr>
        <p:spPr>
          <a:xfrm>
            <a:off x="1376792" y="1905003"/>
            <a:ext cx="9435241" cy="1625599"/>
          </a:xfrm>
        </p:spPr>
        <p:txBody>
          <a:bodyPr rtlCol="0">
            <a:normAutofit/>
          </a:bodyPr>
          <a:lstStyle>
            <a:lvl1pPr algn="ctr" rtl="0">
              <a:lnSpc>
                <a:spcPct val="90000"/>
              </a:lnSpc>
              <a:defRPr sz="4800">
                <a:solidFill>
                  <a:schemeClr val="tx2"/>
                </a:solidFill>
              </a:defRPr>
            </a:lvl1pPr>
          </a:lstStyle>
          <a:p>
            <a:pPr rtl="0"/>
            <a:r>
              <a:rPr lang="nl-NL"/>
              <a:t>Klik om stijl te bewerken</a:t>
            </a:r>
            <a:endParaRPr lang="nl-NL" dirty="0"/>
          </a:p>
        </p:txBody>
      </p:sp>
      <p:sp>
        <p:nvSpPr>
          <p:cNvPr id="3" name="Subtitel 2"/>
          <p:cNvSpPr>
            <a:spLocks noGrp="1"/>
          </p:cNvSpPr>
          <p:nvPr>
            <p:ph type="subTitle" idx="1"/>
          </p:nvPr>
        </p:nvSpPr>
        <p:spPr>
          <a:xfrm>
            <a:off x="1382103" y="3657123"/>
            <a:ext cx="9429931" cy="991077"/>
          </a:xfrm>
        </p:spPr>
        <p:txBody>
          <a:bodyPr rtlCol="0">
            <a:normAutofit/>
          </a:bodyPr>
          <a:lstStyle>
            <a:lvl1pPr marL="0" indent="0" algn="ctr" rtl="0">
              <a:spcBef>
                <a:spcPts val="0"/>
              </a:spcBef>
              <a:buNone/>
              <a:defRPr sz="2000" cap="all" baseline="0">
                <a:solidFill>
                  <a:schemeClr val="tx2"/>
                </a:solidFill>
              </a:defRPr>
            </a:lvl1pPr>
            <a:lvl2pPr marL="457200" indent="0" algn="ctr" rtl="0">
              <a:buNone/>
              <a:defRPr>
                <a:solidFill>
                  <a:schemeClr val="tx1">
                    <a:tint val="75000"/>
                  </a:schemeClr>
                </a:solidFill>
              </a:defRPr>
            </a:lvl2pPr>
            <a:lvl3pPr marL="914400" indent="0" algn="ctr" rtl="0">
              <a:buNone/>
              <a:defRPr>
                <a:solidFill>
                  <a:schemeClr val="tx1">
                    <a:tint val="75000"/>
                  </a:schemeClr>
                </a:solidFill>
              </a:defRPr>
            </a:lvl3pPr>
            <a:lvl4pPr marL="1371600" indent="0" algn="ctr" rtl="0">
              <a:buNone/>
              <a:defRPr>
                <a:solidFill>
                  <a:schemeClr val="tx1">
                    <a:tint val="75000"/>
                  </a:schemeClr>
                </a:solidFill>
              </a:defRPr>
            </a:lvl4pPr>
            <a:lvl5pPr marL="1828800" indent="0" algn="ctr" rtl="0">
              <a:buNone/>
              <a:defRPr>
                <a:solidFill>
                  <a:schemeClr val="tx1">
                    <a:tint val="75000"/>
                  </a:schemeClr>
                </a:solidFill>
              </a:defRPr>
            </a:lvl5pPr>
            <a:lvl6pPr marL="2286000" indent="0" algn="ctr" rtl="0">
              <a:buNone/>
              <a:defRPr>
                <a:solidFill>
                  <a:schemeClr val="tx1">
                    <a:tint val="75000"/>
                  </a:schemeClr>
                </a:solidFill>
              </a:defRPr>
            </a:lvl6pPr>
            <a:lvl7pPr marL="2743200" indent="0" algn="ctr" rtl="0">
              <a:buNone/>
              <a:defRPr>
                <a:solidFill>
                  <a:schemeClr val="tx1">
                    <a:tint val="75000"/>
                  </a:schemeClr>
                </a:solidFill>
              </a:defRPr>
            </a:lvl7pPr>
            <a:lvl8pPr marL="3200400" indent="0" algn="ctr" rtl="0">
              <a:buNone/>
              <a:defRPr>
                <a:solidFill>
                  <a:schemeClr val="tx1">
                    <a:tint val="75000"/>
                  </a:schemeClr>
                </a:solidFill>
              </a:defRPr>
            </a:lvl8pPr>
            <a:lvl9pPr marL="3657600" indent="0" algn="ctr" rtl="0">
              <a:buNone/>
              <a:defRPr>
                <a:solidFill>
                  <a:schemeClr val="tx1">
                    <a:tint val="75000"/>
                  </a:schemeClr>
                </a:solidFill>
              </a:defRPr>
            </a:lvl9pPr>
          </a:lstStyle>
          <a:p>
            <a:pPr rtl="0"/>
            <a:r>
              <a:rPr lang="nl-NL"/>
              <a:t>Klikken om de ondertitelstijl van het model te bewerken</a:t>
            </a:r>
            <a:endParaRPr lang="nl-NL" dirty="0"/>
          </a:p>
        </p:txBody>
      </p:sp>
      <p:sp>
        <p:nvSpPr>
          <p:cNvPr id="5" name="Tijdelijke aanduiding voor voettekst 4"/>
          <p:cNvSpPr>
            <a:spLocks noGrp="1"/>
          </p:cNvSpPr>
          <p:nvPr>
            <p:ph type="ftr" sz="quarter" idx="11"/>
          </p:nvPr>
        </p:nvSpPr>
        <p:spPr/>
        <p:txBody>
          <a:bodyPr rtlCol="0"/>
          <a:lstStyle>
            <a:lvl1pPr algn="l" rtl="0">
              <a:defRPr>
                <a:solidFill>
                  <a:schemeClr val="tx2"/>
                </a:solidFill>
              </a:defRPr>
            </a:lvl1pPr>
          </a:lstStyle>
          <a:p>
            <a:pPr rtl="0"/>
            <a:endParaRPr lang="nl-NL" dirty="0"/>
          </a:p>
        </p:txBody>
      </p:sp>
      <p:sp>
        <p:nvSpPr>
          <p:cNvPr id="4" name="Tijdelijke aanduiding voor datum 3"/>
          <p:cNvSpPr>
            <a:spLocks noGrp="1"/>
          </p:cNvSpPr>
          <p:nvPr>
            <p:ph type="dt" sz="half" idx="10"/>
          </p:nvPr>
        </p:nvSpPr>
        <p:spPr/>
        <p:txBody>
          <a:bodyPr rtlCol="0"/>
          <a:lstStyle>
            <a:lvl1pPr algn="r" rtl="0">
              <a:defRPr>
                <a:solidFill>
                  <a:schemeClr val="tx2"/>
                </a:solidFill>
              </a:defRPr>
            </a:lvl1pPr>
          </a:lstStyle>
          <a:p>
            <a:fld id="{D4C0AC65-3B88-4E86-9FBE-5D9EEA70BE78}" type="datetime1">
              <a:rPr lang="nl-NL" smtClean="0"/>
              <a:pPr/>
              <a:t>10-6-2019</a:t>
            </a:fld>
            <a:endParaRPr lang="nl-NL" dirty="0"/>
          </a:p>
        </p:txBody>
      </p:sp>
      <p:sp>
        <p:nvSpPr>
          <p:cNvPr id="6" name="Tijdelijke aanduiding voor dianummer 5"/>
          <p:cNvSpPr>
            <a:spLocks noGrp="1"/>
          </p:cNvSpPr>
          <p:nvPr>
            <p:ph type="sldNum" sz="quarter" idx="12"/>
          </p:nvPr>
        </p:nvSpPr>
        <p:spPr/>
        <p:txBody>
          <a:bodyPr rtlCol="0"/>
          <a:lstStyle>
            <a:lvl1pPr algn="r" rtl="0">
              <a:defRPr>
                <a:solidFill>
                  <a:schemeClr val="tx2"/>
                </a:solidFill>
              </a:defRPr>
            </a:lvl1pPr>
          </a:lstStyle>
          <a:p>
            <a:fld id="{DF28FB93-0A08-4E7D-8E63-9EFA29F1E093}" type="slidenum">
              <a:rPr lang="nl-NL" smtClean="0"/>
              <a:pPr/>
              <a:t>‹nr.›</a:t>
            </a:fld>
            <a:endParaRPr lang="nl-NL" dirty="0"/>
          </a:p>
        </p:txBody>
      </p:sp>
      <p:grpSp>
        <p:nvGrpSpPr>
          <p:cNvPr id="7" name="Groep 6"/>
          <p:cNvGrpSpPr/>
          <p:nvPr/>
        </p:nvGrpSpPr>
        <p:grpSpPr>
          <a:xfrm>
            <a:off x="1218882" y="1600200"/>
            <a:ext cx="9739746" cy="73152"/>
            <a:chOff x="914400" y="1200150"/>
            <a:chExt cx="7306712" cy="54864"/>
          </a:xfrm>
        </p:grpSpPr>
        <p:sp>
          <p:nvSpPr>
            <p:cNvPr id="8" name="Ovaal 7"/>
            <p:cNvSpPr/>
            <p:nvPr/>
          </p:nvSpPr>
          <p:spPr>
            <a:xfrm>
              <a:off x="8166248" y="1200150"/>
              <a:ext cx="54864" cy="5486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dirty="0"/>
            </a:p>
          </p:txBody>
        </p:sp>
        <p:sp>
          <p:nvSpPr>
            <p:cNvPr id="9" name="Ovaal 8"/>
            <p:cNvSpPr/>
            <p:nvPr/>
          </p:nvSpPr>
          <p:spPr>
            <a:xfrm>
              <a:off x="914400" y="1200150"/>
              <a:ext cx="54864" cy="5486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dirty="0"/>
            </a:p>
          </p:txBody>
        </p:sp>
        <p:grpSp>
          <p:nvGrpSpPr>
            <p:cNvPr id="10" name="Groep 9"/>
            <p:cNvGrpSpPr/>
            <p:nvPr/>
          </p:nvGrpSpPr>
          <p:grpSpPr>
            <a:xfrm>
              <a:off x="1036847" y="1207626"/>
              <a:ext cx="7074290" cy="38998"/>
              <a:chOff x="2141408" y="1752956"/>
              <a:chExt cx="7315200" cy="38998"/>
            </a:xfrm>
            <a:solidFill>
              <a:schemeClr val="tx2"/>
            </a:solidFill>
          </p:grpSpPr>
          <p:cxnSp>
            <p:nvCxnSpPr>
              <p:cNvPr id="11" name="Rechte verbindingslijn 10"/>
              <p:cNvCxnSpPr/>
              <p:nvPr/>
            </p:nvCxnSpPr>
            <p:spPr>
              <a:xfrm>
                <a:off x="2141408" y="1752956"/>
                <a:ext cx="7315200" cy="0"/>
              </a:xfrm>
              <a:prstGeom prst="line">
                <a:avLst/>
              </a:prstGeom>
              <a:grpFill/>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2" name="Rechte verbindingslijn 11"/>
              <p:cNvCxnSpPr/>
              <p:nvPr/>
            </p:nvCxnSpPr>
            <p:spPr>
              <a:xfrm>
                <a:off x="2141408" y="1791954"/>
                <a:ext cx="7315200" cy="0"/>
              </a:xfrm>
              <a:prstGeom prst="line">
                <a:avLst/>
              </a:prstGeom>
              <a:grpFill/>
              <a:ln w="12700">
                <a:solidFill>
                  <a:schemeClr val="tx2"/>
                </a:solidFill>
              </a:ln>
            </p:spPr>
            <p:style>
              <a:lnRef idx="1">
                <a:schemeClr val="accent1"/>
              </a:lnRef>
              <a:fillRef idx="0">
                <a:schemeClr val="accent1"/>
              </a:fillRef>
              <a:effectRef idx="0">
                <a:schemeClr val="accent1"/>
              </a:effectRef>
              <a:fontRef idx="minor">
                <a:schemeClr val="tx1"/>
              </a:fontRef>
            </p:style>
          </p:cxnSp>
        </p:grpSp>
      </p:grpSp>
      <p:grpSp>
        <p:nvGrpSpPr>
          <p:cNvPr id="13" name="Groep 12"/>
          <p:cNvGrpSpPr/>
          <p:nvPr/>
        </p:nvGrpSpPr>
        <p:grpSpPr>
          <a:xfrm>
            <a:off x="1218882" y="4851400"/>
            <a:ext cx="9739746" cy="73152"/>
            <a:chOff x="914400" y="3638550"/>
            <a:chExt cx="7306712" cy="54864"/>
          </a:xfrm>
        </p:grpSpPr>
        <p:sp>
          <p:nvSpPr>
            <p:cNvPr id="14" name="Ovaal 13"/>
            <p:cNvSpPr/>
            <p:nvPr/>
          </p:nvSpPr>
          <p:spPr>
            <a:xfrm>
              <a:off x="8166248" y="3638550"/>
              <a:ext cx="54864" cy="5486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dirty="0"/>
            </a:p>
          </p:txBody>
        </p:sp>
        <p:sp>
          <p:nvSpPr>
            <p:cNvPr id="15" name="Ovaal 14"/>
            <p:cNvSpPr/>
            <p:nvPr/>
          </p:nvSpPr>
          <p:spPr>
            <a:xfrm>
              <a:off x="914400" y="3638550"/>
              <a:ext cx="54864" cy="54864"/>
            </a:xfrm>
            <a:prstGeom prst="ellipse">
              <a:avLst/>
            </a:prstGeom>
            <a:solidFill>
              <a:schemeClr val="tx2"/>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nl-NL" dirty="0"/>
            </a:p>
          </p:txBody>
        </p:sp>
        <p:grpSp>
          <p:nvGrpSpPr>
            <p:cNvPr id="16" name="Groep 15"/>
            <p:cNvGrpSpPr/>
            <p:nvPr/>
          </p:nvGrpSpPr>
          <p:grpSpPr>
            <a:xfrm>
              <a:off x="1036847" y="3646026"/>
              <a:ext cx="7074290" cy="38998"/>
              <a:chOff x="2141408" y="1752956"/>
              <a:chExt cx="7315200" cy="38998"/>
            </a:xfrm>
            <a:solidFill>
              <a:schemeClr val="tx2"/>
            </a:solidFill>
          </p:grpSpPr>
          <p:cxnSp>
            <p:nvCxnSpPr>
              <p:cNvPr id="17" name="Rechte verbindingslijn 16"/>
              <p:cNvCxnSpPr/>
              <p:nvPr/>
            </p:nvCxnSpPr>
            <p:spPr>
              <a:xfrm>
                <a:off x="2141408" y="1752956"/>
                <a:ext cx="7315200" cy="0"/>
              </a:xfrm>
              <a:prstGeom prst="line">
                <a:avLst/>
              </a:prstGeom>
              <a:grpFill/>
              <a:ln w="12700">
                <a:solidFill>
                  <a:schemeClr val="tx2"/>
                </a:solidFill>
              </a:ln>
            </p:spPr>
            <p:style>
              <a:lnRef idx="1">
                <a:schemeClr val="accent1"/>
              </a:lnRef>
              <a:fillRef idx="0">
                <a:schemeClr val="accent1"/>
              </a:fillRef>
              <a:effectRef idx="0">
                <a:schemeClr val="accent1"/>
              </a:effectRef>
              <a:fontRef idx="minor">
                <a:schemeClr val="tx1"/>
              </a:fontRef>
            </p:style>
          </p:cxnSp>
          <p:cxnSp>
            <p:nvCxnSpPr>
              <p:cNvPr id="18" name="Rechte verbindingslijn 17"/>
              <p:cNvCxnSpPr/>
              <p:nvPr/>
            </p:nvCxnSpPr>
            <p:spPr>
              <a:xfrm>
                <a:off x="2141408" y="1791954"/>
                <a:ext cx="7315200" cy="0"/>
              </a:xfrm>
              <a:prstGeom prst="line">
                <a:avLst/>
              </a:prstGeom>
              <a:grpFill/>
              <a:ln w="12700">
                <a:solidFill>
                  <a:schemeClr val="tx2"/>
                </a:solidFill>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174376438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inhoud">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a:t>Klik om stijl te bewerken</a:t>
            </a:r>
            <a:endParaRPr lang="nl-NL" dirty="0"/>
          </a:p>
        </p:txBody>
      </p:sp>
      <p:sp>
        <p:nvSpPr>
          <p:cNvPr id="3" name="Tijdelijke aanduiding voor inhoud 2"/>
          <p:cNvSpPr>
            <a:spLocks noGrp="1"/>
          </p:cNvSpPr>
          <p:nvPr>
            <p:ph idx="1"/>
          </p:nvPr>
        </p:nvSpPr>
        <p:spPr/>
        <p:txBody>
          <a:bodyPr rtlCol="0"/>
          <a:lstStyle>
            <a:lvl5pPr algn="l" rtl="0">
              <a:defRPr/>
            </a:lvl5pPr>
            <a:lvl6pPr algn="l" rtl="0">
              <a:defRPr/>
            </a:lvl6pPr>
            <a:lvl7pPr algn="l" rtl="0">
              <a:defRPr/>
            </a:lvl7pPr>
            <a:lvl8pPr algn="l" rtl="0">
              <a:defRPr/>
            </a:lvl8pPr>
            <a:lvl9pPr algn="l" rtl="0">
              <a:defRPr/>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5" name="Tijdelijke aanduiding voor voettekst 4"/>
          <p:cNvSpPr>
            <a:spLocks noGrp="1"/>
          </p:cNvSpPr>
          <p:nvPr>
            <p:ph type="ftr" sz="quarter" idx="11"/>
          </p:nvPr>
        </p:nvSpPr>
        <p:spPr/>
        <p:txBody>
          <a:bodyPr rtlCol="0"/>
          <a:lstStyle/>
          <a:p>
            <a:pPr rtl="0"/>
            <a:endParaRPr lang="nl-NL" dirty="0"/>
          </a:p>
        </p:txBody>
      </p:sp>
      <p:sp>
        <p:nvSpPr>
          <p:cNvPr id="4" name="Tijdelijke aanduiding voor datum 3"/>
          <p:cNvSpPr>
            <a:spLocks noGrp="1"/>
          </p:cNvSpPr>
          <p:nvPr>
            <p:ph type="dt" sz="half" idx="10"/>
          </p:nvPr>
        </p:nvSpPr>
        <p:spPr/>
        <p:txBody>
          <a:bodyPr rtlCol="0"/>
          <a:lstStyle>
            <a:lvl1pPr>
              <a:defRPr/>
            </a:lvl1pPr>
          </a:lstStyle>
          <a:p>
            <a:fld id="{44759504-FDDF-440B-BFF1-0A05AB76D7AA}" type="datetime1">
              <a:rPr lang="nl-NL" smtClean="0"/>
              <a:pPr/>
              <a:t>10-6-2019</a:t>
            </a:fld>
            <a:endParaRPr lang="nl-NL" dirty="0"/>
          </a:p>
        </p:txBody>
      </p:sp>
      <p:sp>
        <p:nvSpPr>
          <p:cNvPr id="6" name="Tijdelijke aanduiding voor dianummer 5"/>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3499062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1422030" y="990599"/>
            <a:ext cx="9344765" cy="2235203"/>
          </a:xfrm>
        </p:spPr>
        <p:txBody>
          <a:bodyPr rtlCol="0" anchor="b">
            <a:normAutofit/>
          </a:bodyPr>
          <a:lstStyle>
            <a:lvl1pPr algn="ctr" rtl="0">
              <a:lnSpc>
                <a:spcPct val="90000"/>
              </a:lnSpc>
              <a:defRPr sz="4800" b="0" cap="none" baseline="0"/>
            </a:lvl1pPr>
          </a:lstStyle>
          <a:p>
            <a:pPr rtl="0"/>
            <a:r>
              <a:rPr lang="nl-NL"/>
              <a:t>Klik om stijl te bewerken</a:t>
            </a:r>
            <a:endParaRPr lang="nl-NL" dirty="0"/>
          </a:p>
        </p:txBody>
      </p:sp>
      <p:sp>
        <p:nvSpPr>
          <p:cNvPr id="3" name="Tijdelijke aanduiding voor tekst 2"/>
          <p:cNvSpPr>
            <a:spLocks noGrp="1"/>
          </p:cNvSpPr>
          <p:nvPr>
            <p:ph type="body" idx="1"/>
          </p:nvPr>
        </p:nvSpPr>
        <p:spPr>
          <a:xfrm>
            <a:off x="1422030" y="3733800"/>
            <a:ext cx="9344765" cy="1219200"/>
          </a:xfrm>
        </p:spPr>
        <p:txBody>
          <a:bodyPr rtlCol="0" anchor="t"/>
          <a:lstStyle>
            <a:lvl1pPr marL="0" indent="0" algn="ctr" rtl="0">
              <a:spcBef>
                <a:spcPts val="0"/>
              </a:spcBef>
              <a:buNone/>
              <a:defRPr sz="2000" cap="all" baseline="0">
                <a:solidFill>
                  <a:schemeClr val="tx1"/>
                </a:solidFill>
              </a:defRPr>
            </a:lvl1pPr>
            <a:lvl2pPr marL="457200" indent="0" algn="l" rtl="0">
              <a:buNone/>
              <a:defRPr sz="1800">
                <a:solidFill>
                  <a:schemeClr val="tx1">
                    <a:tint val="75000"/>
                  </a:schemeClr>
                </a:solidFill>
              </a:defRPr>
            </a:lvl2pPr>
            <a:lvl3pPr marL="914400" indent="0" algn="l" rtl="0">
              <a:buNone/>
              <a:defRPr sz="1600">
                <a:solidFill>
                  <a:schemeClr val="tx1">
                    <a:tint val="75000"/>
                  </a:schemeClr>
                </a:solidFill>
              </a:defRPr>
            </a:lvl3pPr>
            <a:lvl4pPr marL="1371600" indent="0" algn="l" rtl="0">
              <a:buNone/>
              <a:defRPr sz="1400">
                <a:solidFill>
                  <a:schemeClr val="tx1">
                    <a:tint val="75000"/>
                  </a:schemeClr>
                </a:solidFill>
              </a:defRPr>
            </a:lvl4pPr>
            <a:lvl5pPr marL="1828800" indent="0" algn="l" rtl="0">
              <a:buNone/>
              <a:defRPr sz="1400">
                <a:solidFill>
                  <a:schemeClr val="tx1">
                    <a:tint val="75000"/>
                  </a:schemeClr>
                </a:solidFill>
              </a:defRPr>
            </a:lvl5pPr>
            <a:lvl6pPr marL="2286000" indent="0" algn="l" rtl="0">
              <a:buNone/>
              <a:defRPr sz="1400">
                <a:solidFill>
                  <a:schemeClr val="tx1">
                    <a:tint val="75000"/>
                  </a:schemeClr>
                </a:solidFill>
              </a:defRPr>
            </a:lvl6pPr>
            <a:lvl7pPr marL="2743200" indent="0" algn="l" rtl="0">
              <a:buNone/>
              <a:defRPr sz="1400">
                <a:solidFill>
                  <a:schemeClr val="tx1">
                    <a:tint val="75000"/>
                  </a:schemeClr>
                </a:solidFill>
              </a:defRPr>
            </a:lvl7pPr>
            <a:lvl8pPr marL="3200400" indent="0" algn="l" rtl="0">
              <a:buNone/>
              <a:defRPr sz="1400">
                <a:solidFill>
                  <a:schemeClr val="tx1">
                    <a:tint val="75000"/>
                  </a:schemeClr>
                </a:solidFill>
              </a:defRPr>
            </a:lvl8pPr>
            <a:lvl9pPr marL="3657600" indent="0" algn="l" rtl="0">
              <a:buNone/>
              <a:defRPr sz="1400">
                <a:solidFill>
                  <a:schemeClr val="tx1">
                    <a:tint val="75000"/>
                  </a:schemeClr>
                </a:solidFill>
              </a:defRPr>
            </a:lvl9pPr>
          </a:lstStyle>
          <a:p>
            <a:pPr lvl="0" rtl="0"/>
            <a:r>
              <a:rPr lang="nl-NL"/>
              <a:t>Tekststijl van het model bewerken</a:t>
            </a:r>
          </a:p>
        </p:txBody>
      </p:sp>
      <p:sp>
        <p:nvSpPr>
          <p:cNvPr id="5" name="Tijdelijke aanduiding voor voettekst 4"/>
          <p:cNvSpPr>
            <a:spLocks noGrp="1"/>
          </p:cNvSpPr>
          <p:nvPr>
            <p:ph type="ftr" sz="quarter" idx="11"/>
          </p:nvPr>
        </p:nvSpPr>
        <p:spPr/>
        <p:txBody>
          <a:bodyPr rtlCol="0"/>
          <a:lstStyle/>
          <a:p>
            <a:pPr rtl="0"/>
            <a:endParaRPr lang="nl-NL" dirty="0"/>
          </a:p>
        </p:txBody>
      </p:sp>
      <p:sp>
        <p:nvSpPr>
          <p:cNvPr id="4" name="Tijdelijke aanduiding voor datum 3"/>
          <p:cNvSpPr>
            <a:spLocks noGrp="1"/>
          </p:cNvSpPr>
          <p:nvPr>
            <p:ph type="dt" sz="half" idx="10"/>
          </p:nvPr>
        </p:nvSpPr>
        <p:spPr/>
        <p:txBody>
          <a:bodyPr rtlCol="0"/>
          <a:lstStyle>
            <a:lvl1pPr>
              <a:defRPr/>
            </a:lvl1pPr>
          </a:lstStyle>
          <a:p>
            <a:fld id="{B5C8C933-C8F9-409C-AD7C-035DF249AC14}" type="datetime1">
              <a:rPr lang="nl-NL" smtClean="0"/>
              <a:pPr/>
              <a:t>10-6-2019</a:t>
            </a:fld>
            <a:endParaRPr lang="nl-NL" dirty="0"/>
          </a:p>
        </p:txBody>
      </p:sp>
      <p:sp>
        <p:nvSpPr>
          <p:cNvPr id="6" name="Tijdelijke aanduiding voor dianummer 5"/>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grpSp>
        <p:nvGrpSpPr>
          <p:cNvPr id="13" name="Groep 12"/>
          <p:cNvGrpSpPr/>
          <p:nvPr/>
        </p:nvGrpSpPr>
        <p:grpSpPr>
          <a:xfrm>
            <a:off x="3273781" y="3475736"/>
            <a:ext cx="5641265" cy="54864"/>
            <a:chOff x="2455975" y="2588441"/>
            <a:chExt cx="4232051" cy="41148"/>
          </a:xfrm>
        </p:grpSpPr>
        <p:sp>
          <p:nvSpPr>
            <p:cNvPr id="14" name="Ovaal 13"/>
            <p:cNvSpPr/>
            <p:nvPr/>
          </p:nvSpPr>
          <p:spPr>
            <a:xfrm>
              <a:off x="6642306" y="2588441"/>
              <a:ext cx="45720" cy="41148"/>
            </a:xfrm>
            <a:prstGeom prst="ellipse">
              <a:avLst/>
            </a:prstGeom>
            <a:solidFill>
              <a:schemeClr val="tx1"/>
            </a:solidFill>
            <a:ln w="26425"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dirty="0">
                <a:ln>
                  <a:noFill/>
                </a:ln>
                <a:solidFill>
                  <a:sysClr val="window" lastClr="FFFFFF"/>
                </a:solidFill>
                <a:effectLst/>
                <a:uLnTx/>
                <a:uFillTx/>
                <a:latin typeface="Constantia"/>
                <a:ea typeface="+mn-ea"/>
                <a:cs typeface="+mn-cs"/>
              </a:endParaRPr>
            </a:p>
          </p:txBody>
        </p:sp>
        <p:sp>
          <p:nvSpPr>
            <p:cNvPr id="15" name="Ovaal 14"/>
            <p:cNvSpPr/>
            <p:nvPr/>
          </p:nvSpPr>
          <p:spPr>
            <a:xfrm>
              <a:off x="2455975" y="2588441"/>
              <a:ext cx="45720" cy="41148"/>
            </a:xfrm>
            <a:prstGeom prst="ellipse">
              <a:avLst/>
            </a:prstGeom>
            <a:solidFill>
              <a:schemeClr val="tx1"/>
            </a:solidFill>
            <a:ln w="26425" cap="flat" cmpd="sng" algn="ctr">
              <a:solidFill>
                <a:schemeClr val="tx1"/>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dirty="0">
                <a:ln>
                  <a:noFill/>
                </a:ln>
                <a:solidFill>
                  <a:sysClr val="window" lastClr="FFFFFF"/>
                </a:solidFill>
                <a:effectLst/>
                <a:uLnTx/>
                <a:uFillTx/>
                <a:latin typeface="Constantia"/>
                <a:ea typeface="+mn-ea"/>
                <a:cs typeface="+mn-cs"/>
              </a:endParaRPr>
            </a:p>
          </p:txBody>
        </p:sp>
        <p:grpSp>
          <p:nvGrpSpPr>
            <p:cNvPr id="16" name="Groep 15"/>
            <p:cNvGrpSpPr/>
            <p:nvPr/>
          </p:nvGrpSpPr>
          <p:grpSpPr>
            <a:xfrm>
              <a:off x="2563229" y="2594391"/>
              <a:ext cx="4023360" cy="29249"/>
              <a:chOff x="2550323" y="3458731"/>
              <a:chExt cx="4023360" cy="38998"/>
            </a:xfrm>
          </p:grpSpPr>
          <p:cxnSp>
            <p:nvCxnSpPr>
              <p:cNvPr id="17" name="Rechte verbindingslijn 16"/>
              <p:cNvCxnSpPr/>
              <p:nvPr/>
            </p:nvCxnSpPr>
            <p:spPr>
              <a:xfrm>
                <a:off x="2550323" y="3458731"/>
                <a:ext cx="4023360" cy="0"/>
              </a:xfrm>
              <a:prstGeom prst="line">
                <a:avLst/>
              </a:prstGeom>
              <a:noFill/>
              <a:ln w="12700" cap="flat" cmpd="sng" algn="ctr">
                <a:solidFill>
                  <a:schemeClr val="tx1"/>
                </a:solidFill>
                <a:prstDash val="solid"/>
              </a:ln>
              <a:effectLst/>
            </p:spPr>
          </p:cxnSp>
          <p:cxnSp>
            <p:nvCxnSpPr>
              <p:cNvPr id="18" name="Rechte verbindingslijn 17"/>
              <p:cNvCxnSpPr/>
              <p:nvPr/>
            </p:nvCxnSpPr>
            <p:spPr>
              <a:xfrm>
                <a:off x="2550323" y="3497729"/>
                <a:ext cx="4023360" cy="0"/>
              </a:xfrm>
              <a:prstGeom prst="line">
                <a:avLst/>
              </a:prstGeom>
              <a:noFill/>
              <a:ln w="12700" cap="flat" cmpd="sng" algn="ctr">
                <a:solidFill>
                  <a:schemeClr val="tx1"/>
                </a:solidFill>
                <a:prstDash val="solid"/>
              </a:ln>
              <a:effectLst/>
            </p:spPr>
          </p:cxnSp>
        </p:grpSp>
      </p:grpSp>
    </p:spTree>
    <p:extLst>
      <p:ext uri="{BB962C8B-B14F-4D97-AF65-F5344CB8AC3E}">
        <p14:creationId xmlns:p14="http://schemas.microsoft.com/office/powerpoint/2010/main" val="5526282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a:t>Klik om stijl te bewerken</a:t>
            </a:r>
            <a:endParaRPr lang="nl-NL" dirty="0"/>
          </a:p>
        </p:txBody>
      </p:sp>
      <p:sp>
        <p:nvSpPr>
          <p:cNvPr id="3" name="Tijdelijke aanduiding voor inhoud 2"/>
          <p:cNvSpPr>
            <a:spLocks noGrp="1"/>
          </p:cNvSpPr>
          <p:nvPr>
            <p:ph sz="half" idx="1"/>
          </p:nvPr>
        </p:nvSpPr>
        <p:spPr>
          <a:xfrm>
            <a:off x="1218883" y="1803400"/>
            <a:ext cx="4773956" cy="4267200"/>
          </a:xfrm>
        </p:spPr>
        <p:txBody>
          <a:bodyPr rtlCol="0">
            <a:normAutofit/>
          </a:bodyPr>
          <a:lstStyle>
            <a:lvl1pPr algn="l" rtl="0">
              <a:defRPr sz="2400"/>
            </a:lvl1pPr>
            <a:lvl2pPr algn="l" rtl="0">
              <a:defRPr sz="2000"/>
            </a:lvl2pPr>
            <a:lvl3pPr algn="l" rtl="0">
              <a:defRPr sz="1800"/>
            </a:lvl3pPr>
            <a:lvl4pPr algn="l" rtl="0">
              <a:defRPr sz="1600"/>
            </a:lvl4pPr>
            <a:lvl5pPr algn="l" rtl="0">
              <a:defRPr sz="1600"/>
            </a:lvl5pPr>
            <a:lvl6pPr algn="l" rtl="0">
              <a:defRPr sz="1800"/>
            </a:lvl6pPr>
            <a:lvl7pPr algn="l" rtl="0">
              <a:defRPr sz="1800"/>
            </a:lvl7pPr>
            <a:lvl8pPr algn="l" rtl="0">
              <a:defRPr sz="1800"/>
            </a:lvl8pPr>
            <a:lvl9pPr algn="l" rtl="0">
              <a:defRPr sz="180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4" name="Tijdelijke aanduiding voor inhoud 3"/>
          <p:cNvSpPr>
            <a:spLocks noGrp="1"/>
          </p:cNvSpPr>
          <p:nvPr>
            <p:ph sz="half" idx="2"/>
          </p:nvPr>
        </p:nvSpPr>
        <p:spPr>
          <a:xfrm>
            <a:off x="6195986" y="1803400"/>
            <a:ext cx="4773956" cy="4267200"/>
          </a:xfrm>
        </p:spPr>
        <p:txBody>
          <a:bodyPr rtlCol="0">
            <a:normAutofit/>
          </a:bodyPr>
          <a:lstStyle>
            <a:lvl1pPr algn="l" rtl="0">
              <a:defRPr sz="2400"/>
            </a:lvl1pPr>
            <a:lvl2pPr algn="l" rtl="0">
              <a:defRPr sz="2000"/>
            </a:lvl2pPr>
            <a:lvl3pPr algn="l" rtl="0">
              <a:defRPr sz="1800"/>
            </a:lvl3pPr>
            <a:lvl4pPr algn="l" rtl="0">
              <a:defRPr sz="1600"/>
            </a:lvl4pPr>
            <a:lvl5pPr algn="l" rtl="0">
              <a:defRPr sz="1600"/>
            </a:lvl5pPr>
            <a:lvl6pPr algn="l" rtl="0">
              <a:defRPr sz="1800"/>
            </a:lvl6pPr>
            <a:lvl7pPr algn="l" rtl="0">
              <a:defRPr sz="1800"/>
            </a:lvl7pPr>
            <a:lvl8pPr algn="l" rtl="0">
              <a:defRPr sz="1800" baseline="0"/>
            </a:lvl8pPr>
            <a:lvl9pPr algn="l" rtl="0">
              <a:defRPr sz="1800" baseline="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6" name="Tijdelijke aanduiding voor voettekst 5"/>
          <p:cNvSpPr>
            <a:spLocks noGrp="1"/>
          </p:cNvSpPr>
          <p:nvPr>
            <p:ph type="ftr" sz="quarter" idx="11"/>
          </p:nvPr>
        </p:nvSpPr>
        <p:spPr/>
        <p:txBody>
          <a:bodyPr rtlCol="0"/>
          <a:lstStyle/>
          <a:p>
            <a:pPr rtl="0"/>
            <a:endParaRPr lang="nl-NL" dirty="0"/>
          </a:p>
        </p:txBody>
      </p:sp>
      <p:sp>
        <p:nvSpPr>
          <p:cNvPr id="5" name="Tijdelijke aanduiding voor datum 4"/>
          <p:cNvSpPr>
            <a:spLocks noGrp="1"/>
          </p:cNvSpPr>
          <p:nvPr>
            <p:ph type="dt" sz="half" idx="10"/>
          </p:nvPr>
        </p:nvSpPr>
        <p:spPr/>
        <p:txBody>
          <a:bodyPr rtlCol="0"/>
          <a:lstStyle>
            <a:lvl1pPr>
              <a:defRPr/>
            </a:lvl1pPr>
          </a:lstStyle>
          <a:p>
            <a:fld id="{F0636F15-A67D-4648-B7C5-F1D63BB46703}" type="datetime1">
              <a:rPr lang="nl-NL" smtClean="0"/>
              <a:pPr/>
              <a:t>10-6-2019</a:t>
            </a:fld>
            <a:endParaRPr lang="nl-NL" dirty="0"/>
          </a:p>
        </p:txBody>
      </p:sp>
      <p:sp>
        <p:nvSpPr>
          <p:cNvPr id="7" name="Tijdelijke aanduiding voor dianummer 6"/>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38607757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lvl1pPr algn="l" rtl="0">
              <a:defRPr/>
            </a:lvl1pPr>
          </a:lstStyle>
          <a:p>
            <a:pPr rtl="0"/>
            <a:r>
              <a:rPr lang="nl-NL"/>
              <a:t>Klik om stijl te bewerken</a:t>
            </a:r>
            <a:endParaRPr lang="nl-NL" dirty="0"/>
          </a:p>
        </p:txBody>
      </p:sp>
      <p:sp>
        <p:nvSpPr>
          <p:cNvPr id="3" name="Tijdelijke aanduiding voor tekst 2"/>
          <p:cNvSpPr>
            <a:spLocks noGrp="1"/>
          </p:cNvSpPr>
          <p:nvPr>
            <p:ph type="body" idx="1"/>
          </p:nvPr>
        </p:nvSpPr>
        <p:spPr>
          <a:xfrm>
            <a:off x="1222945" y="1803400"/>
            <a:ext cx="4769806" cy="711200"/>
          </a:xfrm>
        </p:spPr>
        <p:txBody>
          <a:bodyPr rtlCol="0" anchor="ctr">
            <a:normAutofit/>
          </a:bodyPr>
          <a:lstStyle>
            <a:lvl1pPr marL="0" indent="0" algn="l" rtl="0">
              <a:lnSpc>
                <a:spcPct val="90000"/>
              </a:lnSpc>
              <a:spcBef>
                <a:spcPts val="0"/>
              </a:spcBef>
              <a:buNone/>
              <a:defRPr sz="20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nl-NL"/>
              <a:t>Tekststijl van het model bewerken</a:t>
            </a:r>
          </a:p>
        </p:txBody>
      </p:sp>
      <p:sp>
        <p:nvSpPr>
          <p:cNvPr id="4" name="Tijdelijke aanduiding voor inhoud 3"/>
          <p:cNvSpPr>
            <a:spLocks noGrp="1"/>
          </p:cNvSpPr>
          <p:nvPr>
            <p:ph sz="half" idx="2"/>
          </p:nvPr>
        </p:nvSpPr>
        <p:spPr>
          <a:xfrm>
            <a:off x="1218883" y="2514600"/>
            <a:ext cx="4773956" cy="3556000"/>
          </a:xfrm>
        </p:spPr>
        <p:txBody>
          <a:bodyPr rtlCol="0">
            <a:normAutofit/>
          </a:bodyPr>
          <a:lstStyle>
            <a:lvl1pPr algn="l" rtl="0">
              <a:spcBef>
                <a:spcPts val="1600"/>
              </a:spcBef>
              <a:defRPr sz="2000"/>
            </a:lvl1pPr>
            <a:lvl2pPr algn="l" rtl="0">
              <a:defRPr sz="18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5" name="Tijdelijke aanduiding voor tekst 4"/>
          <p:cNvSpPr>
            <a:spLocks noGrp="1"/>
          </p:cNvSpPr>
          <p:nvPr>
            <p:ph type="body" sz="quarter" idx="3"/>
          </p:nvPr>
        </p:nvSpPr>
        <p:spPr>
          <a:xfrm>
            <a:off x="6200049" y="1803400"/>
            <a:ext cx="4769806" cy="711200"/>
          </a:xfrm>
        </p:spPr>
        <p:txBody>
          <a:bodyPr rtlCol="0" anchor="ctr">
            <a:normAutofit/>
          </a:bodyPr>
          <a:lstStyle>
            <a:lvl1pPr marL="0" indent="0" algn="l" rtl="0">
              <a:lnSpc>
                <a:spcPct val="90000"/>
              </a:lnSpc>
              <a:spcBef>
                <a:spcPts val="0"/>
              </a:spcBef>
              <a:buNone/>
              <a:defRPr sz="2000" b="1"/>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nl-NL"/>
              <a:t>Tekststijl van het model bewerken</a:t>
            </a:r>
          </a:p>
        </p:txBody>
      </p:sp>
      <p:sp>
        <p:nvSpPr>
          <p:cNvPr id="6" name="Tijdelijke aanduiding voor inhoud 5"/>
          <p:cNvSpPr>
            <a:spLocks noGrp="1"/>
          </p:cNvSpPr>
          <p:nvPr>
            <p:ph sz="quarter" idx="4"/>
          </p:nvPr>
        </p:nvSpPr>
        <p:spPr>
          <a:xfrm>
            <a:off x="6195986" y="2514600"/>
            <a:ext cx="4773956" cy="3556000"/>
          </a:xfrm>
        </p:spPr>
        <p:txBody>
          <a:bodyPr rtlCol="0">
            <a:normAutofit/>
          </a:bodyPr>
          <a:lstStyle>
            <a:lvl1pPr algn="l" rtl="0">
              <a:spcBef>
                <a:spcPts val="1600"/>
              </a:spcBef>
              <a:defRPr sz="2000"/>
            </a:lvl1pPr>
            <a:lvl2pPr algn="l" rtl="0">
              <a:defRPr sz="18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8" name="Tijdelijke aanduiding voor voettekst 7"/>
          <p:cNvSpPr>
            <a:spLocks noGrp="1"/>
          </p:cNvSpPr>
          <p:nvPr>
            <p:ph type="ftr" sz="quarter" idx="11"/>
          </p:nvPr>
        </p:nvSpPr>
        <p:spPr/>
        <p:txBody>
          <a:bodyPr rtlCol="0"/>
          <a:lstStyle/>
          <a:p>
            <a:pPr rtl="0"/>
            <a:endParaRPr lang="nl-NL" dirty="0"/>
          </a:p>
        </p:txBody>
      </p:sp>
      <p:sp>
        <p:nvSpPr>
          <p:cNvPr id="7" name="Tijdelijke aanduiding voor datum 6"/>
          <p:cNvSpPr>
            <a:spLocks noGrp="1"/>
          </p:cNvSpPr>
          <p:nvPr>
            <p:ph type="dt" sz="half" idx="10"/>
          </p:nvPr>
        </p:nvSpPr>
        <p:spPr/>
        <p:txBody>
          <a:bodyPr rtlCol="0"/>
          <a:lstStyle>
            <a:lvl1pPr>
              <a:defRPr/>
            </a:lvl1pPr>
          </a:lstStyle>
          <a:p>
            <a:fld id="{0933145D-0BC6-41A0-A6F2-54F3FB9DEA49}" type="datetime1">
              <a:rPr lang="nl-NL" smtClean="0"/>
              <a:pPr/>
              <a:t>10-6-2019</a:t>
            </a:fld>
            <a:endParaRPr lang="nl-NL" dirty="0"/>
          </a:p>
        </p:txBody>
      </p:sp>
      <p:sp>
        <p:nvSpPr>
          <p:cNvPr id="9" name="Tijdelijke aanduiding voor dianummer 8"/>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3742583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a:t>Klik om stijl te bewerken</a:t>
            </a:r>
            <a:endParaRPr lang="nl-NL" dirty="0"/>
          </a:p>
        </p:txBody>
      </p:sp>
      <p:sp>
        <p:nvSpPr>
          <p:cNvPr id="4" name="Tijdelijke aanduiding voor voettekst 3"/>
          <p:cNvSpPr>
            <a:spLocks noGrp="1"/>
          </p:cNvSpPr>
          <p:nvPr>
            <p:ph type="ftr" sz="quarter" idx="11"/>
          </p:nvPr>
        </p:nvSpPr>
        <p:spPr/>
        <p:txBody>
          <a:bodyPr rtlCol="0"/>
          <a:lstStyle/>
          <a:p>
            <a:pPr rtl="0"/>
            <a:endParaRPr lang="nl-NL" dirty="0"/>
          </a:p>
        </p:txBody>
      </p:sp>
      <p:sp>
        <p:nvSpPr>
          <p:cNvPr id="3" name="Tijdelijke aanduiding voor datum 2"/>
          <p:cNvSpPr>
            <a:spLocks noGrp="1"/>
          </p:cNvSpPr>
          <p:nvPr>
            <p:ph type="dt" sz="half" idx="10"/>
          </p:nvPr>
        </p:nvSpPr>
        <p:spPr/>
        <p:txBody>
          <a:bodyPr rtlCol="0"/>
          <a:lstStyle>
            <a:lvl1pPr>
              <a:defRPr/>
            </a:lvl1pPr>
          </a:lstStyle>
          <a:p>
            <a:fld id="{8A57F0C2-BE2D-46A3-B507-675838AB2125}" type="datetime1">
              <a:rPr lang="nl-NL" smtClean="0"/>
              <a:pPr/>
              <a:t>10-6-2019</a:t>
            </a:fld>
            <a:endParaRPr lang="nl-NL" dirty="0"/>
          </a:p>
        </p:txBody>
      </p:sp>
      <p:sp>
        <p:nvSpPr>
          <p:cNvPr id="5" name="Tijdelijke aanduiding voor dianummer 4"/>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1565934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3" name="Tijdelijke aanduiding voor voettekst 2"/>
          <p:cNvSpPr>
            <a:spLocks noGrp="1"/>
          </p:cNvSpPr>
          <p:nvPr>
            <p:ph type="ftr" sz="quarter" idx="11"/>
          </p:nvPr>
        </p:nvSpPr>
        <p:spPr/>
        <p:txBody>
          <a:bodyPr rtlCol="0"/>
          <a:lstStyle/>
          <a:p>
            <a:pPr rtl="0"/>
            <a:endParaRPr lang="nl-NL" dirty="0"/>
          </a:p>
        </p:txBody>
      </p:sp>
      <p:sp>
        <p:nvSpPr>
          <p:cNvPr id="2" name="Tijdelijke aanduiding voor datum 1"/>
          <p:cNvSpPr>
            <a:spLocks noGrp="1"/>
          </p:cNvSpPr>
          <p:nvPr>
            <p:ph type="dt" sz="half" idx="10"/>
          </p:nvPr>
        </p:nvSpPr>
        <p:spPr/>
        <p:txBody>
          <a:bodyPr rtlCol="0"/>
          <a:lstStyle>
            <a:lvl1pPr>
              <a:defRPr/>
            </a:lvl1pPr>
          </a:lstStyle>
          <a:p>
            <a:fld id="{897F3456-353A-4508-8DA0-38E5B41EA31F}" type="datetime1">
              <a:rPr lang="nl-NL" smtClean="0"/>
              <a:pPr/>
              <a:t>10-6-2019</a:t>
            </a:fld>
            <a:endParaRPr lang="nl-NL" dirty="0"/>
          </a:p>
        </p:txBody>
      </p:sp>
      <p:sp>
        <p:nvSpPr>
          <p:cNvPr id="4" name="Tijdelijke aanduiding voor dianummer 3"/>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121287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nchor="b">
            <a:normAutofit/>
          </a:bodyPr>
          <a:lstStyle>
            <a:lvl1pPr algn="l" rtl="0">
              <a:defRPr sz="3200" b="0"/>
            </a:lvl1pPr>
          </a:lstStyle>
          <a:p>
            <a:pPr rtl="0"/>
            <a:r>
              <a:rPr lang="nl-NL"/>
              <a:t>Klik om stijl te bewerken</a:t>
            </a:r>
            <a:endParaRPr lang="nl-NL" dirty="0"/>
          </a:p>
        </p:txBody>
      </p:sp>
      <p:sp>
        <p:nvSpPr>
          <p:cNvPr id="3" name="Tijdelijke aanduiding voor inhoud 2"/>
          <p:cNvSpPr>
            <a:spLocks noGrp="1"/>
          </p:cNvSpPr>
          <p:nvPr>
            <p:ph idx="1"/>
          </p:nvPr>
        </p:nvSpPr>
        <p:spPr>
          <a:xfrm>
            <a:off x="1218883" y="1803400"/>
            <a:ext cx="6602281" cy="4267201"/>
          </a:xfrm>
        </p:spPr>
        <p:txBody>
          <a:bodyPr rtlCol="0">
            <a:normAutofit/>
          </a:bodyPr>
          <a:lstStyle>
            <a:lvl1pPr algn="l" rtl="0">
              <a:defRPr sz="2400"/>
            </a:lvl1pPr>
            <a:lvl2pPr algn="l" rtl="0">
              <a:defRPr sz="2000"/>
            </a:lvl2pPr>
            <a:lvl3pPr algn="l" rtl="0">
              <a:defRPr sz="1800"/>
            </a:lvl3pPr>
            <a:lvl4pPr algn="l" rtl="0">
              <a:defRPr sz="1600"/>
            </a:lvl4pPr>
            <a:lvl5pPr algn="l" rtl="0">
              <a:defRPr sz="1600"/>
            </a:lvl5pPr>
            <a:lvl6pPr algn="l" rtl="0">
              <a:defRPr sz="1600"/>
            </a:lvl6pPr>
            <a:lvl7pPr algn="l" rtl="0">
              <a:defRPr sz="1600"/>
            </a:lvl7pPr>
            <a:lvl8pPr algn="l" rtl="0">
              <a:defRPr sz="1600" baseline="0"/>
            </a:lvl8pPr>
            <a:lvl9pPr algn="l" rtl="0">
              <a:defRPr sz="1600" baseline="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4" name="Tijdelijke aanduiding voor tekst 3"/>
          <p:cNvSpPr>
            <a:spLocks noGrp="1"/>
          </p:cNvSpPr>
          <p:nvPr>
            <p:ph type="body" sz="half" idx="2"/>
          </p:nvPr>
        </p:nvSpPr>
        <p:spPr>
          <a:xfrm>
            <a:off x="8125883" y="1803400"/>
            <a:ext cx="2844060" cy="4267201"/>
          </a:xfrm>
        </p:spPr>
        <p:txBody>
          <a:bodyPr rtlCol="0">
            <a:normAutofit/>
          </a:bodyPr>
          <a:lstStyle>
            <a:lvl1pPr marL="0" indent="0" algn="l" rtl="0">
              <a:spcBef>
                <a:spcPts val="1600"/>
              </a:spcBef>
              <a:buNone/>
              <a:defRPr sz="2000"/>
            </a:lvl1pPr>
            <a:lvl2pPr marL="457200" indent="0" algn="l" rtl="0">
              <a:buNone/>
              <a:defRPr sz="1200"/>
            </a:lvl2pPr>
            <a:lvl3pPr marL="914400" indent="0" algn="l" rtl="0">
              <a:buNone/>
              <a:defRPr sz="1000"/>
            </a:lvl3pPr>
            <a:lvl4pPr marL="1371600" indent="0" algn="l" rtl="0">
              <a:buNone/>
              <a:defRPr sz="900"/>
            </a:lvl4pPr>
            <a:lvl5pPr marL="1828800" indent="0" algn="l" rtl="0">
              <a:buNone/>
              <a:defRPr sz="900"/>
            </a:lvl5pPr>
            <a:lvl6pPr marL="2286000" indent="0" algn="l" rtl="0">
              <a:buNone/>
              <a:defRPr sz="900"/>
            </a:lvl6pPr>
            <a:lvl7pPr marL="2743200" indent="0" algn="l" rtl="0">
              <a:buNone/>
              <a:defRPr sz="900"/>
            </a:lvl7pPr>
            <a:lvl8pPr marL="3200400" indent="0" algn="l" rtl="0">
              <a:buNone/>
              <a:defRPr sz="900"/>
            </a:lvl8pPr>
            <a:lvl9pPr marL="3657600" indent="0" algn="l" rtl="0">
              <a:buNone/>
              <a:defRPr sz="900"/>
            </a:lvl9pPr>
          </a:lstStyle>
          <a:p>
            <a:pPr lvl="0" rtl="0"/>
            <a:r>
              <a:rPr lang="nl-NL"/>
              <a:t>Tekststijl van het model bewerken</a:t>
            </a:r>
          </a:p>
        </p:txBody>
      </p:sp>
      <p:sp>
        <p:nvSpPr>
          <p:cNvPr id="6" name="Tijdelijke aanduiding voor voettekst 5"/>
          <p:cNvSpPr>
            <a:spLocks noGrp="1"/>
          </p:cNvSpPr>
          <p:nvPr>
            <p:ph type="ftr" sz="quarter" idx="11"/>
          </p:nvPr>
        </p:nvSpPr>
        <p:spPr/>
        <p:txBody>
          <a:bodyPr rtlCol="0"/>
          <a:lstStyle/>
          <a:p>
            <a:pPr rtl="0"/>
            <a:endParaRPr lang="nl-NL" dirty="0"/>
          </a:p>
        </p:txBody>
      </p:sp>
      <p:sp>
        <p:nvSpPr>
          <p:cNvPr id="5" name="Tijdelijke aanduiding voor datum 4"/>
          <p:cNvSpPr>
            <a:spLocks noGrp="1"/>
          </p:cNvSpPr>
          <p:nvPr>
            <p:ph type="dt" sz="half" idx="10"/>
          </p:nvPr>
        </p:nvSpPr>
        <p:spPr/>
        <p:txBody>
          <a:bodyPr rtlCol="0"/>
          <a:lstStyle>
            <a:lvl1pPr>
              <a:defRPr/>
            </a:lvl1pPr>
          </a:lstStyle>
          <a:p>
            <a:fld id="{0BB6B784-B292-4FE0-BAB4-55E97AEFE61C}" type="datetime1">
              <a:rPr lang="nl-NL" smtClean="0"/>
              <a:pPr/>
              <a:t>10-6-2019</a:t>
            </a:fld>
            <a:endParaRPr lang="nl-NL" dirty="0"/>
          </a:p>
        </p:txBody>
      </p:sp>
      <p:sp>
        <p:nvSpPr>
          <p:cNvPr id="7" name="Tijdelijke aanduiding voor dianummer 6"/>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185864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nchor="b">
            <a:normAutofit/>
          </a:bodyPr>
          <a:lstStyle>
            <a:lvl1pPr algn="l" rtl="0">
              <a:defRPr sz="3200" b="0"/>
            </a:lvl1pPr>
          </a:lstStyle>
          <a:p>
            <a:pPr rtl="0"/>
            <a:r>
              <a:rPr lang="nl-NL"/>
              <a:t>Klik om stijl te bewerken</a:t>
            </a:r>
            <a:endParaRPr lang="nl-NL" dirty="0"/>
          </a:p>
        </p:txBody>
      </p:sp>
      <p:sp>
        <p:nvSpPr>
          <p:cNvPr id="8" name="Rechthoek 7"/>
          <p:cNvSpPr/>
          <p:nvPr/>
        </p:nvSpPr>
        <p:spPr>
          <a:xfrm>
            <a:off x="1218883" y="1803400"/>
            <a:ext cx="6602280" cy="4267200"/>
          </a:xfrm>
          <a:prstGeom prst="rect">
            <a:avLst/>
          </a:prstGeom>
          <a:noFill/>
          <a:ln w="12700">
            <a:solidFill>
              <a:schemeClr val="tx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nl-NL" dirty="0"/>
          </a:p>
        </p:txBody>
      </p:sp>
      <p:sp>
        <p:nvSpPr>
          <p:cNvPr id="3" name="Tijdelijke aanduiding voor afbeelding 2" descr="Een lege tijdelijke aanduiding om een afbeelding toe te voegen. Klik op de tijdelijke aanduiding en selecteer de afbeelding die u wilt toevoegen."/>
          <p:cNvSpPr>
            <a:spLocks noGrp="1"/>
          </p:cNvSpPr>
          <p:nvPr>
            <p:ph type="pic" idx="1"/>
          </p:nvPr>
        </p:nvSpPr>
        <p:spPr>
          <a:xfrm>
            <a:off x="1338739" y="1925320"/>
            <a:ext cx="6362567" cy="4023360"/>
          </a:xfrm>
          <a:solidFill>
            <a:schemeClr val="bg2"/>
          </a:solidFill>
        </p:spPr>
        <p:txBody>
          <a:bodyPr tIns="914400" rtlCol="0">
            <a:normAutofit/>
          </a:bodyPr>
          <a:lstStyle>
            <a:lvl1pPr marL="0" indent="0" algn="ctr" rtl="0">
              <a:buNone/>
              <a:defRPr sz="2400"/>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nl-NL"/>
              <a:t>Klik op het pictogram als u een afbeelding wilt toevoegen</a:t>
            </a:r>
            <a:endParaRPr lang="nl-NL" dirty="0"/>
          </a:p>
        </p:txBody>
      </p:sp>
      <p:sp>
        <p:nvSpPr>
          <p:cNvPr id="4" name="Tijdelijke aanduiding voor tekst 3"/>
          <p:cNvSpPr>
            <a:spLocks noGrp="1"/>
          </p:cNvSpPr>
          <p:nvPr>
            <p:ph type="body" sz="half" idx="2"/>
          </p:nvPr>
        </p:nvSpPr>
        <p:spPr>
          <a:xfrm>
            <a:off x="8125883" y="1803401"/>
            <a:ext cx="2844060" cy="4165600"/>
          </a:xfrm>
        </p:spPr>
        <p:txBody>
          <a:bodyPr rtlCol="0">
            <a:normAutofit/>
          </a:bodyPr>
          <a:lstStyle>
            <a:lvl1pPr marL="0" indent="0" algn="l" rtl="0">
              <a:spcBef>
                <a:spcPts val="1600"/>
              </a:spcBef>
              <a:buNone/>
              <a:defRPr sz="2000"/>
            </a:lvl1pPr>
            <a:lvl2pPr marL="457200" indent="0" algn="l" rtl="0">
              <a:buNone/>
              <a:defRPr sz="1200"/>
            </a:lvl2pPr>
            <a:lvl3pPr marL="914400" indent="0" algn="l" rtl="0">
              <a:buNone/>
              <a:defRPr sz="1000"/>
            </a:lvl3pPr>
            <a:lvl4pPr marL="1371600" indent="0" algn="l" rtl="0">
              <a:buNone/>
              <a:defRPr sz="900"/>
            </a:lvl4pPr>
            <a:lvl5pPr marL="1828800" indent="0" algn="l" rtl="0">
              <a:buNone/>
              <a:defRPr sz="900"/>
            </a:lvl5pPr>
            <a:lvl6pPr marL="2286000" indent="0" algn="l" rtl="0">
              <a:buNone/>
              <a:defRPr sz="900"/>
            </a:lvl6pPr>
            <a:lvl7pPr marL="2743200" indent="0" algn="l" rtl="0">
              <a:buNone/>
              <a:defRPr sz="900"/>
            </a:lvl7pPr>
            <a:lvl8pPr marL="3200400" indent="0" algn="l" rtl="0">
              <a:buNone/>
              <a:defRPr sz="900"/>
            </a:lvl8pPr>
            <a:lvl9pPr marL="3657600" indent="0" algn="l" rtl="0">
              <a:buNone/>
              <a:defRPr sz="900"/>
            </a:lvl9pPr>
          </a:lstStyle>
          <a:p>
            <a:pPr lvl="0" rtl="0"/>
            <a:r>
              <a:rPr lang="nl-NL"/>
              <a:t>Tekststijl van het model bewerken</a:t>
            </a:r>
          </a:p>
        </p:txBody>
      </p:sp>
      <p:sp>
        <p:nvSpPr>
          <p:cNvPr id="6" name="Tijdelijke aanduiding voor voettekst 5"/>
          <p:cNvSpPr>
            <a:spLocks noGrp="1"/>
          </p:cNvSpPr>
          <p:nvPr>
            <p:ph type="ftr" sz="quarter" idx="11"/>
          </p:nvPr>
        </p:nvSpPr>
        <p:spPr/>
        <p:txBody>
          <a:bodyPr rtlCol="0"/>
          <a:lstStyle/>
          <a:p>
            <a:pPr rtl="0"/>
            <a:endParaRPr lang="nl-NL" dirty="0"/>
          </a:p>
        </p:txBody>
      </p:sp>
      <p:sp>
        <p:nvSpPr>
          <p:cNvPr id="5" name="Tijdelijke aanduiding voor datum 4"/>
          <p:cNvSpPr>
            <a:spLocks noGrp="1"/>
          </p:cNvSpPr>
          <p:nvPr>
            <p:ph type="dt" sz="half" idx="10"/>
          </p:nvPr>
        </p:nvSpPr>
        <p:spPr/>
        <p:txBody>
          <a:bodyPr rtlCol="0"/>
          <a:lstStyle>
            <a:lvl1pPr>
              <a:defRPr/>
            </a:lvl1pPr>
          </a:lstStyle>
          <a:p>
            <a:fld id="{3CA70C39-7E15-4AFD-A7DB-5A753C1420A3}" type="datetime1">
              <a:rPr lang="nl-NL" smtClean="0"/>
              <a:pPr/>
              <a:t>10-6-2019</a:t>
            </a:fld>
            <a:endParaRPr lang="nl-NL" dirty="0"/>
          </a:p>
        </p:txBody>
      </p:sp>
      <p:sp>
        <p:nvSpPr>
          <p:cNvPr id="7" name="Tijdelijke aanduiding voor dianummer 6"/>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2405057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a:t>Klik om stijl te bewerken</a:t>
            </a:r>
            <a:endParaRPr lang="nl-NL" dirty="0"/>
          </a:p>
        </p:txBody>
      </p:sp>
      <p:sp>
        <p:nvSpPr>
          <p:cNvPr id="3" name="Tijdelijke aanduiding voor verticale tekst 2"/>
          <p:cNvSpPr>
            <a:spLocks noGrp="1"/>
          </p:cNvSpPr>
          <p:nvPr>
            <p:ph type="body" orient="vert" idx="1"/>
          </p:nvPr>
        </p:nvSpPr>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5" name="Tijdelijke aanduiding voor voettekst 4"/>
          <p:cNvSpPr>
            <a:spLocks noGrp="1"/>
          </p:cNvSpPr>
          <p:nvPr>
            <p:ph type="ftr" sz="quarter" idx="11"/>
          </p:nvPr>
        </p:nvSpPr>
        <p:spPr/>
        <p:txBody>
          <a:bodyPr rtlCol="0"/>
          <a:lstStyle/>
          <a:p>
            <a:pPr rtl="0"/>
            <a:endParaRPr lang="nl-NL" dirty="0"/>
          </a:p>
        </p:txBody>
      </p:sp>
      <p:sp>
        <p:nvSpPr>
          <p:cNvPr id="4" name="Tijdelijke aanduiding voor datum 3"/>
          <p:cNvSpPr>
            <a:spLocks noGrp="1"/>
          </p:cNvSpPr>
          <p:nvPr>
            <p:ph type="dt" sz="half" idx="10"/>
          </p:nvPr>
        </p:nvSpPr>
        <p:spPr/>
        <p:txBody>
          <a:bodyPr rtlCol="0"/>
          <a:lstStyle>
            <a:lvl1pPr>
              <a:defRPr/>
            </a:lvl1pPr>
          </a:lstStyle>
          <a:p>
            <a:fld id="{7DB73070-C19F-4003-ABA8-E8BEA16B8F9D}" type="datetime1">
              <a:rPr lang="nl-NL" smtClean="0"/>
              <a:pPr/>
              <a:t>10-6-2019</a:t>
            </a:fld>
            <a:endParaRPr lang="nl-NL" dirty="0"/>
          </a:p>
        </p:txBody>
      </p:sp>
      <p:sp>
        <p:nvSpPr>
          <p:cNvPr id="6" name="Tijdelijke aanduiding voor dianummer 5"/>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3223223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9834563" y="434975"/>
            <a:ext cx="1168400" cy="5661025"/>
          </a:xfrm>
        </p:spPr>
        <p:txBody>
          <a:bodyPr vert="eaVert" rtlCol="0"/>
          <a:lstStyle/>
          <a:p>
            <a:pPr rtl="0"/>
            <a:r>
              <a:rPr lang="nl-NL"/>
              <a:t>Klik om stijl te bewerken</a:t>
            </a:r>
            <a:endParaRPr lang="nl-NL" dirty="0"/>
          </a:p>
        </p:txBody>
      </p:sp>
      <p:sp>
        <p:nvSpPr>
          <p:cNvPr id="3" name="Tijdelijke aanduiding voor verticale tekst 2"/>
          <p:cNvSpPr>
            <a:spLocks noGrp="1"/>
          </p:cNvSpPr>
          <p:nvPr>
            <p:ph type="body" orient="vert" idx="1"/>
          </p:nvPr>
        </p:nvSpPr>
        <p:spPr>
          <a:xfrm>
            <a:off x="1217613" y="434975"/>
            <a:ext cx="8413750" cy="5661025"/>
          </a:xfrm>
        </p:spPr>
        <p:txBody>
          <a:bodyPr vert="eaVert" rtlCol="0"/>
          <a:lstStyle>
            <a:lvl5pPr algn="l" rtl="0">
              <a:defRPr/>
            </a:lvl5pPr>
            <a:lvl6pPr algn="l" rtl="0">
              <a:defRPr/>
            </a:lvl6pPr>
            <a:lvl7pPr algn="l" rtl="0">
              <a:defRPr/>
            </a:lvl7pPr>
            <a:lvl8pPr algn="l" rtl="0">
              <a:defRPr baseline="0"/>
            </a:lvl8pPr>
            <a:lvl9pPr algn="l" rtl="0">
              <a:defRPr baseline="0"/>
            </a:lvl9pPr>
          </a:lstStyle>
          <a:p>
            <a:pPr lvl="0" rtl="0"/>
            <a:r>
              <a:rPr lang="nl-NL"/>
              <a:t>Tekststijl van het model bewerken</a:t>
            </a:r>
          </a:p>
          <a:p>
            <a:pPr lvl="1" rtl="0"/>
            <a:r>
              <a:rPr lang="nl-NL"/>
              <a:t>Tweede niveau</a:t>
            </a:r>
          </a:p>
          <a:p>
            <a:pPr lvl="2" rtl="0"/>
            <a:r>
              <a:rPr lang="nl-NL"/>
              <a:t>Derde niveau</a:t>
            </a:r>
          </a:p>
          <a:p>
            <a:pPr lvl="3" rtl="0"/>
            <a:r>
              <a:rPr lang="nl-NL"/>
              <a:t>Vierde niveau</a:t>
            </a:r>
          </a:p>
          <a:p>
            <a:pPr lvl="4" rtl="0"/>
            <a:r>
              <a:rPr lang="nl-NL"/>
              <a:t>Vijfde niveau</a:t>
            </a:r>
            <a:endParaRPr lang="nl-NL" dirty="0"/>
          </a:p>
        </p:txBody>
      </p:sp>
      <p:sp>
        <p:nvSpPr>
          <p:cNvPr id="5" name="Tijdelijke aanduiding voor voettekst 4"/>
          <p:cNvSpPr>
            <a:spLocks noGrp="1"/>
          </p:cNvSpPr>
          <p:nvPr>
            <p:ph type="ftr" sz="quarter" idx="11"/>
          </p:nvPr>
        </p:nvSpPr>
        <p:spPr/>
        <p:txBody>
          <a:bodyPr rtlCol="0"/>
          <a:lstStyle/>
          <a:p>
            <a:pPr rtl="0"/>
            <a:endParaRPr lang="nl-NL" dirty="0"/>
          </a:p>
        </p:txBody>
      </p:sp>
      <p:sp>
        <p:nvSpPr>
          <p:cNvPr id="4" name="Tijdelijke aanduiding voor datum 3"/>
          <p:cNvSpPr>
            <a:spLocks noGrp="1"/>
          </p:cNvSpPr>
          <p:nvPr>
            <p:ph type="dt" sz="half" idx="10"/>
          </p:nvPr>
        </p:nvSpPr>
        <p:spPr/>
        <p:txBody>
          <a:bodyPr rtlCol="0"/>
          <a:lstStyle>
            <a:lvl1pPr>
              <a:defRPr/>
            </a:lvl1pPr>
          </a:lstStyle>
          <a:p>
            <a:fld id="{1BD5FEE1-51F7-4A34-90FB-7553490C952E}" type="datetime1">
              <a:rPr lang="nl-NL" smtClean="0"/>
              <a:pPr/>
              <a:t>10-6-2019</a:t>
            </a:fld>
            <a:endParaRPr lang="nl-NL" dirty="0"/>
          </a:p>
        </p:txBody>
      </p:sp>
      <p:sp>
        <p:nvSpPr>
          <p:cNvPr id="6" name="Tijdelijke aanduiding voor dianummer 5"/>
          <p:cNvSpPr>
            <a:spLocks noGrp="1"/>
          </p:cNvSpPr>
          <p:nvPr>
            <p:ph type="sldNum" sz="quarter" idx="12"/>
          </p:nvPr>
        </p:nvSpPr>
        <p:spPr/>
        <p:txBody>
          <a:bodyPr rtlCol="0"/>
          <a:lstStyle/>
          <a:p>
            <a:pPr rtl="0"/>
            <a:fld id="{DF28FB93-0A08-4E7D-8E63-9EFA29F1E093}" type="slidenum">
              <a:rPr lang="nl-NL" smtClean="0"/>
              <a:pPr rtl="0"/>
              <a:t>‹nr.›</a:t>
            </a:fld>
            <a:endParaRPr lang="nl-NL" dirty="0"/>
          </a:p>
        </p:txBody>
      </p:sp>
    </p:spTree>
    <p:extLst>
      <p:ext uri="{BB962C8B-B14F-4D97-AF65-F5344CB8AC3E}">
        <p14:creationId xmlns:p14="http://schemas.microsoft.com/office/powerpoint/2010/main" val="2085700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stretch>
            <a:fillRect/>
          </a:stretch>
        </a:blipFill>
        <a:effectLst/>
      </p:bgPr>
    </p:bg>
    <p:spTree>
      <p:nvGrpSpPr>
        <p:cNvPr id="1" name=""/>
        <p:cNvGrpSpPr/>
        <p:nvPr/>
      </p:nvGrpSpPr>
      <p:grpSpPr>
        <a:xfrm>
          <a:off x="0" y="0"/>
          <a:ext cx="0" cy="0"/>
          <a:chOff x="0" y="0"/>
          <a:chExt cx="0" cy="0"/>
        </a:xfrm>
      </p:grpSpPr>
      <p:sp>
        <p:nvSpPr>
          <p:cNvPr id="10" name="Rechthoek 9"/>
          <p:cNvSpPr/>
          <p:nvPr/>
        </p:nvSpPr>
        <p:spPr>
          <a:xfrm>
            <a:off x="0" y="0"/>
            <a:ext cx="12188825" cy="6858000"/>
          </a:xfrm>
          <a:prstGeom prst="rect">
            <a:avLst/>
          </a:prstGeom>
          <a:ln>
            <a:noFill/>
          </a:ln>
        </p:spPr>
        <p:style>
          <a:lnRef idx="2">
            <a:schemeClr val="accent1">
              <a:shade val="50000"/>
            </a:schemeClr>
          </a:lnRef>
          <a:fillRef idx="1003">
            <a:schemeClr val="dk1"/>
          </a:fillRef>
          <a:effectRef idx="0">
            <a:schemeClr val="accent1"/>
          </a:effectRef>
          <a:fontRef idx="minor">
            <a:schemeClr val="lt1"/>
          </a:fontRef>
        </p:style>
        <p:txBody>
          <a:bodyPr rtlCol="0" anchor="ctr"/>
          <a:lstStyle/>
          <a:p>
            <a:pPr algn="ctr" rtl="0"/>
            <a:endParaRPr lang="nl-NL" sz="2400" dirty="0"/>
          </a:p>
        </p:txBody>
      </p:sp>
      <p:sp>
        <p:nvSpPr>
          <p:cNvPr id="8" name="Afgeronde rechthoek 7"/>
          <p:cNvSpPr/>
          <p:nvPr/>
        </p:nvSpPr>
        <p:spPr>
          <a:xfrm>
            <a:off x="304721" y="301752"/>
            <a:ext cx="11579384" cy="6254496"/>
          </a:xfrm>
          <a:prstGeom prst="roundRect">
            <a:avLst>
              <a:gd name="adj" fmla="val 2341"/>
            </a:avLst>
          </a:prstGeom>
          <a:solidFill>
            <a:srgbClr val="FFFFFF"/>
          </a:solidFill>
          <a:ln>
            <a:noFill/>
          </a:ln>
          <a:effectLst>
            <a:innerShdw blurRad="508000">
              <a:srgbClr val="FFD14B">
                <a:alpha val="69804"/>
              </a:srgbClr>
            </a:innerShdw>
          </a:effectLst>
        </p:spPr>
        <p:style>
          <a:lnRef idx="2">
            <a:schemeClr val="accent1">
              <a:shade val="50000"/>
            </a:schemeClr>
          </a:lnRef>
          <a:fillRef idx="1">
            <a:schemeClr val="accent1"/>
          </a:fillRef>
          <a:effectRef idx="0">
            <a:schemeClr val="accent1"/>
          </a:effectRef>
          <a:fontRef idx="minor">
            <a:schemeClr val="lt1"/>
          </a:fontRef>
        </p:style>
        <p:txBody>
          <a:bodyPr lIns="121899" tIns="60949" rIns="121899" bIns="60949" rtlCol="0" anchor="ctr"/>
          <a:lstStyle/>
          <a:p>
            <a:pPr algn="ctr" rtl="0"/>
            <a:endParaRPr lang="nl-NL" dirty="0"/>
          </a:p>
        </p:txBody>
      </p:sp>
      <p:sp>
        <p:nvSpPr>
          <p:cNvPr id="2" name="Tijdelijke aanduiding voor titel 1"/>
          <p:cNvSpPr>
            <a:spLocks noGrp="1"/>
          </p:cNvSpPr>
          <p:nvPr>
            <p:ph type="title"/>
          </p:nvPr>
        </p:nvSpPr>
        <p:spPr>
          <a:xfrm>
            <a:off x="1218883" y="431800"/>
            <a:ext cx="9751060" cy="1168400"/>
          </a:xfrm>
          <a:prstGeom prst="rect">
            <a:avLst/>
          </a:prstGeom>
        </p:spPr>
        <p:txBody>
          <a:bodyPr vert="horz" lIns="91440" tIns="45720" rIns="91440" bIns="45720" rtlCol="0" anchor="b">
            <a:normAutofit/>
          </a:bodyPr>
          <a:lstStyle/>
          <a:p>
            <a:pPr rtl="0"/>
            <a:r>
              <a:rPr lang="nl-NL" dirty="0"/>
              <a:t>Klik om de titelstijl van het model te bewerken</a:t>
            </a:r>
          </a:p>
        </p:txBody>
      </p:sp>
      <p:sp>
        <p:nvSpPr>
          <p:cNvPr id="3" name="Tijdelijke aanduiding voor tekst 2"/>
          <p:cNvSpPr>
            <a:spLocks noGrp="1"/>
          </p:cNvSpPr>
          <p:nvPr>
            <p:ph type="body" idx="1"/>
          </p:nvPr>
        </p:nvSpPr>
        <p:spPr>
          <a:xfrm>
            <a:off x="1218883" y="1803400"/>
            <a:ext cx="9751060" cy="4267200"/>
          </a:xfrm>
          <a:prstGeom prst="rect">
            <a:avLst/>
          </a:prstGeom>
        </p:spPr>
        <p:txBody>
          <a:bodyPr vert="horz" lIns="91440" tIns="45720" rIns="91440" bIns="45720" rtlCol="0">
            <a:normAutofit/>
          </a:bodyPr>
          <a:lstStyle/>
          <a:p>
            <a:pPr lvl="0" rtl="0"/>
            <a:r>
              <a:rPr lang="nl-NL" dirty="0"/>
              <a:t>Klik om de tekststijlen van het model te bewerken</a:t>
            </a:r>
          </a:p>
          <a:p>
            <a:pPr lvl="1" rtl="0"/>
            <a:r>
              <a:rPr lang="nl-NL" dirty="0"/>
              <a:t>Tweede niveau</a:t>
            </a:r>
          </a:p>
          <a:p>
            <a:pPr lvl="2" rtl="0"/>
            <a:r>
              <a:rPr lang="nl-NL" dirty="0"/>
              <a:t>Derde niveau</a:t>
            </a:r>
          </a:p>
          <a:p>
            <a:pPr lvl="3" rtl="0"/>
            <a:r>
              <a:rPr lang="nl-NL" dirty="0"/>
              <a:t>Vierde niveau</a:t>
            </a:r>
          </a:p>
          <a:p>
            <a:pPr lvl="4" rtl="0"/>
            <a:r>
              <a:rPr lang="nl-NL" dirty="0"/>
              <a:t>Vijfde niveau</a:t>
            </a:r>
          </a:p>
        </p:txBody>
      </p:sp>
      <p:sp>
        <p:nvSpPr>
          <p:cNvPr id="5" name="Tijdelijke aanduiding voor voettekst 4"/>
          <p:cNvSpPr>
            <a:spLocks noGrp="1"/>
          </p:cNvSpPr>
          <p:nvPr>
            <p:ph type="ftr" sz="quarter" idx="3"/>
          </p:nvPr>
        </p:nvSpPr>
        <p:spPr>
          <a:xfrm>
            <a:off x="1218882" y="6172200"/>
            <a:ext cx="7414870" cy="304800"/>
          </a:xfrm>
          <a:prstGeom prst="rect">
            <a:avLst/>
          </a:prstGeom>
        </p:spPr>
        <p:txBody>
          <a:bodyPr vert="horz" lIns="91440" tIns="45720" rIns="91440" bIns="45720" rtlCol="0" anchor="ctr"/>
          <a:lstStyle>
            <a:lvl1pPr algn="l" rtl="0">
              <a:defRPr sz="1100">
                <a:solidFill>
                  <a:schemeClr val="tx1"/>
                </a:solidFill>
              </a:defRPr>
            </a:lvl1pPr>
          </a:lstStyle>
          <a:p>
            <a:pPr rtl="0"/>
            <a:endParaRPr lang="nl-NL" dirty="0"/>
          </a:p>
        </p:txBody>
      </p:sp>
      <p:sp>
        <p:nvSpPr>
          <p:cNvPr id="4" name="Tijdelijke aanduiding voor datum 3"/>
          <p:cNvSpPr>
            <a:spLocks noGrp="1"/>
          </p:cNvSpPr>
          <p:nvPr>
            <p:ph type="dt" sz="half" idx="2"/>
          </p:nvPr>
        </p:nvSpPr>
        <p:spPr>
          <a:xfrm>
            <a:off x="8836898" y="6172200"/>
            <a:ext cx="1218883" cy="304800"/>
          </a:xfrm>
          <a:prstGeom prst="rect">
            <a:avLst/>
          </a:prstGeom>
        </p:spPr>
        <p:txBody>
          <a:bodyPr vert="horz" lIns="91440" tIns="45720" rIns="91440" bIns="45720" rtlCol="0" anchor="ctr"/>
          <a:lstStyle>
            <a:lvl1pPr algn="r" rtl="0">
              <a:defRPr sz="1100">
                <a:solidFill>
                  <a:schemeClr val="tx1"/>
                </a:solidFill>
              </a:defRPr>
            </a:lvl1pPr>
          </a:lstStyle>
          <a:p>
            <a:fld id="{EE46F528-74A4-424B-B661-AB85BC89D5F3}" type="datetime1">
              <a:rPr lang="nl-NL" smtClean="0"/>
              <a:pPr/>
              <a:t>10-6-2019</a:t>
            </a:fld>
            <a:endParaRPr lang="nl-NL" dirty="0"/>
          </a:p>
        </p:txBody>
      </p:sp>
      <p:sp>
        <p:nvSpPr>
          <p:cNvPr id="6" name="Tijdelijke aanduiding voor dianummer 5"/>
          <p:cNvSpPr>
            <a:spLocks noGrp="1"/>
          </p:cNvSpPr>
          <p:nvPr>
            <p:ph type="sldNum" sz="quarter" idx="4"/>
          </p:nvPr>
        </p:nvSpPr>
        <p:spPr>
          <a:xfrm>
            <a:off x="10258928" y="6172200"/>
            <a:ext cx="711015" cy="304800"/>
          </a:xfrm>
          <a:prstGeom prst="rect">
            <a:avLst/>
          </a:prstGeom>
        </p:spPr>
        <p:txBody>
          <a:bodyPr vert="horz" lIns="91440" tIns="45720" rIns="91440" bIns="45720" rtlCol="0" anchor="ctr"/>
          <a:lstStyle>
            <a:lvl1pPr algn="r" rtl="0">
              <a:defRPr sz="1100">
                <a:solidFill>
                  <a:schemeClr val="tx1"/>
                </a:solidFill>
              </a:defRPr>
            </a:lvl1pPr>
          </a:lstStyle>
          <a:p>
            <a:fld id="{DF28FB93-0A08-4E7D-8E63-9EFA29F1E093}" type="slidenum">
              <a:rPr lang="nl-NL" smtClean="0"/>
              <a:pPr/>
              <a:t>‹nr.›</a:t>
            </a:fld>
            <a:endParaRPr lang="nl-NL" dirty="0"/>
          </a:p>
        </p:txBody>
      </p:sp>
    </p:spTree>
    <p:extLst>
      <p:ext uri="{BB962C8B-B14F-4D97-AF65-F5344CB8AC3E}">
        <p14:creationId xmlns:p14="http://schemas.microsoft.com/office/powerpoint/2010/main" val="507221724"/>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3200" kern="1200">
          <a:solidFill>
            <a:schemeClr val="tx1"/>
          </a:solidFill>
          <a:latin typeface="+mj-lt"/>
          <a:ea typeface="+mj-ea"/>
          <a:cs typeface="+mj-cs"/>
        </a:defRPr>
      </a:lvl1pPr>
    </p:titleStyle>
    <p:bodyStyle>
      <a:lvl1pPr marL="246888" indent="-246888" algn="l" defTabSz="914400" rtl="0" eaLnBrk="1" latinLnBrk="0" hangingPunct="1">
        <a:lnSpc>
          <a:spcPct val="90000"/>
        </a:lnSpc>
        <a:spcBef>
          <a:spcPts val="1800"/>
        </a:spcBef>
        <a:buClr>
          <a:schemeClr val="tx1"/>
        </a:buClr>
        <a:buFont typeface="Arial" pitchFamily="34" charset="0"/>
        <a:buChar char="•"/>
        <a:defRPr sz="2400" kern="1200">
          <a:solidFill>
            <a:schemeClr val="tx1"/>
          </a:solidFill>
          <a:latin typeface="+mn-lt"/>
          <a:ea typeface="+mn-ea"/>
          <a:cs typeface="+mn-cs"/>
        </a:defRPr>
      </a:lvl1pPr>
      <a:lvl2pPr marL="548640" indent="-246888" algn="l" defTabSz="914400" rtl="0" eaLnBrk="1" latinLnBrk="0" hangingPunct="1">
        <a:lnSpc>
          <a:spcPct val="90000"/>
        </a:lnSpc>
        <a:spcBef>
          <a:spcPts val="800"/>
        </a:spcBef>
        <a:buClr>
          <a:schemeClr val="tx1"/>
        </a:buClr>
        <a:buFont typeface="Arial" pitchFamily="34" charset="0"/>
        <a:buChar char="•"/>
        <a:defRPr sz="2000" kern="1200">
          <a:solidFill>
            <a:schemeClr val="tx1"/>
          </a:solidFill>
          <a:latin typeface="+mn-lt"/>
          <a:ea typeface="+mn-ea"/>
          <a:cs typeface="+mn-cs"/>
        </a:defRPr>
      </a:lvl2pPr>
      <a:lvl3pPr marL="850392" indent="-246888" algn="l" defTabSz="914400" rtl="0" eaLnBrk="1" latinLnBrk="0" hangingPunct="1">
        <a:lnSpc>
          <a:spcPct val="90000"/>
        </a:lnSpc>
        <a:spcBef>
          <a:spcPts val="800"/>
        </a:spcBef>
        <a:buClr>
          <a:schemeClr val="tx1"/>
        </a:buClr>
        <a:buFont typeface="Arial" pitchFamily="34" charset="0"/>
        <a:buChar char="•"/>
        <a:defRPr sz="1800" kern="1200">
          <a:solidFill>
            <a:schemeClr val="tx1"/>
          </a:solidFill>
          <a:latin typeface="+mn-lt"/>
          <a:ea typeface="+mn-ea"/>
          <a:cs typeface="+mn-cs"/>
        </a:defRPr>
      </a:lvl3pPr>
      <a:lvl4pPr marL="1152144" indent="-246888" algn="l" defTabSz="914400" rtl="0" eaLnBrk="1" latinLnBrk="0" hangingPunct="1">
        <a:lnSpc>
          <a:spcPct val="90000"/>
        </a:lnSpc>
        <a:spcBef>
          <a:spcPts val="800"/>
        </a:spcBef>
        <a:buClr>
          <a:schemeClr val="tx1"/>
        </a:buClr>
        <a:buFont typeface="Arial" pitchFamily="34" charset="0"/>
        <a:buChar char="•"/>
        <a:defRPr sz="1600" kern="1200">
          <a:solidFill>
            <a:schemeClr val="tx1"/>
          </a:solidFill>
          <a:latin typeface="+mn-lt"/>
          <a:ea typeface="+mn-ea"/>
          <a:cs typeface="+mn-cs"/>
        </a:defRPr>
      </a:lvl4pPr>
      <a:lvl5pPr marL="1453896" indent="-246888" algn="l" defTabSz="914400" rtl="0" eaLnBrk="1" latinLnBrk="0" hangingPunct="1">
        <a:lnSpc>
          <a:spcPct val="90000"/>
        </a:lnSpc>
        <a:spcBef>
          <a:spcPts val="800"/>
        </a:spcBef>
        <a:buClr>
          <a:schemeClr val="tx1"/>
        </a:buClr>
        <a:buFont typeface="Arial" pitchFamily="34" charset="0"/>
        <a:buChar char="•"/>
        <a:defRPr sz="1600" kern="1200">
          <a:solidFill>
            <a:schemeClr val="tx1"/>
          </a:solidFill>
          <a:latin typeface="+mn-lt"/>
          <a:ea typeface="+mn-ea"/>
          <a:cs typeface="+mn-cs"/>
        </a:defRPr>
      </a:lvl5pPr>
      <a:lvl6pPr marL="1755648"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6pPr>
      <a:lvl7pPr marL="2057400"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7pPr>
      <a:lvl8pPr marL="2359152"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8pPr>
      <a:lvl9pPr marL="2660904" indent="-246888" algn="l" defTabSz="914400" rtl="0" eaLnBrk="1" latinLnBrk="0" hangingPunct="1">
        <a:lnSpc>
          <a:spcPct val="90000"/>
        </a:lnSpc>
        <a:spcBef>
          <a:spcPts val="800"/>
        </a:spcBef>
        <a:buClr>
          <a:schemeClr val="tx1"/>
        </a:buClr>
        <a:buFont typeface="Arial" pitchFamily="34" charset="0"/>
        <a:buChar char="•"/>
        <a:defRPr sz="1600" kern="1200" baseline="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9.xml"/><Relationship Id="rId4"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rtlCol="0"/>
          <a:lstStyle/>
          <a:p>
            <a:pPr rtl="0"/>
            <a:r>
              <a:rPr lang="nl-NL" dirty="0"/>
              <a:t>Duurzaamheid</a:t>
            </a:r>
          </a:p>
        </p:txBody>
      </p:sp>
      <p:sp>
        <p:nvSpPr>
          <p:cNvPr id="3" name="Subtitel 2"/>
          <p:cNvSpPr>
            <a:spLocks noGrp="1"/>
          </p:cNvSpPr>
          <p:nvPr>
            <p:ph type="subTitle" idx="1"/>
          </p:nvPr>
        </p:nvSpPr>
        <p:spPr/>
        <p:txBody>
          <a:bodyPr rtlCol="0"/>
          <a:lstStyle/>
          <a:p>
            <a:pPr rtl="0"/>
            <a:r>
              <a:rPr lang="nl-NL" dirty="0"/>
              <a:t>Enes </a:t>
            </a:r>
            <a:r>
              <a:rPr lang="nl-NL" dirty="0" err="1"/>
              <a:t>Sertdemir</a:t>
            </a:r>
            <a:endParaRPr lang="nl-NL" dirty="0"/>
          </a:p>
        </p:txBody>
      </p:sp>
    </p:spTree>
    <p:extLst>
      <p:ext uri="{BB962C8B-B14F-4D97-AF65-F5344CB8AC3E}">
        <p14:creationId xmlns:p14="http://schemas.microsoft.com/office/powerpoint/2010/main" val="2707543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el 12"/>
          <p:cNvSpPr>
            <a:spLocks noGrp="1"/>
          </p:cNvSpPr>
          <p:nvPr>
            <p:ph type="title"/>
          </p:nvPr>
        </p:nvSpPr>
        <p:spPr/>
        <p:txBody>
          <a:bodyPr rtlCol="0"/>
          <a:lstStyle/>
          <a:p>
            <a:pPr rtl="0"/>
            <a:r>
              <a:rPr lang="nl-NL" dirty="0"/>
              <a:t>Inhoud</a:t>
            </a:r>
          </a:p>
        </p:txBody>
      </p:sp>
      <p:sp>
        <p:nvSpPr>
          <p:cNvPr id="14" name="Tijdelijke aanduiding voor inhoud 13"/>
          <p:cNvSpPr>
            <a:spLocks noGrp="1"/>
          </p:cNvSpPr>
          <p:nvPr>
            <p:ph idx="1"/>
          </p:nvPr>
        </p:nvSpPr>
        <p:spPr/>
        <p:txBody>
          <a:bodyPr rtlCol="0"/>
          <a:lstStyle/>
          <a:p>
            <a:pPr rtl="0"/>
            <a:r>
              <a:rPr lang="nl-NL" dirty="0"/>
              <a:t>Zonnepanelen</a:t>
            </a:r>
          </a:p>
          <a:p>
            <a:pPr rtl="0"/>
            <a:r>
              <a:rPr lang="nl-NL" dirty="0"/>
              <a:t>Terugverdientijd</a:t>
            </a:r>
          </a:p>
          <a:p>
            <a:pPr rtl="0"/>
            <a:r>
              <a:rPr lang="en-US" dirty="0"/>
              <a:t>S</a:t>
            </a:r>
            <a:r>
              <a:rPr lang="nl-NL" dirty="0" err="1"/>
              <a:t>tatistieken</a:t>
            </a:r>
            <a:endParaRPr lang="nl-NL" dirty="0"/>
          </a:p>
          <a:p>
            <a:pPr rtl="0"/>
            <a:r>
              <a:rPr lang="en-US" dirty="0"/>
              <a:t>V</a:t>
            </a:r>
            <a:r>
              <a:rPr lang="nl-NL" dirty="0" err="1"/>
              <a:t>erbetervoostel</a:t>
            </a:r>
            <a:endParaRPr lang="nl-NL" dirty="0"/>
          </a:p>
          <a:p>
            <a:pPr rtl="0"/>
            <a:r>
              <a:rPr lang="en-US" dirty="0"/>
              <a:t>S</a:t>
            </a:r>
            <a:r>
              <a:rPr lang="nl-NL" dirty="0"/>
              <a:t>lot/Vragen</a:t>
            </a:r>
          </a:p>
        </p:txBody>
      </p:sp>
      <p:pic>
        <p:nvPicPr>
          <p:cNvPr id="3074" name="Picture 2" descr="Afbeeldingsresultaat voor zonnepanelen">
            <a:extLst>
              <a:ext uri="{FF2B5EF4-FFF2-40B4-BE49-F238E27FC236}">
                <a16:creationId xmlns:a16="http://schemas.microsoft.com/office/drawing/2014/main" id="{4BBAFAF6-ED5C-4B0E-A3A1-8E9C57742B26}"/>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4212" y="787400"/>
            <a:ext cx="7404588" cy="5179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16464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dirty="0"/>
              <a:t>Zonnepanelen</a:t>
            </a:r>
          </a:p>
        </p:txBody>
      </p:sp>
      <p:sp>
        <p:nvSpPr>
          <p:cNvPr id="10" name="Tijdelijke aanduiding voor inhoud 9"/>
          <p:cNvSpPr>
            <a:spLocks noGrp="1"/>
          </p:cNvSpPr>
          <p:nvPr>
            <p:ph sz="half" idx="1"/>
          </p:nvPr>
        </p:nvSpPr>
        <p:spPr/>
        <p:txBody>
          <a:bodyPr rtlCol="0"/>
          <a:lstStyle/>
          <a:p>
            <a:r>
              <a:rPr lang="nl-NL" dirty="0"/>
              <a:t>Fotovoltaïsche panelen</a:t>
            </a:r>
          </a:p>
          <a:p>
            <a:pPr rtl="0"/>
            <a:r>
              <a:rPr lang="nl-NL" dirty="0"/>
              <a:t>Zonne-energie </a:t>
            </a:r>
            <a:r>
              <a:rPr lang="nl-NL" dirty="0">
                <a:sym typeface="Wingdings" panose="05000000000000000000" pitchFamily="2" charset="2"/>
              </a:rPr>
              <a:t> </a:t>
            </a:r>
            <a:r>
              <a:rPr lang="nl-NL" dirty="0" err="1">
                <a:sym typeface="Wingdings" panose="05000000000000000000" pitchFamily="2" charset="2"/>
              </a:rPr>
              <a:t>Electriciteit</a:t>
            </a:r>
            <a:endParaRPr lang="nl-NL" dirty="0"/>
          </a:p>
          <a:p>
            <a:pPr rtl="0"/>
            <a:r>
              <a:rPr lang="nl-NL" dirty="0"/>
              <a:t>Vorm van duurzame energieproductie</a:t>
            </a:r>
          </a:p>
        </p:txBody>
      </p:sp>
      <p:graphicFrame>
        <p:nvGraphicFramePr>
          <p:cNvPr id="9" name="Tijdelijke aanduiding voor inhoud 8" descr="Verticaal vak-lijst waarin 3 groepen onder elkaar zijn gerangschikt en waarin bij elke groep opsommingstekens zijn vermeld."/>
          <p:cNvGraphicFramePr>
            <a:graphicFrameLocks noGrp="1"/>
          </p:cNvGraphicFramePr>
          <p:nvPr>
            <p:ph sz="half" idx="2"/>
            <p:extLst>
              <p:ext uri="{D42A27DB-BD31-4B8C-83A1-F6EECF244321}">
                <p14:modId xmlns:p14="http://schemas.microsoft.com/office/powerpoint/2010/main" val="3667459596"/>
              </p:ext>
            </p:extLst>
          </p:nvPr>
        </p:nvGraphicFramePr>
        <p:xfrm>
          <a:off x="6196013" y="1803400"/>
          <a:ext cx="4773612" cy="4267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26" name="Picture 2" descr="Afbeeldingsresultaat voor zonnepanelen in werking">
            <a:extLst>
              <a:ext uri="{FF2B5EF4-FFF2-40B4-BE49-F238E27FC236}">
                <a16:creationId xmlns:a16="http://schemas.microsoft.com/office/drawing/2014/main" id="{D62CA50C-16A3-4ED4-A146-3AD6B10E572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21803" y="3645024"/>
            <a:ext cx="5523791" cy="24255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07259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en-US" dirty="0"/>
              <a:t>T</a:t>
            </a:r>
            <a:r>
              <a:rPr lang="nl-NL" dirty="0" err="1"/>
              <a:t>erugverdientijd</a:t>
            </a:r>
            <a:endParaRPr lang="nl-NL" dirty="0"/>
          </a:p>
        </p:txBody>
      </p:sp>
      <p:graphicFrame>
        <p:nvGraphicFramePr>
          <p:cNvPr id="4" name="Tijdelijke aanduiding voor inhoud 3"/>
          <p:cNvGraphicFramePr>
            <a:graphicFrameLocks noGrp="1"/>
          </p:cNvGraphicFramePr>
          <p:nvPr>
            <p:ph sz="half" idx="1"/>
            <p:extLst>
              <p:ext uri="{D42A27DB-BD31-4B8C-83A1-F6EECF244321}">
                <p14:modId xmlns:p14="http://schemas.microsoft.com/office/powerpoint/2010/main" val="3346972771"/>
              </p:ext>
            </p:extLst>
          </p:nvPr>
        </p:nvGraphicFramePr>
        <p:xfrm>
          <a:off x="1219200" y="1803400"/>
          <a:ext cx="4773612" cy="1099820"/>
        </p:xfrm>
        <a:graphic>
          <a:graphicData uri="http://schemas.openxmlformats.org/drawingml/2006/table">
            <a:tbl>
              <a:tblPr firstRow="1" bandRow="1">
                <a:tableStyleId>{5C22544A-7EE6-4342-B048-85BDC9FD1C3A}</a:tableStyleId>
              </a:tblPr>
              <a:tblGrid>
                <a:gridCol w="1591204">
                  <a:extLst>
                    <a:ext uri="{9D8B030D-6E8A-4147-A177-3AD203B41FA5}">
                      <a16:colId xmlns:a16="http://schemas.microsoft.com/office/drawing/2014/main" val="20000"/>
                    </a:ext>
                  </a:extLst>
                </a:gridCol>
                <a:gridCol w="1591204">
                  <a:extLst>
                    <a:ext uri="{9D8B030D-6E8A-4147-A177-3AD203B41FA5}">
                      <a16:colId xmlns:a16="http://schemas.microsoft.com/office/drawing/2014/main" val="20001"/>
                    </a:ext>
                  </a:extLst>
                </a:gridCol>
                <a:gridCol w="1591204">
                  <a:extLst>
                    <a:ext uri="{9D8B030D-6E8A-4147-A177-3AD203B41FA5}">
                      <a16:colId xmlns:a16="http://schemas.microsoft.com/office/drawing/2014/main" val="20002"/>
                    </a:ext>
                  </a:extLst>
                </a:gridCol>
              </a:tblGrid>
              <a:tr h="520700">
                <a:tc>
                  <a:txBody>
                    <a:bodyPr/>
                    <a:lstStyle/>
                    <a:p>
                      <a:pPr rtl="0"/>
                      <a:r>
                        <a:rPr lang="nl-NL" dirty="0"/>
                        <a:t>Aantal ZP</a:t>
                      </a:r>
                    </a:p>
                  </a:txBody>
                  <a:tcPr anchor="ctr"/>
                </a:tc>
                <a:tc>
                  <a:txBody>
                    <a:bodyPr/>
                    <a:lstStyle/>
                    <a:p>
                      <a:pPr algn="ctr" rtl="0"/>
                      <a:r>
                        <a:rPr lang="nl-NL" dirty="0"/>
                        <a:t>Kosten</a:t>
                      </a:r>
                    </a:p>
                  </a:txBody>
                  <a:tcPr anchor="ctr"/>
                </a:tc>
                <a:tc>
                  <a:txBody>
                    <a:bodyPr/>
                    <a:lstStyle/>
                    <a:p>
                      <a:pPr algn="ctr" rtl="0"/>
                      <a:r>
                        <a:rPr lang="nl-NL" dirty="0"/>
                        <a:t>kWh per jaar</a:t>
                      </a:r>
                    </a:p>
                  </a:txBody>
                  <a:tcPr anchor="ctr"/>
                </a:tc>
                <a:extLst>
                  <a:ext uri="{0D108BD9-81ED-4DB2-BD59-A6C34878D82A}">
                    <a16:rowId xmlns:a16="http://schemas.microsoft.com/office/drawing/2014/main" val="10000"/>
                  </a:ext>
                </a:extLst>
              </a:tr>
              <a:tr h="520700">
                <a:tc>
                  <a:txBody>
                    <a:bodyPr/>
                    <a:lstStyle/>
                    <a:p>
                      <a:pPr rtl="0"/>
                      <a:r>
                        <a:rPr lang="en-US" dirty="0"/>
                        <a:t>1</a:t>
                      </a:r>
                      <a:r>
                        <a:rPr lang="nl-NL" dirty="0"/>
                        <a:t>3 </a:t>
                      </a:r>
                      <a:r>
                        <a:rPr lang="nl-NL" sz="1400" dirty="0"/>
                        <a:t>(</a:t>
                      </a:r>
                      <a:r>
                        <a:rPr lang="nl-NL" sz="1400" b="0" i="0" kern="1200" dirty="0">
                          <a:solidFill>
                            <a:schemeClr val="dk1"/>
                          </a:solidFill>
                          <a:effectLst/>
                          <a:latin typeface="+mn-lt"/>
                          <a:ea typeface="+mn-ea"/>
                          <a:cs typeface="+mn-cs"/>
                        </a:rPr>
                        <a:t>2,00 x </a:t>
                      </a:r>
                      <a:r>
                        <a:rPr lang="nl-NL" sz="1400" b="1" i="0" kern="1200" dirty="0">
                          <a:solidFill>
                            <a:schemeClr val="dk1"/>
                          </a:solidFill>
                          <a:effectLst/>
                          <a:latin typeface="+mn-lt"/>
                          <a:ea typeface="+mn-ea"/>
                          <a:cs typeface="+mn-cs"/>
                        </a:rPr>
                        <a:t>1</a:t>
                      </a:r>
                      <a:r>
                        <a:rPr lang="nl-NL" sz="1400" b="0" i="0" kern="1200" dirty="0">
                          <a:solidFill>
                            <a:schemeClr val="dk1"/>
                          </a:solidFill>
                          <a:effectLst/>
                          <a:latin typeface="+mn-lt"/>
                          <a:ea typeface="+mn-ea"/>
                          <a:cs typeface="+mn-cs"/>
                        </a:rPr>
                        <a:t>,00 meter – per stuk)</a:t>
                      </a:r>
                      <a:endParaRPr lang="nl-NL" dirty="0"/>
                    </a:p>
                  </a:txBody>
                  <a:tcPr anchor="ctr"/>
                </a:tc>
                <a:tc>
                  <a:txBody>
                    <a:bodyPr/>
                    <a:lstStyle/>
                    <a:p>
                      <a:pPr algn="ctr" rtl="0"/>
                      <a:r>
                        <a:rPr lang="nl-NL" sz="1800" b="0" i="0" kern="1200" dirty="0">
                          <a:solidFill>
                            <a:schemeClr val="dk1"/>
                          </a:solidFill>
                          <a:effectLst/>
                          <a:latin typeface="+mn-lt"/>
                          <a:ea typeface="+mn-ea"/>
                          <a:cs typeface="+mn-cs"/>
                        </a:rPr>
                        <a:t>€ 5000,-</a:t>
                      </a:r>
                      <a:endParaRPr lang="nl-NL" dirty="0"/>
                    </a:p>
                  </a:txBody>
                  <a:tcPr anchor="ctr"/>
                </a:tc>
                <a:tc>
                  <a:txBody>
                    <a:bodyPr/>
                    <a:lstStyle/>
                    <a:p>
                      <a:pPr algn="ctr" rtl="0"/>
                      <a:r>
                        <a:rPr lang="nl-NL" dirty="0"/>
                        <a:t>3400 kWh</a:t>
                      </a:r>
                    </a:p>
                  </a:txBody>
                  <a:tcPr anchor="ctr"/>
                </a:tc>
                <a:extLst>
                  <a:ext uri="{0D108BD9-81ED-4DB2-BD59-A6C34878D82A}">
                    <a16:rowId xmlns:a16="http://schemas.microsoft.com/office/drawing/2014/main" val="10001"/>
                  </a:ext>
                </a:extLst>
              </a:tr>
            </a:tbl>
          </a:graphicData>
        </a:graphic>
      </p:graphicFrame>
      <p:sp>
        <p:nvSpPr>
          <p:cNvPr id="11" name="Tijdelijke aanduiding voor inhoud 10"/>
          <p:cNvSpPr>
            <a:spLocks noGrp="1"/>
          </p:cNvSpPr>
          <p:nvPr>
            <p:ph sz="half" idx="2"/>
          </p:nvPr>
        </p:nvSpPr>
        <p:spPr>
          <a:xfrm>
            <a:off x="1216397" y="3284984"/>
            <a:ext cx="4773956" cy="3024336"/>
          </a:xfrm>
        </p:spPr>
        <p:txBody>
          <a:bodyPr rtlCol="0">
            <a:normAutofit fontScale="92500" lnSpcReduction="10000"/>
          </a:bodyPr>
          <a:lstStyle/>
          <a:p>
            <a:pPr marL="0" indent="0">
              <a:buNone/>
            </a:pPr>
            <a:r>
              <a:rPr lang="nl-NL" dirty="0"/>
              <a:t>Bij een elektriciteitsprijs van €0,23 per kWh is dat een jaarlijkse besparing van 780 euro.</a:t>
            </a:r>
          </a:p>
          <a:p>
            <a:pPr marL="0" indent="0">
              <a:buNone/>
            </a:pPr>
            <a:endParaRPr lang="en-US" dirty="0"/>
          </a:p>
          <a:p>
            <a:pPr marL="0" indent="0">
              <a:buNone/>
            </a:pPr>
            <a:r>
              <a:rPr lang="en-US" dirty="0"/>
              <a:t>N</a:t>
            </a:r>
            <a:r>
              <a:rPr lang="nl-NL" dirty="0"/>
              <a:t>a 6,5 jaar verdien je dus je geld terug. Een zonnepaneel gaat 25 jaar mee, dus heb je 18,5 jaar om gebruik te maken van de zonnepanelen met ieder jaar een besparing van 780 euro.</a:t>
            </a:r>
          </a:p>
          <a:p>
            <a:pPr marL="0" indent="0">
              <a:buNone/>
            </a:pPr>
            <a:endParaRPr lang="nl-NL" dirty="0"/>
          </a:p>
        </p:txBody>
      </p:sp>
      <p:pic>
        <p:nvPicPr>
          <p:cNvPr id="2050" name="Picture 2" descr="Gerelateerde afbeelding">
            <a:extLst>
              <a:ext uri="{FF2B5EF4-FFF2-40B4-BE49-F238E27FC236}">
                <a16:creationId xmlns:a16="http://schemas.microsoft.com/office/drawing/2014/main" id="{431B676F-44B6-41E4-BE72-674533F432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6014" y="1803400"/>
            <a:ext cx="5463726" cy="36407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080237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1218882" y="431800"/>
            <a:ext cx="10132113" cy="1168400"/>
          </a:xfrm>
        </p:spPr>
        <p:txBody>
          <a:bodyPr rtlCol="0"/>
          <a:lstStyle/>
          <a:p>
            <a:pPr rtl="0"/>
            <a:r>
              <a:rPr lang="nl-NL" dirty="0"/>
              <a:t>Statistieken zonnepanelen opbrengst in miljoenen euro's</a:t>
            </a:r>
          </a:p>
        </p:txBody>
      </p:sp>
      <p:graphicFrame>
        <p:nvGraphicFramePr>
          <p:cNvPr id="6" name="Tijdelijke aanduiding voor inhoud 5" descr="Gegroepeerd kolomdiagram met de waarden van drie reeksen voor vier categorieën"/>
          <p:cNvGraphicFramePr>
            <a:graphicFrameLocks noGrp="1"/>
          </p:cNvGraphicFramePr>
          <p:nvPr>
            <p:ph idx="1"/>
            <p:extLst>
              <p:ext uri="{D42A27DB-BD31-4B8C-83A1-F6EECF244321}">
                <p14:modId xmlns:p14="http://schemas.microsoft.com/office/powerpoint/2010/main" val="29588676"/>
              </p:ext>
            </p:extLst>
          </p:nvPr>
        </p:nvGraphicFramePr>
        <p:xfrm>
          <a:off x="1219200" y="1803400"/>
          <a:ext cx="9750425" cy="4267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7118464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D9E0340-6F64-44D8-8763-A395C02DBAB1}"/>
              </a:ext>
            </a:extLst>
          </p:cNvPr>
          <p:cNvSpPr>
            <a:spLocks noGrp="1"/>
          </p:cNvSpPr>
          <p:nvPr>
            <p:ph type="title"/>
          </p:nvPr>
        </p:nvSpPr>
        <p:spPr/>
        <p:txBody>
          <a:bodyPr/>
          <a:lstStyle/>
          <a:p>
            <a:r>
              <a:rPr lang="en-US" dirty="0" err="1"/>
              <a:t>Verbetervoorstel</a:t>
            </a:r>
            <a:endParaRPr lang="nl-NL" dirty="0"/>
          </a:p>
        </p:txBody>
      </p:sp>
      <p:sp>
        <p:nvSpPr>
          <p:cNvPr id="3" name="Tijdelijke aanduiding voor inhoud 2">
            <a:extLst>
              <a:ext uri="{FF2B5EF4-FFF2-40B4-BE49-F238E27FC236}">
                <a16:creationId xmlns:a16="http://schemas.microsoft.com/office/drawing/2014/main" id="{550F1ACC-C1FA-4760-9133-73DB5A88CCED}"/>
              </a:ext>
            </a:extLst>
          </p:cNvPr>
          <p:cNvSpPr>
            <a:spLocks noGrp="1"/>
          </p:cNvSpPr>
          <p:nvPr>
            <p:ph idx="1"/>
          </p:nvPr>
        </p:nvSpPr>
        <p:spPr/>
        <p:txBody>
          <a:bodyPr/>
          <a:lstStyle/>
          <a:p>
            <a:r>
              <a:rPr lang="nl-NL" dirty="0"/>
              <a:t>Financiële voordelen</a:t>
            </a:r>
          </a:p>
          <a:p>
            <a:r>
              <a:rPr lang="en-US" dirty="0"/>
              <a:t>M</a:t>
            </a:r>
            <a:r>
              <a:rPr lang="nl-NL" dirty="0" err="1"/>
              <a:t>illieuvriendelijk</a:t>
            </a:r>
            <a:endParaRPr lang="nl-NL" dirty="0"/>
          </a:p>
          <a:p>
            <a:r>
              <a:rPr lang="en-US" dirty="0"/>
              <a:t>H</a:t>
            </a:r>
            <a:r>
              <a:rPr lang="nl-NL" dirty="0" err="1"/>
              <a:t>ernieuwbare</a:t>
            </a:r>
            <a:r>
              <a:rPr lang="nl-NL" dirty="0"/>
              <a:t> energie</a:t>
            </a:r>
          </a:p>
          <a:p>
            <a:r>
              <a:rPr lang="en-US" dirty="0"/>
              <a:t>De </a:t>
            </a:r>
            <a:r>
              <a:rPr lang="en-US" dirty="0" err="1"/>
              <a:t>prijs</a:t>
            </a:r>
            <a:r>
              <a:rPr lang="en-US" dirty="0"/>
              <a:t> </a:t>
            </a:r>
            <a:r>
              <a:rPr lang="en-US" dirty="0" err="1"/>
              <a:t>daalt</a:t>
            </a:r>
            <a:endParaRPr lang="en-US" dirty="0"/>
          </a:p>
          <a:p>
            <a:r>
              <a:rPr lang="en-US" dirty="0"/>
              <a:t>De </a:t>
            </a:r>
            <a:r>
              <a:rPr lang="en-US" dirty="0" err="1"/>
              <a:t>energie</a:t>
            </a:r>
            <a:r>
              <a:rPr lang="en-US" dirty="0"/>
              <a:t> </a:t>
            </a:r>
            <a:r>
              <a:rPr lang="en-US" dirty="0" err="1"/>
              <a:t>zelf</a:t>
            </a:r>
            <a:r>
              <a:rPr lang="en-US" dirty="0"/>
              <a:t> is gratis</a:t>
            </a:r>
          </a:p>
        </p:txBody>
      </p:sp>
      <p:pic>
        <p:nvPicPr>
          <p:cNvPr id="1026" name="Picture 2" descr="Afbeeldingsresultaat voor verbetering png">
            <a:extLst>
              <a:ext uri="{FF2B5EF4-FFF2-40B4-BE49-F238E27FC236}">
                <a16:creationId xmlns:a16="http://schemas.microsoft.com/office/drawing/2014/main" id="{5F3611E1-8685-47D3-9C57-369F9A9FDC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42284" y="1886478"/>
            <a:ext cx="6768752" cy="451250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09153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rtlCol="0"/>
          <a:lstStyle/>
          <a:p>
            <a:pPr rtl="0"/>
            <a:r>
              <a:rPr lang="nl-NL" dirty="0"/>
              <a:t>Slot – Vragen ?</a:t>
            </a:r>
          </a:p>
        </p:txBody>
      </p:sp>
      <p:pic>
        <p:nvPicPr>
          <p:cNvPr id="1026" name="Picture 2" descr="Gerelateerde afbeelding">
            <a:extLst>
              <a:ext uri="{FF2B5EF4-FFF2-40B4-BE49-F238E27FC236}">
                <a16:creationId xmlns:a16="http://schemas.microsoft.com/office/drawing/2014/main" id="{52265599-C77D-4C0C-95D6-25D74140938B}"/>
              </a:ext>
            </a:extLst>
          </p:cNvPr>
          <p:cNvPicPr>
            <a:picLocks noGrp="1" noChangeAspect="1" noChangeArrowheads="1"/>
          </p:cNvPicPr>
          <p:nvPr>
            <p:ph type="pic" idx="1"/>
          </p:nvPr>
        </p:nvPicPr>
        <p:blipFill>
          <a:blip r:embed="rId3">
            <a:extLst>
              <a:ext uri="{28A0092B-C50C-407E-A947-70E740481C1C}">
                <a14:useLocalDpi xmlns:a14="http://schemas.microsoft.com/office/drawing/2010/main" val="0"/>
              </a:ext>
            </a:extLst>
          </a:blip>
          <a:srcRect l="4787" r="4787"/>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fbeeldingsresultaat voor vragen?">
            <a:extLst>
              <a:ext uri="{FF2B5EF4-FFF2-40B4-BE49-F238E27FC236}">
                <a16:creationId xmlns:a16="http://schemas.microsoft.com/office/drawing/2014/main" id="{07D9F5CD-9A46-4618-9D49-7CBD056920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12493" y="1700808"/>
            <a:ext cx="2457450" cy="3752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4483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Klassieke boekpresentatie (16:9)">
  <a:themeElements>
    <a:clrScheme name="BooksClassic_16x9">
      <a:dk1>
        <a:srgbClr val="6A3A20"/>
      </a:dk1>
      <a:lt1>
        <a:sysClr val="window" lastClr="FFFFFF"/>
      </a:lt1>
      <a:dk2>
        <a:srgbClr val="000000"/>
      </a:dk2>
      <a:lt2>
        <a:srgbClr val="FFEDB9"/>
      </a:lt2>
      <a:accent1>
        <a:srgbClr val="6A3A20"/>
      </a:accent1>
      <a:accent2>
        <a:srgbClr val="B4914C"/>
      </a:accent2>
      <a:accent3>
        <a:srgbClr val="610606"/>
      </a:accent3>
      <a:accent4>
        <a:srgbClr val="2B3742"/>
      </a:accent4>
      <a:accent5>
        <a:srgbClr val="787A41"/>
      </a:accent5>
      <a:accent6>
        <a:srgbClr val="B95E14"/>
      </a:accent6>
      <a:hlink>
        <a:srgbClr val="2B3742"/>
      </a:hlink>
      <a:folHlink>
        <a:srgbClr val="C1A56D"/>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hade val="90000"/>
                <a:satMod val="150000"/>
              </a:schemeClr>
            </a:gs>
            <a:gs pos="60000">
              <a:schemeClr val="phClr">
                <a:shade val="20000"/>
                <a:satMod val="255000"/>
              </a:schemeClr>
            </a:gs>
          </a:gsLst>
          <a:lin ang="5400000" scaled="0"/>
        </a:gradFill>
        <a:blipFill rotWithShape="1">
          <a:blip xmlns:r="http://schemas.openxmlformats.org/officeDocument/2006/relationships" r:embed="rId1">
            <a:duotone>
              <a:schemeClr val="phClr">
                <a:shade val="12000"/>
                <a:satMod val="240000"/>
              </a:schemeClr>
              <a:schemeClr val="phClr"/>
            </a:duotone>
          </a:blip>
          <a:stretch/>
        </a:blipFill>
      </a:bgFillStyleLst>
    </a:fmtScheme>
  </a:themeElements>
  <a:objectDefaults/>
  <a:extraClrSchemeLst/>
  <a:extLst>
    <a:ext uri="{05A4C25C-085E-4340-85A3-A5531E510DB2}">
      <thm15:themeFamily xmlns:thm15="http://schemas.microsoft.com/office/thememl/2012/main" name="Office_9533610_TF02801059_TF02801059" id="{6BA9F508-7017-4E55-A5B4-2582436BB56A}" vid="{2EC3329D-0E06-47F9-A0B7-ACABAA0C32C1}"/>
    </a:ext>
  </a:extLst>
</a:theme>
</file>

<file path=ppt/theme/theme2.xml><?xml version="1.0" encoding="utf-8"?>
<a:theme xmlns:a="http://schemas.openxmlformats.org/drawingml/2006/main" name="Office-thema">
  <a:themeElements>
    <a:clrScheme name="BooksClassic_16x9">
      <a:dk1>
        <a:srgbClr val="6A3A20"/>
      </a:dk1>
      <a:lt1>
        <a:sysClr val="window" lastClr="FFFFFF"/>
      </a:lt1>
      <a:dk2>
        <a:srgbClr val="000000"/>
      </a:dk2>
      <a:lt2>
        <a:srgbClr val="FFEDB9"/>
      </a:lt2>
      <a:accent1>
        <a:srgbClr val="6A3A20"/>
      </a:accent1>
      <a:accent2>
        <a:srgbClr val="B4914C"/>
      </a:accent2>
      <a:accent3>
        <a:srgbClr val="610606"/>
      </a:accent3>
      <a:accent4>
        <a:srgbClr val="2B3742"/>
      </a:accent4>
      <a:accent5>
        <a:srgbClr val="787A41"/>
      </a:accent5>
      <a:accent6>
        <a:srgbClr val="B95E14"/>
      </a:accent6>
      <a:hlink>
        <a:srgbClr val="2B3742"/>
      </a:hlink>
      <a:folHlink>
        <a:srgbClr val="C1A56D"/>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thema">
  <a:themeElements>
    <a:clrScheme name="BooksClassic_16x9">
      <a:dk1>
        <a:srgbClr val="6A3A20"/>
      </a:dk1>
      <a:lt1>
        <a:sysClr val="window" lastClr="FFFFFF"/>
      </a:lt1>
      <a:dk2>
        <a:srgbClr val="000000"/>
      </a:dk2>
      <a:lt2>
        <a:srgbClr val="FFEDB9"/>
      </a:lt2>
      <a:accent1>
        <a:srgbClr val="6A3A20"/>
      </a:accent1>
      <a:accent2>
        <a:srgbClr val="B4914C"/>
      </a:accent2>
      <a:accent3>
        <a:srgbClr val="610606"/>
      </a:accent3>
      <a:accent4>
        <a:srgbClr val="2B3742"/>
      </a:accent4>
      <a:accent5>
        <a:srgbClr val="787A41"/>
      </a:accent5>
      <a:accent6>
        <a:srgbClr val="B95E14"/>
      </a:accent6>
      <a:hlink>
        <a:srgbClr val="2B3742"/>
      </a:hlink>
      <a:folHlink>
        <a:srgbClr val="C1A56D"/>
      </a:folHlink>
    </a:clrScheme>
    <a:fontScheme name="Constantia">
      <a:maj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nstant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false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1360476</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2011-12-12T13:37:00+00:00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2035-01-01T08:00:00+00:00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TP102801058</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706496</LocLastLocAttemptVersionLookup>
    <IsSearchable xmlns="4873beb7-5857-4685-be1f-d57550cc96cc">true</IsSearchable>
    <TemplateTemplateType xmlns="4873beb7-5857-4685-be1f-d57550cc96cc">PowerPoint Presentation Template</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APAuthor xmlns="4873beb7-5857-4685-be1f-d57550cc96cc">
      <UserInfo>
        <DisplayName>REDMOND\v-soujap</DisplayName>
        <AccountId>1954</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14</OriginalRelease>
    <TPLaunchHelpLinkType xmlns="4873beb7-5857-4685-be1f-d57550cc96cc">Template</TPLaunchHelpLinkType>
    <LocalizationTagsTaxHTField0 xmlns="4873beb7-5857-4685-be1f-d57550cc96cc">
      <Terms xmlns="http://schemas.microsoft.com/office/infopath/2007/PartnerControls"/>
    </LocalizationTagsTaxHTField0>
    <LocMarketGroupTiers2 xmlns="4873beb7-5857-4685-be1f-d57550cc96cc" xsi:nil="true"/>
  </documentManagement>
</p:properties>
</file>

<file path=customXml/item3.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003AC8-209A-4321-A17C-1B7A20643390}">
  <ds:schemaRefs>
    <ds:schemaRef ds:uri="http://schemas.microsoft.com/sharepoint/v3/contenttype/forms"/>
  </ds:schemaRefs>
</ds:datastoreItem>
</file>

<file path=customXml/itemProps2.xml><?xml version="1.0" encoding="utf-8"?>
<ds:datastoreItem xmlns:ds="http://schemas.openxmlformats.org/officeDocument/2006/customXml" ds:itemID="{4ED80E12-3BE9-4746-820E-FFB249F467F2}">
  <ds:schemaRefs>
    <ds:schemaRef ds:uri="http://schemas.microsoft.com/office/2006/documentManagement/types"/>
    <ds:schemaRef ds:uri="http://purl.org/dc/elements/1.1/"/>
    <ds:schemaRef ds:uri="http://schemas.microsoft.com/office/2006/metadata/properties"/>
    <ds:schemaRef ds:uri="4873beb7-5857-4685-be1f-d57550cc96cc"/>
    <ds:schemaRef ds:uri="http://schemas.openxmlformats.org/package/2006/metadata/core-properties"/>
    <ds:schemaRef ds:uri="http://purl.org/dc/terms/"/>
    <ds:schemaRef ds:uri="http://schemas.microsoft.com/office/infopath/2007/PartnerControls"/>
    <ds:schemaRef ds:uri="http://www.w3.org/XML/1998/namespace"/>
    <ds:schemaRef ds:uri="http://purl.org/dc/dcmitype/"/>
  </ds:schemaRefs>
</ds:datastoreItem>
</file>

<file path=customXml/itemProps3.xml><?xml version="1.0" encoding="utf-8"?>
<ds:datastoreItem xmlns:ds="http://schemas.openxmlformats.org/officeDocument/2006/customXml" ds:itemID="{83ED4759-CFDD-43F0-817C-11D9197192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Klassieke boekpresentatie voor het onderwijs (breedbeeld)</Template>
  <TotalTime>385</TotalTime>
  <Words>157</Words>
  <Application>Microsoft Office PowerPoint</Application>
  <PresentationFormat>Aangepast</PresentationFormat>
  <Paragraphs>45</Paragraphs>
  <Slides>7</Slides>
  <Notes>6</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7</vt:i4>
      </vt:variant>
    </vt:vector>
  </HeadingPairs>
  <TitlesOfParts>
    <vt:vector size="11" baseType="lpstr">
      <vt:lpstr>Arial</vt:lpstr>
      <vt:lpstr>Constantia</vt:lpstr>
      <vt:lpstr>Wingdings</vt:lpstr>
      <vt:lpstr>Klassieke boekpresentatie (16:9)</vt:lpstr>
      <vt:lpstr>Duurzaamheid</vt:lpstr>
      <vt:lpstr>Inhoud</vt:lpstr>
      <vt:lpstr>Zonnepanelen</vt:lpstr>
      <vt:lpstr>Terugverdientijd</vt:lpstr>
      <vt:lpstr>Statistieken zonnepanelen opbrengst in miljoenen euro's</vt:lpstr>
      <vt:lpstr>Verbetervoorstel</vt:lpstr>
      <vt:lpstr>Slot – Vragen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Titelindeling</dc:title>
  <dc:creator>Jarvis</dc:creator>
  <cp:lastModifiedBy>Jarvis</cp:lastModifiedBy>
  <cp:revision>26</cp:revision>
  <dcterms:created xsi:type="dcterms:W3CDTF">2019-05-22T12:33:44Z</dcterms:created>
  <dcterms:modified xsi:type="dcterms:W3CDTF">2019-06-10T12:45:11Z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0x0101006EDDDB5EE6D98C44930B742096920B300400F5B6D36B3EF94B4E9A635CDF2A18F5B8</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